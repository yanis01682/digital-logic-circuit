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8"/>
  </p:notesMasterIdLst>
  <p:sldIdLst>
    <p:sldId id="947" r:id="rId2"/>
    <p:sldId id="952" r:id="rId3"/>
    <p:sldId id="912" r:id="rId4"/>
    <p:sldId id="953" r:id="rId5"/>
    <p:sldId id="954" r:id="rId6"/>
    <p:sldId id="955" r:id="rId7"/>
    <p:sldId id="956" r:id="rId8"/>
    <p:sldId id="957" r:id="rId9"/>
    <p:sldId id="958" r:id="rId10"/>
    <p:sldId id="959" r:id="rId11"/>
    <p:sldId id="960" r:id="rId12"/>
    <p:sldId id="961" r:id="rId13"/>
    <p:sldId id="962" r:id="rId14"/>
    <p:sldId id="963" r:id="rId15"/>
    <p:sldId id="964" r:id="rId16"/>
    <p:sldId id="965" r:id="rId17"/>
    <p:sldId id="966" r:id="rId18"/>
    <p:sldId id="967" r:id="rId19"/>
    <p:sldId id="968" r:id="rId20"/>
    <p:sldId id="978" r:id="rId21"/>
    <p:sldId id="969" r:id="rId22"/>
    <p:sldId id="970" r:id="rId23"/>
    <p:sldId id="971" r:id="rId24"/>
    <p:sldId id="972" r:id="rId25"/>
    <p:sldId id="976" r:id="rId26"/>
    <p:sldId id="973" r:id="rId27"/>
    <p:sldId id="974" r:id="rId28"/>
    <p:sldId id="911" r:id="rId29"/>
    <p:sldId id="914" r:id="rId30"/>
    <p:sldId id="931" r:id="rId31"/>
    <p:sldId id="917" r:id="rId32"/>
    <p:sldId id="918" r:id="rId33"/>
    <p:sldId id="919" r:id="rId34"/>
    <p:sldId id="920" r:id="rId35"/>
    <p:sldId id="921" r:id="rId36"/>
    <p:sldId id="922" r:id="rId37"/>
    <p:sldId id="923" r:id="rId38"/>
    <p:sldId id="975" r:id="rId39"/>
    <p:sldId id="924" r:id="rId40"/>
    <p:sldId id="934" r:id="rId41"/>
    <p:sldId id="926" r:id="rId42"/>
    <p:sldId id="927" r:id="rId43"/>
    <p:sldId id="928" r:id="rId44"/>
    <p:sldId id="929" r:id="rId45"/>
    <p:sldId id="930" r:id="rId46"/>
    <p:sldId id="950" r:id="rId47"/>
    <p:sldId id="906" r:id="rId48"/>
    <p:sldId id="816" r:id="rId49"/>
    <p:sldId id="817" r:id="rId50"/>
    <p:sldId id="907" r:id="rId51"/>
    <p:sldId id="819" r:id="rId52"/>
    <p:sldId id="820" r:id="rId53"/>
    <p:sldId id="821" r:id="rId54"/>
    <p:sldId id="822" r:id="rId55"/>
    <p:sldId id="823" r:id="rId56"/>
    <p:sldId id="878" r:id="rId57"/>
    <p:sldId id="879" r:id="rId58"/>
    <p:sldId id="824" r:id="rId59"/>
    <p:sldId id="825" r:id="rId60"/>
    <p:sldId id="826" r:id="rId61"/>
    <p:sldId id="905" r:id="rId62"/>
    <p:sldId id="827" r:id="rId63"/>
    <p:sldId id="828" r:id="rId64"/>
    <p:sldId id="829" r:id="rId65"/>
    <p:sldId id="830" r:id="rId66"/>
    <p:sldId id="831" r:id="rId6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FF00"/>
    <a:srgbClr val="FF66FF"/>
    <a:srgbClr val="FF0000"/>
    <a:srgbClr val="00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3" autoAdjust="0"/>
    <p:restoredTop sz="93982" autoAdjust="0"/>
  </p:normalViewPr>
  <p:slideViewPr>
    <p:cSldViewPr>
      <p:cViewPr varScale="1">
        <p:scale>
          <a:sx n="89" d="100"/>
          <a:sy n="89" d="100"/>
        </p:scale>
        <p:origin x="1408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26" Type="http://schemas.openxmlformats.org/officeDocument/2006/relationships/slide" Target="slides/slide32.xml"/><Relationship Id="rId39" Type="http://schemas.openxmlformats.org/officeDocument/2006/relationships/slide" Target="slides/slide53.xml"/><Relationship Id="rId21" Type="http://schemas.openxmlformats.org/officeDocument/2006/relationships/slide" Target="slides/slide26.xml"/><Relationship Id="rId34" Type="http://schemas.openxmlformats.org/officeDocument/2006/relationships/slide" Target="slides/slide48.xml"/><Relationship Id="rId42" Type="http://schemas.openxmlformats.org/officeDocument/2006/relationships/slide" Target="slides/slide56.xml"/><Relationship Id="rId47" Type="http://schemas.openxmlformats.org/officeDocument/2006/relationships/slide" Target="slides/slide64.xml"/><Relationship Id="rId7" Type="http://schemas.openxmlformats.org/officeDocument/2006/relationships/slide" Target="slides/slide10.xml"/><Relationship Id="rId2" Type="http://schemas.openxmlformats.org/officeDocument/2006/relationships/slide" Target="slides/slide5.xml"/><Relationship Id="rId16" Type="http://schemas.openxmlformats.org/officeDocument/2006/relationships/slide" Target="slides/slide19.xml"/><Relationship Id="rId29" Type="http://schemas.openxmlformats.org/officeDocument/2006/relationships/slide" Target="slides/slide41.xml"/><Relationship Id="rId11" Type="http://schemas.openxmlformats.org/officeDocument/2006/relationships/slide" Target="slides/slide14.xml"/><Relationship Id="rId24" Type="http://schemas.openxmlformats.org/officeDocument/2006/relationships/slide" Target="slides/slide30.xml"/><Relationship Id="rId32" Type="http://schemas.openxmlformats.org/officeDocument/2006/relationships/slide" Target="slides/slide44.xml"/><Relationship Id="rId37" Type="http://schemas.openxmlformats.org/officeDocument/2006/relationships/slide" Target="slides/slide51.xml"/><Relationship Id="rId40" Type="http://schemas.openxmlformats.org/officeDocument/2006/relationships/slide" Target="slides/slide54.xml"/><Relationship Id="rId45" Type="http://schemas.openxmlformats.org/officeDocument/2006/relationships/slide" Target="slides/slide62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29.xml"/><Relationship Id="rId28" Type="http://schemas.openxmlformats.org/officeDocument/2006/relationships/slide" Target="slides/slide40.xml"/><Relationship Id="rId36" Type="http://schemas.openxmlformats.org/officeDocument/2006/relationships/slide" Target="slides/slide50.xml"/><Relationship Id="rId49" Type="http://schemas.openxmlformats.org/officeDocument/2006/relationships/slide" Target="slides/slide66.xml"/><Relationship Id="rId10" Type="http://schemas.openxmlformats.org/officeDocument/2006/relationships/slide" Target="slides/slide13.xml"/><Relationship Id="rId19" Type="http://schemas.openxmlformats.org/officeDocument/2006/relationships/slide" Target="slides/slide22.xml"/><Relationship Id="rId31" Type="http://schemas.openxmlformats.org/officeDocument/2006/relationships/slide" Target="slides/slide43.xml"/><Relationship Id="rId44" Type="http://schemas.openxmlformats.org/officeDocument/2006/relationships/slide" Target="slides/slide61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Relationship Id="rId22" Type="http://schemas.openxmlformats.org/officeDocument/2006/relationships/slide" Target="slides/slide27.xml"/><Relationship Id="rId27" Type="http://schemas.openxmlformats.org/officeDocument/2006/relationships/slide" Target="slides/slide33.xml"/><Relationship Id="rId30" Type="http://schemas.openxmlformats.org/officeDocument/2006/relationships/slide" Target="slides/slide42.xml"/><Relationship Id="rId35" Type="http://schemas.openxmlformats.org/officeDocument/2006/relationships/slide" Target="slides/slide49.xml"/><Relationship Id="rId43" Type="http://schemas.openxmlformats.org/officeDocument/2006/relationships/slide" Target="slides/slide59.xml"/><Relationship Id="rId48" Type="http://schemas.openxmlformats.org/officeDocument/2006/relationships/slide" Target="slides/slide65.xml"/><Relationship Id="rId8" Type="http://schemas.openxmlformats.org/officeDocument/2006/relationships/slide" Target="slides/slide11.xml"/><Relationship Id="rId3" Type="http://schemas.openxmlformats.org/officeDocument/2006/relationships/slide" Target="slides/slide6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5" Type="http://schemas.openxmlformats.org/officeDocument/2006/relationships/slide" Target="slides/slide31.xml"/><Relationship Id="rId33" Type="http://schemas.openxmlformats.org/officeDocument/2006/relationships/slide" Target="slides/slide47.xml"/><Relationship Id="rId38" Type="http://schemas.openxmlformats.org/officeDocument/2006/relationships/slide" Target="slides/slide52.xml"/><Relationship Id="rId46" Type="http://schemas.openxmlformats.org/officeDocument/2006/relationships/slide" Target="slides/slide63.xml"/><Relationship Id="rId20" Type="http://schemas.openxmlformats.org/officeDocument/2006/relationships/slide" Target="slides/slide23.xml"/><Relationship Id="rId41" Type="http://schemas.openxmlformats.org/officeDocument/2006/relationships/slide" Target="slides/slide55.xml"/><Relationship Id="rId1" Type="http://schemas.openxmlformats.org/officeDocument/2006/relationships/slide" Target="slides/slide3.xml"/><Relationship Id="rId6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BDD0143-7C80-EDD1-77B0-B929F1A649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E26626D-9750-946D-A3E9-A3CCEF14E1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ADF88C4-4E07-F0D3-EC5D-7E1CF1E980B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88026E1B-7571-0F43-0B5A-37196866479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C6E8CE5E-3A1B-D1F6-8B05-10F6EA15BB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EDF9EAB4-5DBE-EABD-95E8-8EFB738563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117A78E-5649-4D5F-A0C8-9E79C4F29A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048D5183-0FA4-8273-6126-584CF45FD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A7425578-B449-2F51-408C-1AF93C856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97069764-711B-ED75-0F30-A497524DFB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5D0BD1A-EDFE-4BFB-AA34-244B89C1293F}" type="slidenum">
              <a:rPr lang="en-US" altLang="zh-CN" sz="1200" smtClean="0">
                <a:latin typeface="Arial" panose="020B0604020202020204" pitchFamily="34" charset="0"/>
              </a:rPr>
              <a:pPr/>
              <a:t>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AFFF6318-F1C6-9BB2-E933-F2E4EBC32D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0D032E-5534-41DE-9B50-68D8E6F3B67E}" type="slidenum">
              <a:rPr lang="en-US" altLang="zh-CN" sz="1200" smtClean="0">
                <a:latin typeface="Arial" panose="020B0604020202020204" pitchFamily="34" charset="0"/>
              </a:rPr>
              <a:pPr/>
              <a:t>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FAA4AEA-8C8B-6C1A-BDCE-1492400DF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5E58B99-61FA-579C-A824-311108767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同步时序电路的概念：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EC9DA620-7F5C-9585-05C3-642800765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BD2B870A-87B6-76DA-5F23-56D2CF51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01794B5A-1AAB-7BFB-BF43-F09EFCDE7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36E579-0BFE-4442-8D0C-9E4C0B08744F}" type="slidenum">
              <a:rPr lang="en-US" altLang="zh-CN" sz="1200" smtClean="0">
                <a:latin typeface="Arial" panose="020B0604020202020204" pitchFamily="34" charset="0"/>
              </a:rPr>
              <a:pPr/>
              <a:t>15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C8010B68-4D24-66D5-371C-2B9F663C8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548C1520-A3C6-38AA-92BD-6CB65AC72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E7B41C6E-E60B-503E-24FC-8EBB5B197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E050864-CF42-4E16-8A42-EEB195E9455A}" type="slidenum">
              <a:rPr lang="en-US" altLang="zh-CN" sz="1200" smtClean="0">
                <a:latin typeface="Arial" panose="020B0604020202020204" pitchFamily="34" charset="0"/>
              </a:rPr>
              <a:pPr/>
              <a:t>16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B22A83F-CC1A-5B23-4B0E-34C5A88627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50D35A-78C5-49F1-9F23-71914A2C2C5C}" type="slidenum">
              <a:rPr lang="en-US" altLang="zh-CN" sz="1200" smtClean="0">
                <a:latin typeface="Arial" panose="020B0604020202020204" pitchFamily="34" charset="0"/>
              </a:rPr>
              <a:pPr/>
              <a:t>29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820FA45-2985-9C17-AE2F-9531647F13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C5175F3-DBD5-FD81-FDB9-D34B636504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BE6ECF15-CE6A-5A8F-6E9B-047A9F5CCB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AE1117E8-6049-7E45-2825-4DB4DC95E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176799BE-ED9A-52D8-325C-399649549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0E8F069-BC8C-4FC8-89B7-7D7605E0D204}" type="slidenum">
              <a:rPr lang="en-US" altLang="zh-CN" sz="1200" smtClean="0">
                <a:latin typeface="Arial" panose="020B0604020202020204" pitchFamily="34" charset="0"/>
              </a:rPr>
              <a:pPr/>
              <a:t>36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353F86C2-B025-917B-E421-0EDB32588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F8D5A93B-0D6F-AE15-FE8D-C04FF363D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2D04130A-A26C-9F3E-7504-4F44C3D8A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39D2D3D-B193-453C-A667-295F9B1A014E}" type="slidenum">
              <a:rPr lang="en-US" altLang="zh-CN" sz="1200" smtClean="0">
                <a:latin typeface="Arial" panose="020B0604020202020204" pitchFamily="34" charset="0"/>
              </a:rPr>
              <a:pPr/>
              <a:t>38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2129FFF8-DF69-2C40-6477-5713D86E42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F8D6E78-8BE9-4454-99AE-B7C8388C455B}" type="slidenum">
              <a:rPr lang="en-US" altLang="zh-CN" sz="1200" smtClean="0">
                <a:latin typeface="Arial" panose="020B0604020202020204" pitchFamily="34" charset="0"/>
              </a:rPr>
              <a:pPr/>
              <a:t>40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FBDE57F-B531-BC52-A744-E853724DC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281120BF-E556-05B7-2260-056B58880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D02A68DB-9FC1-324D-46B9-B29ABA178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BC3EC434-710E-2755-50A3-64B3F51B8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7711AA48-4BD5-E8EA-E231-95940B9AD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ADC112-2F4F-4519-A35B-1201C2F22F8B}" type="slidenum">
              <a:rPr lang="en-US" altLang="zh-CN" sz="1200" smtClean="0">
                <a:latin typeface="Arial" panose="020B0604020202020204" pitchFamily="34" charset="0"/>
              </a:rPr>
              <a:pPr/>
              <a:t>46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6DFE85BA-6A54-4FC3-579B-172D7EFC81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637D25E-5FDD-4EAB-993F-391DC0F33733}" type="slidenum">
              <a:rPr lang="en-US" altLang="zh-CN" sz="1200" smtClean="0">
                <a:latin typeface="Arial" panose="020B0604020202020204" pitchFamily="34" charset="0"/>
              </a:rPr>
              <a:pPr/>
              <a:t>63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EC932571-9CD7-7C39-2E06-079CB44AAB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EAB9F29-1D30-F40C-7BC1-5FD319268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举例，实际上为</a:t>
            </a:r>
            <a:r>
              <a:rPr lang="en-US" altLang="zh-CN"/>
              <a:t>3</a:t>
            </a:r>
            <a:r>
              <a:rPr lang="zh-CN" altLang="en-US"/>
              <a:t>位格雷码计数器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BBF9B05D-D9F1-E266-C899-F0BB346D23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4327587-D25B-4491-8A90-BC241B368052}" type="slidenum">
              <a:rPr lang="en-US" altLang="zh-CN" sz="1200" smtClean="0">
                <a:latin typeface="Arial" panose="020B0604020202020204" pitchFamily="34" charset="0"/>
              </a:rPr>
              <a:pPr/>
              <a:t>65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C1122F95-05C4-1334-5F23-5FD150599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6503B91-2FB2-35A6-74A9-469F2ACD5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举例，实际上为</a:t>
            </a:r>
            <a:r>
              <a:rPr lang="en-US" altLang="zh-CN"/>
              <a:t>3</a:t>
            </a:r>
            <a:r>
              <a:rPr lang="zh-CN" altLang="en-US"/>
              <a:t>位格雷码计数器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B5EC957-F1AA-820E-2CF3-7D79FD93E0C3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40075D0-4AC6-2ED6-ABFE-C70805751F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EA5AA523-BF49-5D3C-DA79-62F1F555D82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917 w 5184"/>
                  <a:gd name="T3" fmla="*/ 3159 h 3159"/>
                  <a:gd name="T4" fmla="*/ 5917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1EBB1A82-9A90-FAEE-DA82-F0D36E33C12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642 w 556"/>
                  <a:gd name="T5" fmla="*/ 3159 h 3159"/>
                  <a:gd name="T6" fmla="*/ 642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B15E3080-3299-6EB8-1EC0-AA46FE36D72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F5908C-6274-60C8-D001-3213DA7885A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94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94 w 251"/>
                <a:gd name="T7" fmla="*/ 12 h 12"/>
                <a:gd name="T8" fmla="*/ 294 w 251"/>
                <a:gd name="T9" fmla="*/ 0 h 12"/>
                <a:gd name="T10" fmla="*/ 294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FF9D1970-DAA9-45C5-1D33-485EC7A4504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459630952 w 251"/>
                <a:gd name="T5" fmla="*/ 12 h 12"/>
                <a:gd name="T6" fmla="*/ 459630952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312C8467-88C4-23E0-C73F-A70DAC8134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4A5A0E49-62DC-FFBE-F032-1E1125486AD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8639B82E-F1DF-6D79-3A99-4AF509761EF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24DC3B41-8F30-8872-5099-8D3F612D349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1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13 w 4724"/>
                  <a:gd name="T7" fmla="*/ 12 h 12"/>
                  <a:gd name="T8" fmla="*/ 5413 w 4724"/>
                  <a:gd name="T9" fmla="*/ 0 h 12"/>
                  <a:gd name="T10" fmla="*/ 541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C50880E4-20E5-CA53-B097-C3FFD2B1EBD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6187BBD8-995E-FEA7-3DA2-AB79E1D3897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BB37DFF5-DCF1-D2DE-A5EF-44D0C23EB5D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5CD7B2FA-0719-3501-491C-00C3DBCBED3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4B276276-75C2-5673-8EAD-1D2F3720D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25D7EF5E-3772-8383-97CE-9CF1A1C95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4F1B2-6EFF-4016-8BB2-148FD092B9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778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2AE21BE-2F39-D8A1-B24F-C127889D24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F4B3C517-699D-C287-96D2-55040F0B77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737006E-44A4-E151-5165-D317769E62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7FADF-E0A6-4933-8419-CA74551202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678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5B1FFE31-3A13-6AF8-899D-FE2F7A2971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48A960F9-A9E5-02E4-16E2-FD6B09DE48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1416DA4-094C-E0C4-B58F-8D1A889954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48FFB8-B95D-4493-9E59-1B12D07B4A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561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12F46FD4-0451-F630-701A-C4958A4ABE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41766EAF-90B9-2BA0-8569-1EEEF1BFDF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4B955C8D-D26B-3BD9-03A2-CB94AFB2D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7DDAA-B452-49DF-8136-697AFF1E4C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4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C8B07864-DD8D-9E72-2662-608D0AFFAC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479D6948-4071-835B-B918-5582ACD7D6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0CDB9D82-E47D-380E-1A2F-66F308F43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44F8B-67C7-4AE9-8D71-CEDF8B7C6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26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1129E8FD-148B-0044-90AC-58FFE11BCC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55A7BCF6-4691-CC24-35E3-ACAAF2E087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5F92553D-6ACA-20B2-EC20-2CA04EB8AB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CBA01-3746-4A05-B812-3C363CF8CC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040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7A3F9D0E-1FE1-9DA3-D5CB-9D7CAD3392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10CD4309-6635-5EBF-512F-F9A5E74D64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88E6D6DC-6958-D32E-4101-256345867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33B1D-3831-4553-B7E4-54A03B38D4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517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B7D25D4E-BA6C-3FE1-E4A8-0AA4E8003C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F0F2B3D1-6328-248B-AA7A-7EDB663D75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293F8074-BA25-6DA5-5B9D-60DBF9BE22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5D5D5-0058-4FF4-8754-C7347D723B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78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D36D1CE-EABA-146B-8E44-8B6DC48D55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6BD41BA-F547-EE87-0E27-6B4F38FAF8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F59D8210-6E2F-5ADE-D71E-C56D316F8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CE50C-5EE7-4D38-AAC4-B15AFCEEFA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4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69A0F0EE-27D5-DC56-9B01-B44C29783C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8E4C3F6-926F-7837-DFD6-7E9DE5C35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A481144D-175D-9525-628B-8F567116B9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4677A-FDB3-4D84-B94A-9C82766FB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348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61E20C81-70BC-8263-A1F2-8CF9DEADC7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EFE417ED-4107-BEE1-3EDB-D0AC21F851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71509415-9357-2589-60C1-88D7534A6B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FF0AB-BDF2-4DED-9EF3-F537DCFCAA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289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41E2610-7F9A-9D79-D807-C3F2A4CD2690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>
              <a:extLst>
                <a:ext uri="{FF2B5EF4-FFF2-40B4-BE49-F238E27FC236}">
                  <a16:creationId xmlns:a16="http://schemas.microsoft.com/office/drawing/2014/main" id="{C8D1693F-7720-B2AD-D1D4-E0E5C146D4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917 w 5184"/>
                <a:gd name="T3" fmla="*/ 3159 h 3159"/>
                <a:gd name="T4" fmla="*/ 5917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4">
              <a:extLst>
                <a:ext uri="{FF2B5EF4-FFF2-40B4-BE49-F238E27FC236}">
                  <a16:creationId xmlns:a16="http://schemas.microsoft.com/office/drawing/2014/main" id="{D35C7FDC-7D3F-B4A1-CD49-F50117E403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642 w 556"/>
                <a:gd name="T5" fmla="*/ 3159 h 3159"/>
                <a:gd name="T6" fmla="*/ 642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" name="Group 5">
              <a:extLst>
                <a:ext uri="{FF2B5EF4-FFF2-40B4-BE49-F238E27FC236}">
                  <a16:creationId xmlns:a16="http://schemas.microsoft.com/office/drawing/2014/main" id="{9B1960EB-9164-0237-7304-08596FA13A3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>
                <a:extLst>
                  <a:ext uri="{FF2B5EF4-FFF2-40B4-BE49-F238E27FC236}">
                    <a16:creationId xmlns:a16="http://schemas.microsoft.com/office/drawing/2014/main" id="{FFDA1BD9-6460-91B0-96B0-99B0F6BA344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">
                <a:extLst>
                  <a:ext uri="{FF2B5EF4-FFF2-40B4-BE49-F238E27FC236}">
                    <a16:creationId xmlns:a16="http://schemas.microsoft.com/office/drawing/2014/main" id="{E89D535B-DF43-05D2-F6D7-2559FCEF4737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8">
                <a:extLst>
                  <a:ext uri="{FF2B5EF4-FFF2-40B4-BE49-F238E27FC236}">
                    <a16:creationId xmlns:a16="http://schemas.microsoft.com/office/drawing/2014/main" id="{F464B0AC-B82F-55EA-B38D-013524BCDC9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1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13 w 4724"/>
                  <a:gd name="T7" fmla="*/ 12 h 12"/>
                  <a:gd name="T8" fmla="*/ 5413 w 4724"/>
                  <a:gd name="T9" fmla="*/ 0 h 12"/>
                  <a:gd name="T10" fmla="*/ 541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5DD15926-448B-ADB9-1F41-A4FF5B90BF3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10">
                <a:extLst>
                  <a:ext uri="{FF2B5EF4-FFF2-40B4-BE49-F238E27FC236}">
                    <a16:creationId xmlns:a16="http://schemas.microsoft.com/office/drawing/2014/main" id="{4404234C-F663-EA1A-8704-A3412FE5156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757726E3-ADAD-7177-9B74-638C8E796EC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041" name="Freeform 12">
                <a:extLst>
                  <a:ext uri="{FF2B5EF4-FFF2-40B4-BE49-F238E27FC236}">
                    <a16:creationId xmlns:a16="http://schemas.microsoft.com/office/drawing/2014/main" id="{D43C57EB-A659-8E3F-9348-0FA15F481D1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459630952 w 251"/>
                  <a:gd name="T5" fmla="*/ 12 h 12"/>
                  <a:gd name="T6" fmla="*/ 459630952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13">
                <a:extLst>
                  <a:ext uri="{FF2B5EF4-FFF2-40B4-BE49-F238E27FC236}">
                    <a16:creationId xmlns:a16="http://schemas.microsoft.com/office/drawing/2014/main" id="{08F91EC0-F595-1C22-0A77-9BC270042C6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94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94 w 251"/>
                  <a:gd name="T7" fmla="*/ 12 h 12"/>
                  <a:gd name="T8" fmla="*/ 294 w 251"/>
                  <a:gd name="T9" fmla="*/ 0 h 12"/>
                  <a:gd name="T10" fmla="*/ 294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71EFE772-BD60-5F0F-DDE3-469F2467F01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8207" name="Rectangle 15">
            <a:extLst>
              <a:ext uri="{FF2B5EF4-FFF2-40B4-BE49-F238E27FC236}">
                <a16:creationId xmlns:a16="http://schemas.microsoft.com/office/drawing/2014/main" id="{13170EBB-BE88-E61A-6F5A-1AE89FDBF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1A50B730-11BB-190D-5252-ECC5EA201A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4014E69A-D907-03C3-7C4C-5FD2B67483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2545309E-A7D4-7BEC-14E5-E3EB6141C0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6A55AC2E-78C1-6C12-AA12-53620E59C4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1CC8B558-A534-4E95-A119-C566889AB8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76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>
            <a:extLst>
              <a:ext uri="{FF2B5EF4-FFF2-40B4-BE49-F238E27FC236}">
                <a16:creationId xmlns:a16="http://schemas.microsoft.com/office/drawing/2014/main" id="{C43830DF-7E9E-DD9F-AA60-09FEDF28E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438" y="74613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作业</a:t>
            </a:r>
          </a:p>
        </p:txBody>
      </p:sp>
      <p:sp>
        <p:nvSpPr>
          <p:cNvPr id="591875" name="Rectangle 3">
            <a:extLst>
              <a:ext uri="{FF2B5EF4-FFF2-40B4-BE49-F238E27FC236}">
                <a16:creationId xmlns:a16="http://schemas.microsoft.com/office/drawing/2014/main" id="{A3EEBFDF-86F2-019D-BF8C-3A71A0E0F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93738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5.30</a:t>
            </a:r>
            <a:r>
              <a:rPr lang="zh-CN" altLang="en-US" dirty="0"/>
              <a:t>，</a:t>
            </a:r>
            <a:r>
              <a:rPr lang="en-US" altLang="zh-CN" dirty="0"/>
              <a:t>5.32</a:t>
            </a:r>
            <a:r>
              <a:rPr lang="zh-CN" altLang="en-US" dirty="0"/>
              <a:t>，</a:t>
            </a:r>
            <a:r>
              <a:rPr lang="en-US" altLang="zh-CN" dirty="0"/>
              <a:t>5.33</a:t>
            </a:r>
          </a:p>
          <a:p>
            <a:pPr eaLnBrk="1" hangingPunct="1">
              <a:defRPr/>
            </a:pPr>
            <a:r>
              <a:rPr lang="zh-CN" altLang="en-US" dirty="0"/>
              <a:t>分别用</a:t>
            </a:r>
            <a:r>
              <a:rPr lang="en-US" altLang="zh-CN" dirty="0"/>
              <a:t>D</a:t>
            </a:r>
            <a:r>
              <a:rPr lang="zh-CN" altLang="en-US" dirty="0"/>
              <a:t>触发器和</a:t>
            </a:r>
            <a:r>
              <a:rPr lang="en-US" altLang="zh-CN" dirty="0"/>
              <a:t>JK</a:t>
            </a:r>
            <a:r>
              <a:rPr lang="zh-CN" altLang="en-US" dirty="0"/>
              <a:t>触发器设计一个</a:t>
            </a:r>
            <a:r>
              <a:rPr lang="en-US" altLang="zh-CN" dirty="0"/>
              <a:t>4</a:t>
            </a:r>
            <a:r>
              <a:rPr lang="zh-CN" altLang="en-US" dirty="0"/>
              <a:t>位可变模数计数器，状态图如图所示。</a:t>
            </a:r>
          </a:p>
        </p:txBody>
      </p:sp>
      <p:sp>
        <p:nvSpPr>
          <p:cNvPr id="121" name="灯片编号占位符 5">
            <a:extLst>
              <a:ext uri="{FF2B5EF4-FFF2-40B4-BE49-F238E27FC236}">
                <a16:creationId xmlns:a16="http://schemas.microsoft.com/office/drawing/2014/main" id="{DBC0D094-0538-CE73-09DA-9E0A7739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E4295E7-498D-4732-BC9C-C16ABCB73F31}" type="slidenum">
              <a:rPr lang="en-US" altLang="zh-CN" sz="1000" smtClean="0"/>
              <a:pPr>
                <a:defRPr/>
              </a:pPr>
              <a:t>1</a:t>
            </a:fld>
            <a:endParaRPr lang="en-US" altLang="zh-CN" sz="1000"/>
          </a:p>
        </p:txBody>
      </p:sp>
      <p:grpSp>
        <p:nvGrpSpPr>
          <p:cNvPr id="4101" name="组合 1">
            <a:extLst>
              <a:ext uri="{FF2B5EF4-FFF2-40B4-BE49-F238E27FC236}">
                <a16:creationId xmlns:a16="http://schemas.microsoft.com/office/drawing/2014/main" id="{0A34B7D8-8C19-23F9-6C54-C0A6C6108618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505075"/>
            <a:ext cx="8991600" cy="3378200"/>
            <a:chOff x="76200" y="2505075"/>
            <a:chExt cx="8991600" cy="3378200"/>
          </a:xfrm>
        </p:grpSpPr>
        <p:grpSp>
          <p:nvGrpSpPr>
            <p:cNvPr id="4102" name="Group 122">
              <a:extLst>
                <a:ext uri="{FF2B5EF4-FFF2-40B4-BE49-F238E27FC236}">
                  <a16:creationId xmlns:a16="http://schemas.microsoft.com/office/drawing/2014/main" id="{A4249457-C718-7886-F91E-07FB6B731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2505075"/>
              <a:ext cx="8991600" cy="384175"/>
              <a:chOff x="48" y="1578"/>
              <a:chExt cx="5664" cy="242"/>
            </a:xfrm>
          </p:grpSpPr>
          <p:sp>
            <p:nvSpPr>
              <p:cNvPr id="4188" name="Text Box 5">
                <a:extLst>
                  <a:ext uri="{FF2B5EF4-FFF2-40B4-BE49-F238E27FC236}">
                    <a16:creationId xmlns:a16="http://schemas.microsoft.com/office/drawing/2014/main" id="{E39FAA62-0649-D0CA-0A74-4CE0B57C3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584"/>
                <a:ext cx="1392" cy="2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4189" name="Text Box 6">
                <a:extLst>
                  <a:ext uri="{FF2B5EF4-FFF2-40B4-BE49-F238E27FC236}">
                    <a16:creationId xmlns:a16="http://schemas.microsoft.com/office/drawing/2014/main" id="{B42EF66F-FE1D-EC22-4D22-0D2C7C28B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0001</a:t>
                </a:r>
              </a:p>
            </p:txBody>
          </p:sp>
          <p:sp>
            <p:nvSpPr>
              <p:cNvPr id="4190" name="Text Box 7">
                <a:extLst>
                  <a:ext uri="{FF2B5EF4-FFF2-40B4-BE49-F238E27FC236}">
                    <a16:creationId xmlns:a16="http://schemas.microsoft.com/office/drawing/2014/main" id="{5D0CA1AD-50AC-5E36-EC86-1D97E9B595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0010</a:t>
                </a:r>
              </a:p>
            </p:txBody>
          </p:sp>
          <p:sp>
            <p:nvSpPr>
              <p:cNvPr id="4191" name="Text Box 8">
                <a:extLst>
                  <a:ext uri="{FF2B5EF4-FFF2-40B4-BE49-F238E27FC236}">
                    <a16:creationId xmlns:a16="http://schemas.microsoft.com/office/drawing/2014/main" id="{559EF7B5-B67C-0312-1F4E-C532616BE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4192" name="Line 9">
                <a:extLst>
                  <a:ext uri="{FF2B5EF4-FFF2-40B4-BE49-F238E27FC236}">
                    <a16:creationId xmlns:a16="http://schemas.microsoft.com/office/drawing/2014/main" id="{662FB2AD-F622-C65C-CDD9-DFFD6BCE0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168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3" name="Line 10">
                <a:extLst>
                  <a:ext uri="{FF2B5EF4-FFF2-40B4-BE49-F238E27FC236}">
                    <a16:creationId xmlns:a16="http://schemas.microsoft.com/office/drawing/2014/main" id="{C01D9DE0-8C80-0B3E-47E3-866B264BF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4" name="Line 11">
                <a:extLst>
                  <a:ext uri="{FF2B5EF4-FFF2-40B4-BE49-F238E27FC236}">
                    <a16:creationId xmlns:a16="http://schemas.microsoft.com/office/drawing/2014/main" id="{14446FCF-CC3C-477C-718B-F267F453F4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5" name="Text Box 12">
                <a:extLst>
                  <a:ext uri="{FF2B5EF4-FFF2-40B4-BE49-F238E27FC236}">
                    <a16:creationId xmlns:a16="http://schemas.microsoft.com/office/drawing/2014/main" id="{CB463575-779C-32CA-FDE8-9EA7E90B6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1101</a:t>
                </a:r>
              </a:p>
            </p:txBody>
          </p:sp>
          <p:sp>
            <p:nvSpPr>
              <p:cNvPr id="4196" name="Text Box 13">
                <a:extLst>
                  <a:ext uri="{FF2B5EF4-FFF2-40B4-BE49-F238E27FC236}">
                    <a16:creationId xmlns:a16="http://schemas.microsoft.com/office/drawing/2014/main" id="{F216D7DE-4A5F-627C-9AAE-92C52FBD4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</a:p>
            </p:txBody>
          </p:sp>
          <p:sp>
            <p:nvSpPr>
              <p:cNvPr id="4197" name="Text Box 14">
                <a:extLst>
                  <a:ext uri="{FF2B5EF4-FFF2-40B4-BE49-F238E27FC236}">
                    <a16:creationId xmlns:a16="http://schemas.microsoft.com/office/drawing/2014/main" id="{C5781169-3CD6-C6DE-1789-DAC9D4A46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</a:p>
            </p:txBody>
          </p:sp>
          <p:sp>
            <p:nvSpPr>
              <p:cNvPr id="4198" name="Line 15">
                <a:extLst>
                  <a:ext uri="{FF2B5EF4-FFF2-40B4-BE49-F238E27FC236}">
                    <a16:creationId xmlns:a16="http://schemas.microsoft.com/office/drawing/2014/main" id="{D920BCF6-B7F9-21B5-8DC7-39377A914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" name="Line 16">
                <a:extLst>
                  <a:ext uri="{FF2B5EF4-FFF2-40B4-BE49-F238E27FC236}">
                    <a16:creationId xmlns:a16="http://schemas.microsoft.com/office/drawing/2014/main" id="{57CD4997-31DA-F847-3B2E-D61F2D88F7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6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0" name="Line 17">
                <a:extLst>
                  <a:ext uri="{FF2B5EF4-FFF2-40B4-BE49-F238E27FC236}">
                    <a16:creationId xmlns:a16="http://schemas.microsoft.com/office/drawing/2014/main" id="{FF3F9BC4-92F0-CADE-BDD5-2E068542C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" name="Text Box 18">
                <a:extLst>
                  <a:ext uri="{FF2B5EF4-FFF2-40B4-BE49-F238E27FC236}">
                    <a16:creationId xmlns:a16="http://schemas.microsoft.com/office/drawing/2014/main" id="{B4C722E4-6352-EA16-ADE0-D07679298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1100</a:t>
                </a:r>
              </a:p>
            </p:txBody>
          </p:sp>
          <p:sp>
            <p:nvSpPr>
              <p:cNvPr id="4202" name="Line 19">
                <a:extLst>
                  <a:ext uri="{FF2B5EF4-FFF2-40B4-BE49-F238E27FC236}">
                    <a16:creationId xmlns:a16="http://schemas.microsoft.com/office/drawing/2014/main" id="{2B52EBD0-5D88-A4E5-991B-F3FCDC34E8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03" name="Group 123">
              <a:extLst>
                <a:ext uri="{FF2B5EF4-FFF2-40B4-BE49-F238E27FC236}">
                  <a16:creationId xmlns:a16="http://schemas.microsoft.com/office/drawing/2014/main" id="{FE952FBD-F5EF-DC0A-88C7-50CEED766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5559425"/>
              <a:ext cx="8991600" cy="323850"/>
              <a:chOff x="48" y="3502"/>
              <a:chExt cx="5664" cy="204"/>
            </a:xfrm>
          </p:grpSpPr>
          <p:sp>
            <p:nvSpPr>
              <p:cNvPr id="4173" name="Text Box 41">
                <a:extLst>
                  <a:ext uri="{FF2B5EF4-FFF2-40B4-BE49-F238E27FC236}">
                    <a16:creationId xmlns:a16="http://schemas.microsoft.com/office/drawing/2014/main" id="{759FDF8E-4B30-7891-378C-4BD9DFDDFF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0110</a:t>
                </a:r>
              </a:p>
            </p:txBody>
          </p:sp>
          <p:sp>
            <p:nvSpPr>
              <p:cNvPr id="4174" name="Text Box 42">
                <a:extLst>
                  <a:ext uri="{FF2B5EF4-FFF2-40B4-BE49-F238E27FC236}">
                    <a16:creationId xmlns:a16="http://schemas.microsoft.com/office/drawing/2014/main" id="{BDEDC37C-3667-27EA-E013-6985E8FB0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4175" name="Text Box 43">
                <a:extLst>
                  <a:ext uri="{FF2B5EF4-FFF2-40B4-BE49-F238E27FC236}">
                    <a16:creationId xmlns:a16="http://schemas.microsoft.com/office/drawing/2014/main" id="{9DA36483-B097-B0AD-C59D-DB299669F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4176" name="Line 44">
                <a:extLst>
                  <a:ext uri="{FF2B5EF4-FFF2-40B4-BE49-F238E27FC236}">
                    <a16:creationId xmlns:a16="http://schemas.microsoft.com/office/drawing/2014/main" id="{6F9883E9-0AF5-AFDF-55AD-AD8712EEE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604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7" name="Line 45">
                <a:extLst>
                  <a:ext uri="{FF2B5EF4-FFF2-40B4-BE49-F238E27FC236}">
                    <a16:creationId xmlns:a16="http://schemas.microsoft.com/office/drawing/2014/main" id="{7F730449-54F8-D62C-5D8C-3BB161858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8" name="Line 46">
                <a:extLst>
                  <a:ext uri="{FF2B5EF4-FFF2-40B4-BE49-F238E27FC236}">
                    <a16:creationId xmlns:a16="http://schemas.microsoft.com/office/drawing/2014/main" id="{03ED01CA-4D41-3122-226C-2962F1C08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9" name="Text Box 47">
                <a:extLst>
                  <a:ext uri="{FF2B5EF4-FFF2-40B4-BE49-F238E27FC236}">
                    <a16:creationId xmlns:a16="http://schemas.microsoft.com/office/drawing/2014/main" id="{936D6164-5416-C23B-2633-0C581C869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1010</a:t>
                </a:r>
              </a:p>
            </p:txBody>
          </p:sp>
          <p:sp>
            <p:nvSpPr>
              <p:cNvPr id="4180" name="Text Box 48">
                <a:extLst>
                  <a:ext uri="{FF2B5EF4-FFF2-40B4-BE49-F238E27FC236}">
                    <a16:creationId xmlns:a16="http://schemas.microsoft.com/office/drawing/2014/main" id="{FF2A38AA-5D12-F26A-91F8-0ABC847B21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4181" name="Text Box 49">
                <a:extLst>
                  <a:ext uri="{FF2B5EF4-FFF2-40B4-BE49-F238E27FC236}">
                    <a16:creationId xmlns:a16="http://schemas.microsoft.com/office/drawing/2014/main" id="{68142A35-44B1-5580-EF40-8A58EDAC0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4182" name="Line 50">
                <a:extLst>
                  <a:ext uri="{FF2B5EF4-FFF2-40B4-BE49-F238E27FC236}">
                    <a16:creationId xmlns:a16="http://schemas.microsoft.com/office/drawing/2014/main" id="{BAAD70A2-2794-6385-E40B-BA032DB82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3" name="Line 51">
                <a:extLst>
                  <a:ext uri="{FF2B5EF4-FFF2-40B4-BE49-F238E27FC236}">
                    <a16:creationId xmlns:a16="http://schemas.microsoft.com/office/drawing/2014/main" id="{78BE7920-20AD-7C8C-8EE7-C97FDA981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4" name="Line 52">
                <a:extLst>
                  <a:ext uri="{FF2B5EF4-FFF2-40B4-BE49-F238E27FC236}">
                    <a16:creationId xmlns:a16="http://schemas.microsoft.com/office/drawing/2014/main" id="{8B7E2195-3795-50C0-F3EC-1D759C109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5" name="Text Box 53">
                <a:extLst>
                  <a:ext uri="{FF2B5EF4-FFF2-40B4-BE49-F238E27FC236}">
                    <a16:creationId xmlns:a16="http://schemas.microsoft.com/office/drawing/2014/main" id="{1333DF0D-8503-2F48-60B5-274B5F5FB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1011</a:t>
                </a:r>
              </a:p>
            </p:txBody>
          </p:sp>
          <p:sp>
            <p:nvSpPr>
              <p:cNvPr id="4186" name="Line 54">
                <a:extLst>
                  <a:ext uri="{FF2B5EF4-FFF2-40B4-BE49-F238E27FC236}">
                    <a16:creationId xmlns:a16="http://schemas.microsoft.com/office/drawing/2014/main" id="{050383AF-13B3-9A3B-9049-A0B592B83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7" name="Text Box 55">
                <a:extLst>
                  <a:ext uri="{FF2B5EF4-FFF2-40B4-BE49-F238E27FC236}">
                    <a16:creationId xmlns:a16="http://schemas.microsoft.com/office/drawing/2014/main" id="{5F6A6298-70FA-DB80-8249-69B48106F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3504"/>
                <a:ext cx="1392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0111</a:t>
                </a:r>
              </a:p>
            </p:txBody>
          </p:sp>
        </p:grpSp>
        <p:sp>
          <p:nvSpPr>
            <p:cNvPr id="4104" name="Line 56">
              <a:extLst>
                <a:ext uri="{FF2B5EF4-FFF2-40B4-BE49-F238E27FC236}">
                  <a16:creationId xmlns:a16="http://schemas.microsoft.com/office/drawing/2014/main" id="{4F5AA437-BBB4-FB73-9EA9-D0FB20282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5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5" name="Line 57">
              <a:extLst>
                <a:ext uri="{FF2B5EF4-FFF2-40B4-BE49-F238E27FC236}">
                  <a16:creationId xmlns:a16="http://schemas.microsoft.com/office/drawing/2014/main" id="{16C3A640-EF3B-5B9F-59FC-75F513F6F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6" name="Group 81">
              <a:extLst>
                <a:ext uri="{FF2B5EF4-FFF2-40B4-BE49-F238E27FC236}">
                  <a16:creationId xmlns:a16="http://schemas.microsoft.com/office/drawing/2014/main" id="{014D95A1-8548-B071-6DEA-A727989535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7400" y="2819400"/>
              <a:ext cx="914400" cy="381000"/>
              <a:chOff x="3696" y="1776"/>
              <a:chExt cx="576" cy="240"/>
            </a:xfrm>
          </p:grpSpPr>
          <p:sp>
            <p:nvSpPr>
              <p:cNvPr id="4170" name="Line 20">
                <a:extLst>
                  <a:ext uri="{FF2B5EF4-FFF2-40B4-BE49-F238E27FC236}">
                    <a16:creationId xmlns:a16="http://schemas.microsoft.com/office/drawing/2014/main" id="{DF74BEB7-AABE-548E-873D-8A1F0D568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82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1" name="Line 34">
                <a:extLst>
                  <a:ext uri="{FF2B5EF4-FFF2-40B4-BE49-F238E27FC236}">
                    <a16:creationId xmlns:a16="http://schemas.microsoft.com/office/drawing/2014/main" id="{86C83AF4-BCAF-AB22-DBEA-B621B0EB3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7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2" name="Line 35">
                <a:extLst>
                  <a:ext uri="{FF2B5EF4-FFF2-40B4-BE49-F238E27FC236}">
                    <a16:creationId xmlns:a16="http://schemas.microsoft.com/office/drawing/2014/main" id="{C33E542A-E976-030D-E171-B1EEF5EBD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201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07" name="Text Box 94">
              <a:extLst>
                <a:ext uri="{FF2B5EF4-FFF2-40B4-BE49-F238E27FC236}">
                  <a16:creationId xmlns:a16="http://schemas.microsoft.com/office/drawing/2014/main" id="{899D6EF6-7EED-265E-2A6D-577E60666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4108" name="Group 82">
              <a:extLst>
                <a:ext uri="{FF2B5EF4-FFF2-40B4-BE49-F238E27FC236}">
                  <a16:creationId xmlns:a16="http://schemas.microsoft.com/office/drawing/2014/main" id="{497BB15E-12F6-1C0E-A374-026CB4CFF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2819400"/>
              <a:ext cx="2057400" cy="609600"/>
              <a:chOff x="3600" y="1776"/>
              <a:chExt cx="1296" cy="384"/>
            </a:xfrm>
          </p:grpSpPr>
          <p:sp>
            <p:nvSpPr>
              <p:cNvPr id="4167" name="Line 21">
                <a:extLst>
                  <a:ext uri="{FF2B5EF4-FFF2-40B4-BE49-F238E27FC236}">
                    <a16:creationId xmlns:a16="http://schemas.microsoft.com/office/drawing/2014/main" id="{A3B123D4-24A6-39CD-D5DB-32AE3169B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82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8" name="Line 36">
                <a:extLst>
                  <a:ext uri="{FF2B5EF4-FFF2-40B4-BE49-F238E27FC236}">
                    <a16:creationId xmlns:a16="http://schemas.microsoft.com/office/drawing/2014/main" id="{5F5E491F-0A29-14DE-57AC-6C736400D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9" name="Line 37">
                <a:extLst>
                  <a:ext uri="{FF2B5EF4-FFF2-40B4-BE49-F238E27FC236}">
                    <a16:creationId xmlns:a16="http://schemas.microsoft.com/office/drawing/2014/main" id="{92151530-90CB-D2D1-5DF0-217783A18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0" y="2160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09" name="Text Box 95">
              <a:extLst>
                <a:ext uri="{FF2B5EF4-FFF2-40B4-BE49-F238E27FC236}">
                  <a16:creationId xmlns:a16="http://schemas.microsoft.com/office/drawing/2014/main" id="{1D2E82B3-3372-4EE1-21A0-9F9283960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4110" name="Group 83">
              <a:extLst>
                <a:ext uri="{FF2B5EF4-FFF2-40B4-BE49-F238E27FC236}">
                  <a16:creationId xmlns:a16="http://schemas.microsoft.com/office/drawing/2014/main" id="{DFE8A410-DC3D-9EBC-E282-EE046B7635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819400"/>
              <a:ext cx="2971800" cy="838200"/>
              <a:chOff x="3504" y="1776"/>
              <a:chExt cx="1872" cy="528"/>
            </a:xfrm>
          </p:grpSpPr>
          <p:sp>
            <p:nvSpPr>
              <p:cNvPr id="4164" name="Line 22">
                <a:extLst>
                  <a:ext uri="{FF2B5EF4-FFF2-40B4-BE49-F238E27FC236}">
                    <a16:creationId xmlns:a16="http://schemas.microsoft.com/office/drawing/2014/main" id="{6E15D8E8-868D-D554-DB5A-CD0AC8D09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82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5" name="Line 38">
                <a:extLst>
                  <a:ext uri="{FF2B5EF4-FFF2-40B4-BE49-F238E27FC236}">
                    <a16:creationId xmlns:a16="http://schemas.microsoft.com/office/drawing/2014/main" id="{EC9D43EF-643A-8DBA-AA0E-58F70B0E1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1776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6" name="Line 39">
                <a:extLst>
                  <a:ext uri="{FF2B5EF4-FFF2-40B4-BE49-F238E27FC236}">
                    <a16:creationId xmlns:a16="http://schemas.microsoft.com/office/drawing/2014/main" id="{B09500E4-CB76-817C-84B1-36681A1B6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04" y="2304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1" name="Text Box 96">
              <a:extLst>
                <a:ext uri="{FF2B5EF4-FFF2-40B4-BE49-F238E27FC236}">
                  <a16:creationId xmlns:a16="http://schemas.microsoft.com/office/drawing/2014/main" id="{A17D2470-EC4A-110F-2AA5-9DAD67C5B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</a:p>
          </p:txBody>
        </p:sp>
        <p:grpSp>
          <p:nvGrpSpPr>
            <p:cNvPr id="4112" name="Group 84">
              <a:extLst>
                <a:ext uri="{FF2B5EF4-FFF2-40B4-BE49-F238E27FC236}">
                  <a16:creationId xmlns:a16="http://schemas.microsoft.com/office/drawing/2014/main" id="{CF0F23AB-53C9-72FD-8BE0-9153407041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2895600"/>
              <a:ext cx="3200400" cy="2667000"/>
              <a:chOff x="3408" y="1824"/>
              <a:chExt cx="2016" cy="1680"/>
            </a:xfrm>
          </p:grpSpPr>
          <p:sp>
            <p:nvSpPr>
              <p:cNvPr id="4161" name="Line 23">
                <a:extLst>
                  <a:ext uri="{FF2B5EF4-FFF2-40B4-BE49-F238E27FC236}">
                    <a16:creationId xmlns:a16="http://schemas.microsoft.com/office/drawing/2014/main" id="{B224885D-18C2-F8F0-D1E8-708E973CB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2" name="Line 58">
                <a:extLst>
                  <a:ext uri="{FF2B5EF4-FFF2-40B4-BE49-F238E27FC236}">
                    <a16:creationId xmlns:a16="http://schemas.microsoft.com/office/drawing/2014/main" id="{E4B35094-4ABC-0569-8F86-B98829594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448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3" name="Line 59">
                <a:extLst>
                  <a:ext uri="{FF2B5EF4-FFF2-40B4-BE49-F238E27FC236}">
                    <a16:creationId xmlns:a16="http://schemas.microsoft.com/office/drawing/2014/main" id="{42453000-0627-2DE7-AC74-BCC5EFA67B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244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3" name="Text Box 97">
              <a:extLst>
                <a:ext uri="{FF2B5EF4-FFF2-40B4-BE49-F238E27FC236}">
                  <a16:creationId xmlns:a16="http://schemas.microsoft.com/office/drawing/2014/main" id="{A372A1CE-5AA7-6806-319C-992252716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5</a:t>
              </a:r>
            </a:p>
          </p:txBody>
        </p:sp>
        <p:grpSp>
          <p:nvGrpSpPr>
            <p:cNvPr id="4114" name="Group 85">
              <a:extLst>
                <a:ext uri="{FF2B5EF4-FFF2-40B4-BE49-F238E27FC236}">
                  <a16:creationId xmlns:a16="http://schemas.microsoft.com/office/drawing/2014/main" id="{C02CD10D-F2A5-23A2-858A-71096F2D2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7800" y="2895600"/>
              <a:ext cx="2514600" cy="2667000"/>
              <a:chOff x="3312" y="1824"/>
              <a:chExt cx="1584" cy="1680"/>
            </a:xfrm>
          </p:grpSpPr>
          <p:sp>
            <p:nvSpPr>
              <p:cNvPr id="4158" name="Line 24">
                <a:extLst>
                  <a:ext uri="{FF2B5EF4-FFF2-40B4-BE49-F238E27FC236}">
                    <a16:creationId xmlns:a16="http://schemas.microsoft.com/office/drawing/2014/main" id="{3EA2EE9F-E608-B69F-E34C-1681B5F140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9" name="Line 60">
                <a:extLst>
                  <a:ext uri="{FF2B5EF4-FFF2-40B4-BE49-F238E27FC236}">
                    <a16:creationId xmlns:a16="http://schemas.microsoft.com/office/drawing/2014/main" id="{4B51AF38-8073-8346-F9A3-79AA31DB3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0" name="Line 61">
                <a:extLst>
                  <a:ext uri="{FF2B5EF4-FFF2-40B4-BE49-F238E27FC236}">
                    <a16:creationId xmlns:a16="http://schemas.microsoft.com/office/drawing/2014/main" id="{16135176-F256-441E-BFB1-47BFCEAEA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59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5" name="Text Box 98">
              <a:extLst>
                <a:ext uri="{FF2B5EF4-FFF2-40B4-BE49-F238E27FC236}">
                  <a16:creationId xmlns:a16="http://schemas.microsoft.com/office/drawing/2014/main" id="{8ED60DCE-DC30-FFCB-CB1A-08ACD43D2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6</a:t>
              </a:r>
            </a:p>
          </p:txBody>
        </p:sp>
        <p:grpSp>
          <p:nvGrpSpPr>
            <p:cNvPr id="4116" name="Group 86">
              <a:extLst>
                <a:ext uri="{FF2B5EF4-FFF2-40B4-BE49-F238E27FC236}">
                  <a16:creationId xmlns:a16="http://schemas.microsoft.com/office/drawing/2014/main" id="{2E609F71-4559-8DE2-3A28-031C04692F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400" y="2895600"/>
              <a:ext cx="1752600" cy="2667000"/>
              <a:chOff x="3216" y="1824"/>
              <a:chExt cx="1104" cy="1680"/>
            </a:xfrm>
          </p:grpSpPr>
          <p:sp>
            <p:nvSpPr>
              <p:cNvPr id="4155" name="Line 25">
                <a:extLst>
                  <a:ext uri="{FF2B5EF4-FFF2-40B4-BE49-F238E27FC236}">
                    <a16:creationId xmlns:a16="http://schemas.microsoft.com/office/drawing/2014/main" id="{426055BB-A3AB-91EE-CC9A-6C77B853E4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82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6" name="Line 62">
                <a:extLst>
                  <a:ext uri="{FF2B5EF4-FFF2-40B4-BE49-F238E27FC236}">
                    <a16:creationId xmlns:a16="http://schemas.microsoft.com/office/drawing/2014/main" id="{0CC02D08-ADD8-EFE8-FEE2-F036E9767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73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7" name="Line 64">
                <a:extLst>
                  <a:ext uri="{FF2B5EF4-FFF2-40B4-BE49-F238E27FC236}">
                    <a16:creationId xmlns:a16="http://schemas.microsoft.com/office/drawing/2014/main" id="{DE76F7CB-C014-6336-39CA-1775E0ADA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736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7" name="Text Box 99">
              <a:extLst>
                <a:ext uri="{FF2B5EF4-FFF2-40B4-BE49-F238E27FC236}">
                  <a16:creationId xmlns:a16="http://schemas.microsoft.com/office/drawing/2014/main" id="{9FA3285D-9BF9-BD42-C9D7-4678BC112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4118" name="Line 26">
              <a:extLst>
                <a:ext uri="{FF2B5EF4-FFF2-40B4-BE49-F238E27FC236}">
                  <a16:creationId xmlns:a16="http://schemas.microsoft.com/office/drawing/2014/main" id="{D438746E-1B61-834C-7124-190D3AF0B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895600"/>
              <a:ext cx="0" cy="266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9" name="Text Box 100">
              <a:extLst>
                <a:ext uri="{FF2B5EF4-FFF2-40B4-BE49-F238E27FC236}">
                  <a16:creationId xmlns:a16="http://schemas.microsoft.com/office/drawing/2014/main" id="{573DA65D-CC44-F276-3337-C66DBA702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8</a:t>
              </a:r>
            </a:p>
          </p:txBody>
        </p:sp>
        <p:grpSp>
          <p:nvGrpSpPr>
            <p:cNvPr id="4120" name="Group 87">
              <a:extLst>
                <a:ext uri="{FF2B5EF4-FFF2-40B4-BE49-F238E27FC236}">
                  <a16:creationId xmlns:a16="http://schemas.microsoft.com/office/drawing/2014/main" id="{F33BE12A-CA39-DFB3-0137-011B3B7633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2895600"/>
              <a:ext cx="1676400" cy="2667000"/>
              <a:chOff x="1968" y="1824"/>
              <a:chExt cx="1056" cy="1680"/>
            </a:xfrm>
          </p:grpSpPr>
          <p:sp>
            <p:nvSpPr>
              <p:cNvPr id="4152" name="Line 27">
                <a:extLst>
                  <a:ext uri="{FF2B5EF4-FFF2-40B4-BE49-F238E27FC236}">
                    <a16:creationId xmlns:a16="http://schemas.microsoft.com/office/drawing/2014/main" id="{E0712074-5F0D-BE47-7BEA-E16DF4C92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1824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3" name="Line 79">
                <a:extLst>
                  <a:ext uri="{FF2B5EF4-FFF2-40B4-BE49-F238E27FC236}">
                    <a16:creationId xmlns:a16="http://schemas.microsoft.com/office/drawing/2014/main" id="{AF28BB33-CE07-428C-F8F4-B5BFCD3FB2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68" y="292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4" name="Line 80">
                <a:extLst>
                  <a:ext uri="{FF2B5EF4-FFF2-40B4-BE49-F238E27FC236}">
                    <a16:creationId xmlns:a16="http://schemas.microsoft.com/office/drawing/2014/main" id="{D367AC9C-A6E9-49F6-8A46-FD8AE28C6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92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1" name="Text Box 101">
              <a:extLst>
                <a:ext uri="{FF2B5EF4-FFF2-40B4-BE49-F238E27FC236}">
                  <a16:creationId xmlns:a16="http://schemas.microsoft.com/office/drawing/2014/main" id="{AAE11DBA-F8EF-E83C-88C6-B7B8E377F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9</a:t>
              </a:r>
            </a:p>
          </p:txBody>
        </p:sp>
        <p:grpSp>
          <p:nvGrpSpPr>
            <p:cNvPr id="4122" name="Group 88">
              <a:extLst>
                <a:ext uri="{FF2B5EF4-FFF2-40B4-BE49-F238E27FC236}">
                  <a16:creationId xmlns:a16="http://schemas.microsoft.com/office/drawing/2014/main" id="{3E09141C-9583-D777-E206-FB5F4A184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2895600"/>
              <a:ext cx="2438400" cy="2667000"/>
              <a:chOff x="1392" y="1824"/>
              <a:chExt cx="1536" cy="1680"/>
            </a:xfrm>
          </p:grpSpPr>
          <p:sp>
            <p:nvSpPr>
              <p:cNvPr id="4149" name="Line 28">
                <a:extLst>
                  <a:ext uri="{FF2B5EF4-FFF2-40B4-BE49-F238E27FC236}">
                    <a16:creationId xmlns:a16="http://schemas.microsoft.com/office/drawing/2014/main" id="{92ADE021-F52B-DDAF-7FF1-BDC30C217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0" name="Line 77">
                <a:extLst>
                  <a:ext uri="{FF2B5EF4-FFF2-40B4-BE49-F238E27FC236}">
                    <a16:creationId xmlns:a16="http://schemas.microsoft.com/office/drawing/2014/main" id="{6622DC15-11A9-3A8B-07BC-17AAC4F2F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278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1" name="Line 78">
                <a:extLst>
                  <a:ext uri="{FF2B5EF4-FFF2-40B4-BE49-F238E27FC236}">
                    <a16:creationId xmlns:a16="http://schemas.microsoft.com/office/drawing/2014/main" id="{28DE54AF-2BD9-97CB-18C3-D260813C8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78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3" name="Text Box 102">
              <a:extLst>
                <a:ext uri="{FF2B5EF4-FFF2-40B4-BE49-F238E27FC236}">
                  <a16:creationId xmlns:a16="http://schemas.microsoft.com/office/drawing/2014/main" id="{A5E724E6-FFC0-734B-5F21-1EA6B4F1B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4124" name="Group 89">
              <a:extLst>
                <a:ext uri="{FF2B5EF4-FFF2-40B4-BE49-F238E27FC236}">
                  <a16:creationId xmlns:a16="http://schemas.microsoft.com/office/drawing/2014/main" id="{79BA5160-A4CA-8F82-67FE-110882B89F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2895600"/>
              <a:ext cx="3200400" cy="2667000"/>
              <a:chOff x="816" y="1824"/>
              <a:chExt cx="2016" cy="1680"/>
            </a:xfrm>
          </p:grpSpPr>
          <p:sp>
            <p:nvSpPr>
              <p:cNvPr id="4146" name="Line 29">
                <a:extLst>
                  <a:ext uri="{FF2B5EF4-FFF2-40B4-BE49-F238E27FC236}">
                    <a16:creationId xmlns:a16="http://schemas.microsoft.com/office/drawing/2014/main" id="{9838E024-8E0C-5E70-FA48-47B2F8E0F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824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7" name="Line 75">
                <a:extLst>
                  <a:ext uri="{FF2B5EF4-FFF2-40B4-BE49-F238E27FC236}">
                    <a16:creationId xmlns:a16="http://schemas.microsoft.com/office/drawing/2014/main" id="{649C714B-FD22-97BF-A9D9-55EAD100A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2640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8" name="Line 76">
                <a:extLst>
                  <a:ext uri="{FF2B5EF4-FFF2-40B4-BE49-F238E27FC236}">
                    <a16:creationId xmlns:a16="http://schemas.microsoft.com/office/drawing/2014/main" id="{1D786FA3-5260-33E5-D947-A53F7A23E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6" y="2640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5" name="Text Box 103">
              <a:extLst>
                <a:ext uri="{FF2B5EF4-FFF2-40B4-BE49-F238E27FC236}">
                  <a16:creationId xmlns:a16="http://schemas.microsoft.com/office/drawing/2014/main" id="{5DB0D971-9066-E52E-7AAA-DB747E019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165725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11</a:t>
              </a:r>
            </a:p>
          </p:txBody>
        </p:sp>
        <p:grpSp>
          <p:nvGrpSpPr>
            <p:cNvPr id="4126" name="Group 90">
              <a:extLst>
                <a:ext uri="{FF2B5EF4-FFF2-40B4-BE49-F238E27FC236}">
                  <a16:creationId xmlns:a16="http://schemas.microsoft.com/office/drawing/2014/main" id="{A8FAD16A-8E88-93B0-6725-D58CED8821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2895600"/>
              <a:ext cx="3810000" cy="2667000"/>
              <a:chOff x="336" y="1824"/>
              <a:chExt cx="2400" cy="1680"/>
            </a:xfrm>
          </p:grpSpPr>
          <p:sp>
            <p:nvSpPr>
              <p:cNvPr id="4143" name="Line 30">
                <a:extLst>
                  <a:ext uri="{FF2B5EF4-FFF2-40B4-BE49-F238E27FC236}">
                    <a16:creationId xmlns:a16="http://schemas.microsoft.com/office/drawing/2014/main" id="{9765FBD9-B234-2045-1744-BDBDF5290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4" name="Line 73">
                <a:extLst>
                  <a:ext uri="{FF2B5EF4-FFF2-40B4-BE49-F238E27FC236}">
                    <a16:creationId xmlns:a16="http://schemas.microsoft.com/office/drawing/2014/main" id="{DEBF7B6F-0CC4-0AD5-6171-CAF5632A8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" y="249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5" name="Line 74">
                <a:extLst>
                  <a:ext uri="{FF2B5EF4-FFF2-40B4-BE49-F238E27FC236}">
                    <a16:creationId xmlns:a16="http://schemas.microsoft.com/office/drawing/2014/main" id="{F6FB5DA3-8075-BA70-EEEF-68CB8D473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2496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7" name="Text Box 104">
              <a:extLst>
                <a:ext uri="{FF2B5EF4-FFF2-40B4-BE49-F238E27FC236}">
                  <a16:creationId xmlns:a16="http://schemas.microsoft.com/office/drawing/2014/main" id="{7728E574-FCE5-0136-68DD-2635C93FC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5165725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12</a:t>
              </a:r>
            </a:p>
          </p:txBody>
        </p:sp>
        <p:grpSp>
          <p:nvGrpSpPr>
            <p:cNvPr id="4128" name="Group 91">
              <a:extLst>
                <a:ext uri="{FF2B5EF4-FFF2-40B4-BE49-F238E27FC236}">
                  <a16:creationId xmlns:a16="http://schemas.microsoft.com/office/drawing/2014/main" id="{1CCA5A78-3639-32EE-7807-CD04C757E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2819400"/>
              <a:ext cx="3657600" cy="914400"/>
              <a:chOff x="336" y="1776"/>
              <a:chExt cx="2304" cy="576"/>
            </a:xfrm>
          </p:grpSpPr>
          <p:sp>
            <p:nvSpPr>
              <p:cNvPr id="4140" name="Line 31">
                <a:extLst>
                  <a:ext uri="{FF2B5EF4-FFF2-40B4-BE49-F238E27FC236}">
                    <a16:creationId xmlns:a16="http://schemas.microsoft.com/office/drawing/2014/main" id="{90C26FB1-5518-A38E-F175-316A3CBCC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824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1" name="Line 71">
                <a:extLst>
                  <a:ext uri="{FF2B5EF4-FFF2-40B4-BE49-F238E27FC236}">
                    <a16:creationId xmlns:a16="http://schemas.microsoft.com/office/drawing/2014/main" id="{8D80738A-2988-5889-5948-3F2EE2A85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" y="2352"/>
                <a:ext cx="2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2" name="Line 72">
                <a:extLst>
                  <a:ext uri="{FF2B5EF4-FFF2-40B4-BE49-F238E27FC236}">
                    <a16:creationId xmlns:a16="http://schemas.microsoft.com/office/drawing/2014/main" id="{F993B491-84A1-FC3A-04AA-21DFC7A0C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1776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9" name="Text Box 105">
              <a:extLst>
                <a:ext uri="{FF2B5EF4-FFF2-40B4-BE49-F238E27FC236}">
                  <a16:creationId xmlns:a16="http://schemas.microsoft.com/office/drawing/2014/main" id="{9FDC7B87-C21C-57D4-577D-B0FAC2830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895600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13</a:t>
              </a:r>
            </a:p>
          </p:txBody>
        </p:sp>
        <p:grpSp>
          <p:nvGrpSpPr>
            <p:cNvPr id="4130" name="Group 92">
              <a:extLst>
                <a:ext uri="{FF2B5EF4-FFF2-40B4-BE49-F238E27FC236}">
                  <a16:creationId xmlns:a16="http://schemas.microsoft.com/office/drawing/2014/main" id="{99251613-213B-8974-7496-0799E03C99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2819400"/>
              <a:ext cx="2743200" cy="685800"/>
              <a:chOff x="816" y="1776"/>
              <a:chExt cx="1728" cy="432"/>
            </a:xfrm>
          </p:grpSpPr>
          <p:sp>
            <p:nvSpPr>
              <p:cNvPr id="4137" name="Line 32">
                <a:extLst>
                  <a:ext uri="{FF2B5EF4-FFF2-40B4-BE49-F238E27FC236}">
                    <a16:creationId xmlns:a16="http://schemas.microsoft.com/office/drawing/2014/main" id="{46A64E41-F4B7-AB44-6886-394A25086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82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8" name="Line 69">
                <a:extLst>
                  <a:ext uri="{FF2B5EF4-FFF2-40B4-BE49-F238E27FC236}">
                    <a16:creationId xmlns:a16="http://schemas.microsoft.com/office/drawing/2014/main" id="{B15004BA-AC2E-B2F1-EA0B-91E77EFED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6" y="22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9" name="Line 70">
                <a:extLst>
                  <a:ext uri="{FF2B5EF4-FFF2-40B4-BE49-F238E27FC236}">
                    <a16:creationId xmlns:a16="http://schemas.microsoft.com/office/drawing/2014/main" id="{F85C035C-6E8B-EB75-04F3-B4E6E72A85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31" name="Text Box 106">
              <a:extLst>
                <a:ext uri="{FF2B5EF4-FFF2-40B4-BE49-F238E27FC236}">
                  <a16:creationId xmlns:a16="http://schemas.microsoft.com/office/drawing/2014/main" id="{99D7032C-EFEC-5CDA-B490-20D7D2FE1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2895600"/>
              <a:ext cx="685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14</a:t>
              </a:r>
            </a:p>
          </p:txBody>
        </p:sp>
        <p:grpSp>
          <p:nvGrpSpPr>
            <p:cNvPr id="4132" name="Group 93">
              <a:extLst>
                <a:ext uri="{FF2B5EF4-FFF2-40B4-BE49-F238E27FC236}">
                  <a16:creationId xmlns:a16="http://schemas.microsoft.com/office/drawing/2014/main" id="{8A8B9986-2763-BF84-5915-7BE451AF2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2819400"/>
              <a:ext cx="1676400" cy="457200"/>
              <a:chOff x="1392" y="1776"/>
              <a:chExt cx="1056" cy="288"/>
            </a:xfrm>
          </p:grpSpPr>
          <p:sp>
            <p:nvSpPr>
              <p:cNvPr id="4134" name="Line 33">
                <a:extLst>
                  <a:ext uri="{FF2B5EF4-FFF2-40B4-BE49-F238E27FC236}">
                    <a16:creationId xmlns:a16="http://schemas.microsoft.com/office/drawing/2014/main" id="{868685AB-7CCF-2662-249A-4C6FD64E1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5" name="Line 67">
                <a:extLst>
                  <a:ext uri="{FF2B5EF4-FFF2-40B4-BE49-F238E27FC236}">
                    <a16:creationId xmlns:a16="http://schemas.microsoft.com/office/drawing/2014/main" id="{6CEF7E58-7B02-05E9-925D-0F3E0161B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2064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6" name="Line 68">
                <a:extLst>
                  <a:ext uri="{FF2B5EF4-FFF2-40B4-BE49-F238E27FC236}">
                    <a16:creationId xmlns:a16="http://schemas.microsoft.com/office/drawing/2014/main" id="{43D89D8D-9BC0-7811-917B-55366A875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7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33" name="Text Box 107">
              <a:extLst>
                <a:ext uri="{FF2B5EF4-FFF2-40B4-BE49-F238E27FC236}">
                  <a16:creationId xmlns:a16="http://schemas.microsoft.com/office/drawing/2014/main" id="{ACB04144-A97E-2E78-542A-0EB27B678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879725"/>
              <a:ext cx="609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0">
            <a:extLst>
              <a:ext uri="{FF2B5EF4-FFF2-40B4-BE49-F238E27FC236}">
                <a16:creationId xmlns:a16="http://schemas.microsoft.com/office/drawing/2014/main" id="{8F252795-FC92-412F-53F8-A842D478B7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4D3BBB2-83B3-4853-8B62-D037C2D35C55}" type="slidenum">
              <a:rPr lang="en-US" altLang="zh-CN" sz="1000" smtClean="0"/>
              <a:pPr>
                <a:defRPr/>
              </a:pPr>
              <a:t>2</a:t>
            </a:fld>
            <a:endParaRPr lang="en-US" altLang="zh-CN" sz="1000"/>
          </a:p>
        </p:txBody>
      </p:sp>
      <p:sp>
        <p:nvSpPr>
          <p:cNvPr id="668674" name="Rectangle 2">
            <a:extLst>
              <a:ext uri="{FF2B5EF4-FFF2-40B4-BE49-F238E27FC236}">
                <a16:creationId xmlns:a16="http://schemas.microsoft.com/office/drawing/2014/main" id="{B91B3EFB-F4D0-FF2C-B14B-73F879D00D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>
                <a:latin typeface="华文行楷" panose="02010800040101010101" pitchFamily="2" charset="-122"/>
                <a:ea typeface="华文行楷" panose="02010800040101010101" pitchFamily="2" charset="-122"/>
              </a:rPr>
              <a:t>第四章 同步时序电路</a:t>
            </a:r>
          </a:p>
        </p:txBody>
      </p:sp>
      <p:sp>
        <p:nvSpPr>
          <p:cNvPr id="668675" name="Rectangle 3">
            <a:extLst>
              <a:ext uri="{FF2B5EF4-FFF2-40B4-BE49-F238E27FC236}">
                <a16:creationId xmlns:a16="http://schemas.microsoft.com/office/drawing/2014/main" id="{E7DB6A36-C582-1517-1F53-DFFFB89B4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400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anose="03010101010201010101" pitchFamily="66" charset="0"/>
              </a:rPr>
              <a:t>Synchronous  Sequential Logic Circuit</a:t>
            </a:r>
          </a:p>
        </p:txBody>
      </p:sp>
      <p:sp>
        <p:nvSpPr>
          <p:cNvPr id="668676" name="Text Box 4">
            <a:extLst>
              <a:ext uri="{FF2B5EF4-FFF2-40B4-BE49-F238E27FC236}">
                <a16:creationId xmlns:a16="http://schemas.microsoft.com/office/drawing/2014/main" id="{02C2107D-FD97-F70E-C29A-23F5C28F1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§1. 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§2. 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同步时序电路的分析与设计方法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§3.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计数器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§4.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寄存器</a:t>
            </a:r>
            <a:endParaRPr lang="zh-CN" altLang="en-US" sz="24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68677" name="Rectangle 5">
            <a:extLst>
              <a:ext uri="{FF2B5EF4-FFF2-40B4-BE49-F238E27FC236}">
                <a16:creationId xmlns:a16="http://schemas.microsoft.com/office/drawing/2014/main" id="{81DE0A5E-8AED-796F-A2AE-52AF43A9B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210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1026">
            <a:extLst>
              <a:ext uri="{FF2B5EF4-FFF2-40B4-BE49-F238E27FC236}">
                <a16:creationId xmlns:a16="http://schemas.microsoft.com/office/drawing/2014/main" id="{5EF5D175-150B-97BC-70AC-73C92BFEA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55363" name="Rectangle 1027">
            <a:extLst>
              <a:ext uri="{FF2B5EF4-FFF2-40B4-BE49-F238E27FC236}">
                <a16:creationId xmlns:a16="http://schemas.microsoft.com/office/drawing/2014/main" id="{94344922-8826-B887-E681-EB60164DB9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02550" cy="46482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defRPr/>
            </a:pPr>
            <a:r>
              <a:rPr lang="zh-CN" altLang="en-US"/>
              <a:t>同步时序电路的分析步骤</a:t>
            </a:r>
            <a:endParaRPr lang="zh-CN" altLang="en-US" b="1"/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/>
              <a:t>根据电路图列出触发器激励函数表达式和电路输出函数；</a:t>
            </a:r>
            <a:r>
              <a:rPr lang="zh-CN" altLang="en-US" b="1">
                <a:solidFill>
                  <a:srgbClr val="FFFF00"/>
                </a:solidFill>
              </a:rPr>
              <a:t>（分析由于触发器输入的变化而引起次态的变化以及输出的变化，所以必须要明确触发器的输入变化）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/>
              <a:t>根据电路输入和触发器激励函数建立次态表达式和状态表； </a:t>
            </a:r>
            <a:r>
              <a:rPr lang="zh-CN" altLang="en-US" b="1">
                <a:solidFill>
                  <a:srgbClr val="FFFF00"/>
                </a:solidFill>
              </a:rPr>
              <a:t>（分析触发器状态的变化规律）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/>
              <a:t>画出状态图和时序图；</a:t>
            </a:r>
            <a:r>
              <a:rPr lang="zh-CN" altLang="en-US" b="1">
                <a:solidFill>
                  <a:srgbClr val="FFFF00"/>
                </a:solidFill>
              </a:rPr>
              <a:t>（能够更直观分析状态的变化规律）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/>
              <a:t>分析输出序列和输入序列的关系，说明时序电路的逻辑功能；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5357A5-CA9F-C733-0F7F-6973E03F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7269F5D-B05F-48B4-AC3D-DDBD85C94DBE}" type="slidenum">
              <a:rPr lang="en-US" altLang="zh-CN" sz="1000" smtClean="0"/>
              <a:pPr>
                <a:defRPr/>
              </a:pPr>
              <a:t>3</a:t>
            </a:fld>
            <a:endParaRPr lang="en-US" alt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F0055-149C-22ED-171E-961541E4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5A1BB3D-0BFF-48F0-8669-AE186AB6635B}" type="slidenum">
              <a:rPr lang="en-US" altLang="zh-CN" sz="1000" smtClean="0"/>
              <a:pPr>
                <a:defRPr/>
              </a:pPr>
              <a:t>4</a:t>
            </a:fld>
            <a:endParaRPr lang="en-US" altLang="zh-CN" sz="1000"/>
          </a:p>
        </p:txBody>
      </p:sp>
      <p:sp>
        <p:nvSpPr>
          <p:cNvPr id="669698" name="Rectangle 2">
            <a:extLst>
              <a:ext uri="{FF2B5EF4-FFF2-40B4-BE49-F238E27FC236}">
                <a16:creationId xmlns:a16="http://schemas.microsoft.com/office/drawing/2014/main" id="{0029F6C9-CE0F-6E59-B69B-7EC3F7C90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43000"/>
            <a:ext cx="8153400" cy="50990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609600" indent="-609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526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098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同步时序电路的设计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根据要求的逻辑功能，设计能够完成该逻辑功能的逻辑电路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同步时序电路设计过程是同步时序电路分析的逆过程</a:t>
            </a: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设计过程：文字描述 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状态图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逻辑图</a:t>
            </a:r>
          </a:p>
        </p:txBody>
      </p:sp>
      <p:sp>
        <p:nvSpPr>
          <p:cNvPr id="669699" name="Rectangle 3">
            <a:extLst>
              <a:ext uri="{FF2B5EF4-FFF2-40B4-BE49-F238E27FC236}">
                <a16:creationId xmlns:a16="http://schemas.microsoft.com/office/drawing/2014/main" id="{580FD2CB-9994-5AE5-ADD1-6A1B8AFB4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868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F3043F-16D2-5084-30F1-F4E2200F1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3860800"/>
            <a:ext cx="7924800" cy="2235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eaLnBrk="1" hangingPunct="1">
              <a:defRPr/>
            </a:pPr>
            <a:r>
              <a:rPr lang="zh-CN" altLang="en-US"/>
              <a:t>例：用与非门和</a:t>
            </a:r>
            <a:r>
              <a:rPr lang="en-US" altLang="zh-CN"/>
              <a:t>D</a:t>
            </a:r>
            <a:r>
              <a:rPr lang="zh-CN" altLang="en-US"/>
              <a:t>触发器设计一个同步时序逻辑电路，以检测输入信号序列是否为连续的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en-US" altLang="zh-CN"/>
              <a:t>110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zh-CN" altLang="en-US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29552740-DB64-3E52-F9A8-43A922F8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289A9E9-DB4B-45AE-92B3-1173F3E93084}" type="slidenum">
              <a:rPr lang="en-US" altLang="zh-CN" sz="1000" smtClean="0"/>
              <a:pPr>
                <a:defRPr/>
              </a:pPr>
              <a:t>5</a:t>
            </a:fld>
            <a:endParaRPr lang="en-US" altLang="zh-CN" sz="1000"/>
          </a:p>
        </p:txBody>
      </p:sp>
      <p:sp>
        <p:nvSpPr>
          <p:cNvPr id="671746" name="Rectangle 2">
            <a:extLst>
              <a:ext uri="{FF2B5EF4-FFF2-40B4-BE49-F238E27FC236}">
                <a16:creationId xmlns:a16="http://schemas.microsoft.com/office/drawing/2014/main" id="{B7544E61-706B-9DDF-2C94-0944F84B4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1747" name="Rectangle 3">
            <a:extLst>
              <a:ext uri="{FF2B5EF4-FFF2-40B4-BE49-F238E27FC236}">
                <a16:creationId xmlns:a16="http://schemas.microsoft.com/office/drawing/2014/main" id="{B3D3B66F-6692-649F-812E-F9225E264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zh-CN" altLang="en-US" b="1"/>
              <a:t>同步时序电路的设计步骤：</a:t>
            </a:r>
          </a:p>
        </p:txBody>
      </p:sp>
      <p:sp>
        <p:nvSpPr>
          <p:cNvPr id="671748" name="Rectangle 4">
            <a:extLst>
              <a:ext uri="{FF2B5EF4-FFF2-40B4-BE49-F238E27FC236}">
                <a16:creationId xmlns:a16="http://schemas.microsoft.com/office/drawing/2014/main" id="{83C500DE-6B8F-DF05-B283-5D30615E3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09800"/>
            <a:ext cx="77168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确定输入变量和输出变量</a:t>
            </a:r>
          </a:p>
        </p:txBody>
      </p:sp>
      <p:sp>
        <p:nvSpPr>
          <p:cNvPr id="671749" name="Rectangle 5">
            <a:extLst>
              <a:ext uri="{FF2B5EF4-FFF2-40B4-BE49-F238E27FC236}">
                <a16:creationId xmlns:a16="http://schemas.microsoft.com/office/drawing/2014/main" id="{CA95E496-12DB-5EEE-ADA1-4B3DEF299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43200"/>
            <a:ext cx="8534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作原始状态表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：根据给定的电路设计条件构成原始状态表。</a:t>
            </a:r>
          </a:p>
        </p:txBody>
      </p:sp>
      <p:sp>
        <p:nvSpPr>
          <p:cNvPr id="671750" name="Rectangle 6">
            <a:extLst>
              <a:ext uri="{FF2B5EF4-FFF2-40B4-BE49-F238E27FC236}">
                <a16:creationId xmlns:a16="http://schemas.microsoft.com/office/drawing/2014/main" id="{A8693DB8-A249-111C-6740-514B5B64D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76600"/>
            <a:ext cx="84582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3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状态化简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：原始状态表通常不是最小化状态表，它一般包含多余的状态，因此要对原始状态表进行化简。</a:t>
            </a:r>
          </a:p>
        </p:txBody>
      </p:sp>
      <p:sp>
        <p:nvSpPr>
          <p:cNvPr id="671751" name="Rectangle 7">
            <a:extLst>
              <a:ext uri="{FF2B5EF4-FFF2-40B4-BE49-F238E27FC236}">
                <a16:creationId xmlns:a16="http://schemas.microsoft.com/office/drawing/2014/main" id="{55B77955-C982-5BB2-E57B-CE2E19FB6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91000"/>
            <a:ext cx="81613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4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状态分配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：给简化后的状态用一个二进制数来编码。</a:t>
            </a:r>
          </a:p>
        </p:txBody>
      </p:sp>
      <p:sp>
        <p:nvSpPr>
          <p:cNvPr id="671752" name="Rectangle 8">
            <a:extLst>
              <a:ext uri="{FF2B5EF4-FFF2-40B4-BE49-F238E27FC236}">
                <a16:creationId xmlns:a16="http://schemas.microsoft.com/office/drawing/2014/main" id="{1BE285EC-A779-CCE5-6439-42C96466A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800600"/>
            <a:ext cx="8686800" cy="11874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5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求出激励函数和输出函数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：根据选用的触发器激励表和电路的状态表，综合出电路中各个触发器的激励函数和电路的输出函数。</a:t>
            </a:r>
          </a:p>
        </p:txBody>
      </p:sp>
      <p:sp>
        <p:nvSpPr>
          <p:cNvPr id="671753" name="Rectangle 9">
            <a:extLst>
              <a:ext uri="{FF2B5EF4-FFF2-40B4-BE49-F238E27FC236}">
                <a16:creationId xmlns:a16="http://schemas.microsoft.com/office/drawing/2014/main" id="{8021B3A6-36E0-2B3E-549A-2C52F9C16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19800"/>
            <a:ext cx="22256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6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画逻辑图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7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7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 autoUpdateAnimBg="0"/>
      <p:bldP spid="671749" grpId="0" autoUpdateAnimBg="0"/>
      <p:bldP spid="671750" grpId="0" autoUpdateAnimBg="0"/>
      <p:bldP spid="671751" grpId="0" autoUpdateAnimBg="0"/>
      <p:bldP spid="671752" grpId="0" autoUpdateAnimBg="0"/>
      <p:bldP spid="6717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55D6D77-4597-D537-C87E-5291CC7C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144AE40-FB22-4E01-8CD0-9DC8A2470B7D}" type="slidenum">
              <a:rPr lang="en-US" altLang="zh-CN" sz="1000" smtClean="0"/>
              <a:pPr>
                <a:defRPr/>
              </a:pPr>
              <a:t>6</a:t>
            </a:fld>
            <a:endParaRPr lang="en-US" altLang="zh-CN" sz="1000"/>
          </a:p>
        </p:txBody>
      </p:sp>
      <p:sp>
        <p:nvSpPr>
          <p:cNvPr id="672770" name="Rectangle 2">
            <a:extLst>
              <a:ext uri="{FF2B5EF4-FFF2-40B4-BE49-F238E27FC236}">
                <a16:creationId xmlns:a16="http://schemas.microsoft.com/office/drawing/2014/main" id="{3D0580C7-1E0E-7598-B30E-02C114EDC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2771" name="Rectangle 3">
            <a:extLst>
              <a:ext uri="{FF2B5EF4-FFF2-40B4-BE49-F238E27FC236}">
                <a16:creationId xmlns:a16="http://schemas.microsoft.com/office/drawing/2014/main" id="{3055AF63-5F51-1887-142E-1FC93D291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zh-CN" altLang="en-US" dirty="0"/>
              <a:t>例：用与非门和</a:t>
            </a:r>
            <a:r>
              <a:rPr lang="en-US" altLang="zh-CN" dirty="0"/>
              <a:t>D</a:t>
            </a:r>
            <a:r>
              <a:rPr lang="zh-CN" altLang="en-US" dirty="0"/>
              <a:t>触发器设计一个同步时序逻辑电路，以检测输入信号序列是否为连续的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110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。</a:t>
            </a:r>
          </a:p>
        </p:txBody>
      </p:sp>
      <p:sp>
        <p:nvSpPr>
          <p:cNvPr id="672772" name="Rectangle 4">
            <a:extLst>
              <a:ext uri="{FF2B5EF4-FFF2-40B4-BE49-F238E27FC236}">
                <a16:creationId xmlns:a16="http://schemas.microsoft.com/office/drawing/2014/main" id="{2B6DA774-8C5F-7B13-2FEB-7E30DDDFD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124200"/>
            <a:ext cx="73914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第一步：确定输入变量和输出变量</a:t>
            </a:r>
          </a:p>
        </p:txBody>
      </p:sp>
      <p:sp>
        <p:nvSpPr>
          <p:cNvPr id="672773" name="Rectangle 5">
            <a:extLst>
              <a:ext uri="{FF2B5EF4-FFF2-40B4-BE49-F238E27FC236}">
                <a16:creationId xmlns:a16="http://schemas.microsoft.com/office/drawing/2014/main" id="{0A7E91A3-3529-E39C-2FEA-B6AD53A48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33800"/>
            <a:ext cx="7772400" cy="22828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由题意可知：</a:t>
            </a:r>
          </a:p>
          <a:p>
            <a:pPr lvl="2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该时序逻辑电路只有一个输入变量，记为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是一个二进制序列；</a:t>
            </a:r>
          </a:p>
          <a:p>
            <a:pPr lvl="2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输出变量也只有一个，记为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，要求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能够给出检测信号，以表明输入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是否为连续的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“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”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序列。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2" grpId="0" autoUpdateAnimBg="0"/>
      <p:bldP spid="67277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5">
            <a:extLst>
              <a:ext uri="{FF2B5EF4-FFF2-40B4-BE49-F238E27FC236}">
                <a16:creationId xmlns:a16="http://schemas.microsoft.com/office/drawing/2014/main" id="{2010150E-695D-2877-5698-8C9D6A26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B9639D5-53AF-40E0-938B-F1CA674FB125}" type="slidenum">
              <a:rPr lang="en-US" altLang="zh-CN" sz="1000" smtClean="0"/>
              <a:pPr>
                <a:defRPr/>
              </a:pPr>
              <a:t>7</a:t>
            </a:fld>
            <a:endParaRPr lang="en-US" altLang="zh-CN" sz="1000"/>
          </a:p>
        </p:txBody>
      </p:sp>
      <p:sp>
        <p:nvSpPr>
          <p:cNvPr id="673794" name="Rectangle 2">
            <a:extLst>
              <a:ext uri="{FF2B5EF4-FFF2-40B4-BE49-F238E27FC236}">
                <a16:creationId xmlns:a16="http://schemas.microsoft.com/office/drawing/2014/main" id="{54342CAB-B6E5-1F3E-B9DF-F4323FFF6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3795" name="Rectangle 3">
            <a:extLst>
              <a:ext uri="{FF2B5EF4-FFF2-40B4-BE49-F238E27FC236}">
                <a16:creationId xmlns:a16="http://schemas.microsoft.com/office/drawing/2014/main" id="{F1E11061-C85C-06A5-B090-7BE9C6F9C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FFFF00"/>
                </a:solidFill>
              </a:rPr>
              <a:t>第二步：作原始状态表：根据给定的电路设计条件构成原始状态表。</a:t>
            </a: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zh-CN" altLang="en-US" sz="2400" b="1"/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en-US" altLang="zh-CN" sz="2400" b="1"/>
          </a:p>
        </p:txBody>
      </p:sp>
      <p:grpSp>
        <p:nvGrpSpPr>
          <p:cNvPr id="673796" name="Group 4">
            <a:extLst>
              <a:ext uri="{FF2B5EF4-FFF2-40B4-BE49-F238E27FC236}">
                <a16:creationId xmlns:a16="http://schemas.microsoft.com/office/drawing/2014/main" id="{DF22A8C1-7AAF-C72E-9EB8-F992F58D08BC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352800"/>
            <a:ext cx="609600" cy="609600"/>
            <a:chOff x="2640" y="1872"/>
            <a:chExt cx="384" cy="384"/>
          </a:xfrm>
        </p:grpSpPr>
        <p:sp>
          <p:nvSpPr>
            <p:cNvPr id="12385" name="Oval 5">
              <a:extLst>
                <a:ext uri="{FF2B5EF4-FFF2-40B4-BE49-F238E27FC236}">
                  <a16:creationId xmlns:a16="http://schemas.microsoft.com/office/drawing/2014/main" id="{087E6E79-6629-0964-2C18-FD15C6F75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8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6" name="Text Box 6">
              <a:extLst>
                <a:ext uri="{FF2B5EF4-FFF2-40B4-BE49-F238E27FC236}">
                  <a16:creationId xmlns:a16="http://schemas.microsoft.com/office/drawing/2014/main" id="{C33239A8-03D5-0120-4B44-FF996724C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9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673799" name="Group 7">
            <a:extLst>
              <a:ext uri="{FF2B5EF4-FFF2-40B4-BE49-F238E27FC236}">
                <a16:creationId xmlns:a16="http://schemas.microsoft.com/office/drawing/2014/main" id="{7AB6B2E3-8CD7-4F4C-B502-5D04C94E5C57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886200"/>
            <a:ext cx="609600" cy="609600"/>
            <a:chOff x="1440" y="2448"/>
            <a:chExt cx="384" cy="384"/>
          </a:xfrm>
        </p:grpSpPr>
        <p:sp>
          <p:nvSpPr>
            <p:cNvPr id="12383" name="Oval 8">
              <a:extLst>
                <a:ext uri="{FF2B5EF4-FFF2-40B4-BE49-F238E27FC236}">
                  <a16:creationId xmlns:a16="http://schemas.microsoft.com/office/drawing/2014/main" id="{B9304030-86C4-C2A1-D563-2B3265095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4" name="Text Box 9">
              <a:extLst>
                <a:ext uri="{FF2B5EF4-FFF2-40B4-BE49-F238E27FC236}">
                  <a16:creationId xmlns:a16="http://schemas.microsoft.com/office/drawing/2014/main" id="{2F806EB7-471E-E294-0589-63F0DC6E6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73802" name="Group 10">
            <a:extLst>
              <a:ext uri="{FF2B5EF4-FFF2-40B4-BE49-F238E27FC236}">
                <a16:creationId xmlns:a16="http://schemas.microsoft.com/office/drawing/2014/main" id="{3198AE6C-D4F2-C5D0-3C88-FB78825D58C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3886200"/>
            <a:ext cx="609600" cy="609600"/>
            <a:chOff x="3984" y="2448"/>
            <a:chExt cx="384" cy="384"/>
          </a:xfrm>
        </p:grpSpPr>
        <p:sp>
          <p:nvSpPr>
            <p:cNvPr id="12381" name="Oval 11">
              <a:extLst>
                <a:ext uri="{FF2B5EF4-FFF2-40B4-BE49-F238E27FC236}">
                  <a16:creationId xmlns:a16="http://schemas.microsoft.com/office/drawing/2014/main" id="{AD4A6963-A9B0-CD91-CA34-550F64098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2" name="Text Box 12">
              <a:extLst>
                <a:ext uri="{FF2B5EF4-FFF2-40B4-BE49-F238E27FC236}">
                  <a16:creationId xmlns:a16="http://schemas.microsoft.com/office/drawing/2014/main" id="{30BBE36C-9E77-FD16-7483-CF8F5790F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673805" name="Group 13">
            <a:extLst>
              <a:ext uri="{FF2B5EF4-FFF2-40B4-BE49-F238E27FC236}">
                <a16:creationId xmlns:a16="http://schemas.microsoft.com/office/drawing/2014/main" id="{AF1D4DBE-D503-E2E6-DA5A-452A0637E59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876800"/>
            <a:ext cx="609600" cy="609600"/>
            <a:chOff x="768" y="3072"/>
            <a:chExt cx="384" cy="384"/>
          </a:xfrm>
        </p:grpSpPr>
        <p:sp>
          <p:nvSpPr>
            <p:cNvPr id="12379" name="Oval 14">
              <a:extLst>
                <a:ext uri="{FF2B5EF4-FFF2-40B4-BE49-F238E27FC236}">
                  <a16:creationId xmlns:a16="http://schemas.microsoft.com/office/drawing/2014/main" id="{459E5DA5-9318-ACF3-8626-8D4B60CA9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0" name="Text Box 15">
              <a:extLst>
                <a:ext uri="{FF2B5EF4-FFF2-40B4-BE49-F238E27FC236}">
                  <a16:creationId xmlns:a16="http://schemas.microsoft.com/office/drawing/2014/main" id="{E20D40FA-FFA7-B19D-0485-840B3D759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673808" name="Group 16">
            <a:extLst>
              <a:ext uri="{FF2B5EF4-FFF2-40B4-BE49-F238E27FC236}">
                <a16:creationId xmlns:a16="http://schemas.microsoft.com/office/drawing/2014/main" id="{04847B05-40F3-03F9-9529-7E1DDB0CB1C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800600"/>
            <a:ext cx="609600" cy="609600"/>
            <a:chOff x="1968" y="3024"/>
            <a:chExt cx="384" cy="384"/>
          </a:xfrm>
        </p:grpSpPr>
        <p:sp>
          <p:nvSpPr>
            <p:cNvPr id="12377" name="Oval 17">
              <a:extLst>
                <a:ext uri="{FF2B5EF4-FFF2-40B4-BE49-F238E27FC236}">
                  <a16:creationId xmlns:a16="http://schemas.microsoft.com/office/drawing/2014/main" id="{DFC00645-C576-8E98-EF36-1A1552625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78" name="Text Box 18">
              <a:extLst>
                <a:ext uri="{FF2B5EF4-FFF2-40B4-BE49-F238E27FC236}">
                  <a16:creationId xmlns:a16="http://schemas.microsoft.com/office/drawing/2014/main" id="{76A53598-74E2-163D-4D0A-0B695FF16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673811" name="Group 19">
            <a:extLst>
              <a:ext uri="{FF2B5EF4-FFF2-40B4-BE49-F238E27FC236}">
                <a16:creationId xmlns:a16="http://schemas.microsoft.com/office/drawing/2014/main" id="{92DE9386-0B1C-8B86-697D-4DA9872A6792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800600"/>
            <a:ext cx="609600" cy="609600"/>
            <a:chOff x="3312" y="3024"/>
            <a:chExt cx="384" cy="384"/>
          </a:xfrm>
        </p:grpSpPr>
        <p:sp>
          <p:nvSpPr>
            <p:cNvPr id="12375" name="Oval 20">
              <a:extLst>
                <a:ext uri="{FF2B5EF4-FFF2-40B4-BE49-F238E27FC236}">
                  <a16:creationId xmlns:a16="http://schemas.microsoft.com/office/drawing/2014/main" id="{45A587E0-4735-BCF0-63D0-85E778D22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76" name="Text Box 21">
              <a:extLst>
                <a:ext uri="{FF2B5EF4-FFF2-40B4-BE49-F238E27FC236}">
                  <a16:creationId xmlns:a16="http://schemas.microsoft.com/office/drawing/2014/main" id="{B82367C8-BB78-D285-7C51-88803EAB4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673814" name="Group 22">
            <a:extLst>
              <a:ext uri="{FF2B5EF4-FFF2-40B4-BE49-F238E27FC236}">
                <a16:creationId xmlns:a16="http://schemas.microsoft.com/office/drawing/2014/main" id="{5B8A6C5E-5CF2-A088-46BB-96FFC0398046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4800600"/>
            <a:ext cx="609600" cy="609600"/>
            <a:chOff x="4608" y="3024"/>
            <a:chExt cx="384" cy="384"/>
          </a:xfrm>
        </p:grpSpPr>
        <p:sp>
          <p:nvSpPr>
            <p:cNvPr id="12373" name="Oval 23">
              <a:extLst>
                <a:ext uri="{FF2B5EF4-FFF2-40B4-BE49-F238E27FC236}">
                  <a16:creationId xmlns:a16="http://schemas.microsoft.com/office/drawing/2014/main" id="{F7A7CF49-6738-F7CA-342A-E96BD1AF2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74" name="Text Box 24">
              <a:extLst>
                <a:ext uri="{FF2B5EF4-FFF2-40B4-BE49-F238E27FC236}">
                  <a16:creationId xmlns:a16="http://schemas.microsoft.com/office/drawing/2014/main" id="{8CEE90E5-3DA9-18C9-9E91-835E4A9E0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673817" name="Line 25">
            <a:extLst>
              <a:ext uri="{FF2B5EF4-FFF2-40B4-BE49-F238E27FC236}">
                <a16:creationId xmlns:a16="http://schemas.microsoft.com/office/drawing/2014/main" id="{DCE2D7C6-1A37-09C2-180F-BC55732F11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657600"/>
            <a:ext cx="1371600" cy="304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18" name="Line 26">
            <a:extLst>
              <a:ext uri="{FF2B5EF4-FFF2-40B4-BE49-F238E27FC236}">
                <a16:creationId xmlns:a16="http://schemas.microsoft.com/office/drawing/2014/main" id="{79709903-B1C9-41B9-DDC9-773978B67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657600"/>
            <a:ext cx="1524000" cy="381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19" name="Line 27">
            <a:extLst>
              <a:ext uri="{FF2B5EF4-FFF2-40B4-BE49-F238E27FC236}">
                <a16:creationId xmlns:a16="http://schemas.microsoft.com/office/drawing/2014/main" id="{9110B61E-672A-6D7A-216A-81DCF1C6F8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4343400"/>
            <a:ext cx="60960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20" name="Line 28">
            <a:extLst>
              <a:ext uri="{FF2B5EF4-FFF2-40B4-BE49-F238E27FC236}">
                <a16:creationId xmlns:a16="http://schemas.microsoft.com/office/drawing/2014/main" id="{46638618-F68A-CFFB-455A-273A54A6B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19600"/>
            <a:ext cx="4572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21" name="Line 29">
            <a:extLst>
              <a:ext uri="{FF2B5EF4-FFF2-40B4-BE49-F238E27FC236}">
                <a16:creationId xmlns:a16="http://schemas.microsoft.com/office/drawing/2014/main" id="{9336F2CF-775A-9F04-5036-9D85049DBE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419600"/>
            <a:ext cx="685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22" name="Line 30">
            <a:extLst>
              <a:ext uri="{FF2B5EF4-FFF2-40B4-BE49-F238E27FC236}">
                <a16:creationId xmlns:a16="http://schemas.microsoft.com/office/drawing/2014/main" id="{6A3388CC-BD1D-7C74-6473-0BB9A30E6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343400"/>
            <a:ext cx="6096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23" name="Group 31">
            <a:extLst>
              <a:ext uri="{FF2B5EF4-FFF2-40B4-BE49-F238E27FC236}">
                <a16:creationId xmlns:a16="http://schemas.microsoft.com/office/drawing/2014/main" id="{75883372-57AD-586D-CBBC-973B683993C4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276600"/>
            <a:ext cx="838200" cy="533400"/>
            <a:chOff x="1824" y="1200"/>
            <a:chExt cx="528" cy="336"/>
          </a:xfrm>
        </p:grpSpPr>
        <p:sp>
          <p:nvSpPr>
            <p:cNvPr id="12370" name="Text Box 32">
              <a:extLst>
                <a:ext uri="{FF2B5EF4-FFF2-40B4-BE49-F238E27FC236}">
                  <a16:creationId xmlns:a16="http://schemas.microsoft.com/office/drawing/2014/main" id="{C07201B2-F08D-90EF-1F93-7CD900DC7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20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71" name="Line 33">
              <a:extLst>
                <a:ext uri="{FF2B5EF4-FFF2-40B4-BE49-F238E27FC236}">
                  <a16:creationId xmlns:a16="http://schemas.microsoft.com/office/drawing/2014/main" id="{05097DE1-926B-A8A5-EBA9-AEDD47DC1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248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72" name="Text Box 34">
              <a:extLst>
                <a:ext uri="{FF2B5EF4-FFF2-40B4-BE49-F238E27FC236}">
                  <a16:creationId xmlns:a16="http://schemas.microsoft.com/office/drawing/2014/main" id="{4F3852F5-868A-3F27-CF32-78F14E144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24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27" name="Group 35">
            <a:extLst>
              <a:ext uri="{FF2B5EF4-FFF2-40B4-BE49-F238E27FC236}">
                <a16:creationId xmlns:a16="http://schemas.microsoft.com/office/drawing/2014/main" id="{D9EC04ED-2E23-AD98-96F6-36A0AA12582D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191000"/>
            <a:ext cx="685800" cy="533400"/>
            <a:chOff x="912" y="1824"/>
            <a:chExt cx="432" cy="336"/>
          </a:xfrm>
        </p:grpSpPr>
        <p:sp>
          <p:nvSpPr>
            <p:cNvPr id="12367" name="Text Box 36">
              <a:extLst>
                <a:ext uri="{FF2B5EF4-FFF2-40B4-BE49-F238E27FC236}">
                  <a16:creationId xmlns:a16="http://schemas.microsoft.com/office/drawing/2014/main" id="{02DD1631-192F-1AA6-1F4E-3CC4E5904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68" name="Line 37">
              <a:extLst>
                <a:ext uri="{FF2B5EF4-FFF2-40B4-BE49-F238E27FC236}">
                  <a16:creationId xmlns:a16="http://schemas.microsoft.com/office/drawing/2014/main" id="{7BF9981F-1F4E-8CD9-0962-9DED8E290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18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9" name="Text Box 38">
              <a:extLst>
                <a:ext uri="{FF2B5EF4-FFF2-40B4-BE49-F238E27FC236}">
                  <a16:creationId xmlns:a16="http://schemas.microsoft.com/office/drawing/2014/main" id="{C5B8FCF7-2B15-A278-212B-1D0D9514F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31" name="Group 39">
            <a:extLst>
              <a:ext uri="{FF2B5EF4-FFF2-40B4-BE49-F238E27FC236}">
                <a16:creationId xmlns:a16="http://schemas.microsoft.com/office/drawing/2014/main" id="{ADC8146E-BE49-D333-9B52-0E2EAC812556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191000"/>
            <a:ext cx="762000" cy="533400"/>
            <a:chOff x="1920" y="1824"/>
            <a:chExt cx="480" cy="336"/>
          </a:xfrm>
        </p:grpSpPr>
        <p:sp>
          <p:nvSpPr>
            <p:cNvPr id="12364" name="Text Box 40">
              <a:extLst>
                <a:ext uri="{FF2B5EF4-FFF2-40B4-BE49-F238E27FC236}">
                  <a16:creationId xmlns:a16="http://schemas.microsoft.com/office/drawing/2014/main" id="{E1241941-BD86-633B-9154-FA0242C5F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82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65" name="Line 41">
              <a:extLst>
                <a:ext uri="{FF2B5EF4-FFF2-40B4-BE49-F238E27FC236}">
                  <a16:creationId xmlns:a16="http://schemas.microsoft.com/office/drawing/2014/main" id="{0C1703E9-3562-961C-BBA8-5D907AD8F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8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6" name="Text Box 42">
              <a:extLst>
                <a:ext uri="{FF2B5EF4-FFF2-40B4-BE49-F238E27FC236}">
                  <a16:creationId xmlns:a16="http://schemas.microsoft.com/office/drawing/2014/main" id="{3A2C0084-6317-FB69-B0AB-5FE884CA2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35" name="Freeform 43">
            <a:extLst>
              <a:ext uri="{FF2B5EF4-FFF2-40B4-BE49-F238E27FC236}">
                <a16:creationId xmlns:a16="http://schemas.microsoft.com/office/drawing/2014/main" id="{A72AC8F1-9A65-7622-F8F0-CFF18BD5A0EF}"/>
              </a:ext>
            </a:extLst>
          </p:cNvPr>
          <p:cNvSpPr>
            <a:spLocks/>
          </p:cNvSpPr>
          <p:nvPr/>
        </p:nvSpPr>
        <p:spPr bwMode="auto">
          <a:xfrm>
            <a:off x="825500" y="4876800"/>
            <a:ext cx="469900" cy="673100"/>
          </a:xfrm>
          <a:custGeom>
            <a:avLst/>
            <a:gdLst>
              <a:gd name="T0" fmla="*/ 2147483646 w 296"/>
              <a:gd name="T1" fmla="*/ 2147483646 h 424"/>
              <a:gd name="T2" fmla="*/ 2147483646 w 296"/>
              <a:gd name="T3" fmla="*/ 2147483646 h 424"/>
              <a:gd name="T4" fmla="*/ 2147483646 w 296"/>
              <a:gd name="T5" fmla="*/ 2147483646 h 424"/>
              <a:gd name="T6" fmla="*/ 2147483646 w 296"/>
              <a:gd name="T7" fmla="*/ 2147483646 h 424"/>
              <a:gd name="T8" fmla="*/ 2147483646 w 296"/>
              <a:gd name="T9" fmla="*/ 2147483646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6" h="424">
                <a:moveTo>
                  <a:pt x="248" y="64"/>
                </a:moveTo>
                <a:cubicBezTo>
                  <a:pt x="196" y="32"/>
                  <a:pt x="144" y="0"/>
                  <a:pt x="104" y="16"/>
                </a:cubicBezTo>
                <a:cubicBezTo>
                  <a:pt x="64" y="32"/>
                  <a:pt x="16" y="96"/>
                  <a:pt x="8" y="160"/>
                </a:cubicBezTo>
                <a:cubicBezTo>
                  <a:pt x="0" y="224"/>
                  <a:pt x="8" y="376"/>
                  <a:pt x="56" y="400"/>
                </a:cubicBezTo>
                <a:cubicBezTo>
                  <a:pt x="104" y="424"/>
                  <a:pt x="200" y="364"/>
                  <a:pt x="296" y="304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36" name="Group 44">
            <a:extLst>
              <a:ext uri="{FF2B5EF4-FFF2-40B4-BE49-F238E27FC236}">
                <a16:creationId xmlns:a16="http://schemas.microsoft.com/office/drawing/2014/main" id="{145164B7-7C50-9B87-AA81-16D01A1828B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953000"/>
            <a:ext cx="762000" cy="533400"/>
            <a:chOff x="96" y="2304"/>
            <a:chExt cx="480" cy="336"/>
          </a:xfrm>
        </p:grpSpPr>
        <p:sp>
          <p:nvSpPr>
            <p:cNvPr id="12361" name="Text Box 45">
              <a:extLst>
                <a:ext uri="{FF2B5EF4-FFF2-40B4-BE49-F238E27FC236}">
                  <a16:creationId xmlns:a16="http://schemas.microsoft.com/office/drawing/2014/main" id="{4F1EE2CF-A7E0-D751-CB8E-CCD40FC02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30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62" name="Line 46">
              <a:extLst>
                <a:ext uri="{FF2B5EF4-FFF2-40B4-BE49-F238E27FC236}">
                  <a16:creationId xmlns:a16="http://schemas.microsoft.com/office/drawing/2014/main" id="{81BD3496-155E-4F1B-B74D-F76795542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235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3" name="Text Box 47">
              <a:extLst>
                <a:ext uri="{FF2B5EF4-FFF2-40B4-BE49-F238E27FC236}">
                  <a16:creationId xmlns:a16="http://schemas.microsoft.com/office/drawing/2014/main" id="{23FBB662-FA9A-4914-3A5E-FCDDB1C8C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3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40" name="Line 48">
            <a:extLst>
              <a:ext uri="{FF2B5EF4-FFF2-40B4-BE49-F238E27FC236}">
                <a16:creationId xmlns:a16="http://schemas.microsoft.com/office/drawing/2014/main" id="{9C015262-EAC4-B8A6-DE47-3B2235335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181600"/>
            <a:ext cx="12954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41" name="Group 49">
            <a:extLst>
              <a:ext uri="{FF2B5EF4-FFF2-40B4-BE49-F238E27FC236}">
                <a16:creationId xmlns:a16="http://schemas.microsoft.com/office/drawing/2014/main" id="{7864D16B-A5C5-C9C2-8258-377E3C9C290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648200"/>
            <a:ext cx="762000" cy="533400"/>
            <a:chOff x="1344" y="2112"/>
            <a:chExt cx="480" cy="336"/>
          </a:xfrm>
        </p:grpSpPr>
        <p:sp>
          <p:nvSpPr>
            <p:cNvPr id="12358" name="Text Box 50">
              <a:extLst>
                <a:ext uri="{FF2B5EF4-FFF2-40B4-BE49-F238E27FC236}">
                  <a16:creationId xmlns:a16="http://schemas.microsoft.com/office/drawing/2014/main" id="{C00BDFEE-64AF-22B8-AA72-30B38CC29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1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59" name="Line 51">
              <a:extLst>
                <a:ext uri="{FF2B5EF4-FFF2-40B4-BE49-F238E27FC236}">
                  <a16:creationId xmlns:a16="http://schemas.microsoft.com/office/drawing/2014/main" id="{CF3B8CF3-87BB-8933-9012-0020E94FF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2160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0" name="Text Box 52">
              <a:extLst>
                <a:ext uri="{FF2B5EF4-FFF2-40B4-BE49-F238E27FC236}">
                  <a16:creationId xmlns:a16="http://schemas.microsoft.com/office/drawing/2014/main" id="{87CFB721-8BAE-C8CB-B091-80C5A1294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16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45" name="Line 53">
            <a:extLst>
              <a:ext uri="{FF2B5EF4-FFF2-40B4-BE49-F238E27FC236}">
                <a16:creationId xmlns:a16="http://schemas.microsoft.com/office/drawing/2014/main" id="{27A23A32-14B6-49D9-2787-18C7FA58B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105400"/>
            <a:ext cx="15240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46" name="Group 54">
            <a:extLst>
              <a:ext uri="{FF2B5EF4-FFF2-40B4-BE49-F238E27FC236}">
                <a16:creationId xmlns:a16="http://schemas.microsoft.com/office/drawing/2014/main" id="{B241BBF5-4D53-AE82-1E12-A27E8A263B08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4572000"/>
            <a:ext cx="762000" cy="533400"/>
            <a:chOff x="2544" y="2064"/>
            <a:chExt cx="480" cy="336"/>
          </a:xfrm>
        </p:grpSpPr>
        <p:sp>
          <p:nvSpPr>
            <p:cNvPr id="12355" name="Text Box 55">
              <a:extLst>
                <a:ext uri="{FF2B5EF4-FFF2-40B4-BE49-F238E27FC236}">
                  <a16:creationId xmlns:a16="http://schemas.microsoft.com/office/drawing/2014/main" id="{BFC89CA3-DA65-6292-DD4F-8DD896495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06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56" name="Line 56">
              <a:extLst>
                <a:ext uri="{FF2B5EF4-FFF2-40B4-BE49-F238E27FC236}">
                  <a16:creationId xmlns:a16="http://schemas.microsoft.com/office/drawing/2014/main" id="{85AC71E3-8BFB-964D-4566-9C34D38E3C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11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57" name="Text Box 57">
              <a:extLst>
                <a:ext uri="{FF2B5EF4-FFF2-40B4-BE49-F238E27FC236}">
                  <a16:creationId xmlns:a16="http://schemas.microsoft.com/office/drawing/2014/main" id="{338F26C6-DB34-F1A6-2752-B8F9022E9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1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50" name="Freeform 58">
            <a:extLst>
              <a:ext uri="{FF2B5EF4-FFF2-40B4-BE49-F238E27FC236}">
                <a16:creationId xmlns:a16="http://schemas.microsoft.com/office/drawing/2014/main" id="{50449984-193A-A969-7A7B-531CA4C6DC43}"/>
              </a:ext>
            </a:extLst>
          </p:cNvPr>
          <p:cNvSpPr>
            <a:spLocks/>
          </p:cNvSpPr>
          <p:nvPr/>
        </p:nvSpPr>
        <p:spPr bwMode="auto">
          <a:xfrm>
            <a:off x="3581400" y="5410200"/>
            <a:ext cx="4216400" cy="762000"/>
          </a:xfrm>
          <a:custGeom>
            <a:avLst/>
            <a:gdLst>
              <a:gd name="T0" fmla="*/ 0 w 2656"/>
              <a:gd name="T1" fmla="*/ 0 h 296"/>
              <a:gd name="T2" fmla="*/ 2147483646 w 2656"/>
              <a:gd name="T3" fmla="*/ 2147483646 h 296"/>
              <a:gd name="T4" fmla="*/ 2147483646 w 2656"/>
              <a:gd name="T5" fmla="*/ 2147483646 h 296"/>
              <a:gd name="T6" fmla="*/ 2147483646 w 2656"/>
              <a:gd name="T7" fmla="*/ 2147483646 h 296"/>
              <a:gd name="T8" fmla="*/ 2147483646 w 2656"/>
              <a:gd name="T9" fmla="*/ 2147483646 h 296"/>
              <a:gd name="T10" fmla="*/ 2147483646 w 2656"/>
              <a:gd name="T11" fmla="*/ 0 h 2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656" h="296">
                <a:moveTo>
                  <a:pt x="0" y="0"/>
                </a:moveTo>
                <a:cubicBezTo>
                  <a:pt x="44" y="96"/>
                  <a:pt x="88" y="192"/>
                  <a:pt x="192" y="240"/>
                </a:cubicBezTo>
                <a:cubicBezTo>
                  <a:pt x="296" y="288"/>
                  <a:pt x="280" y="280"/>
                  <a:pt x="624" y="288"/>
                </a:cubicBezTo>
                <a:cubicBezTo>
                  <a:pt x="968" y="296"/>
                  <a:pt x="1928" y="296"/>
                  <a:pt x="2256" y="288"/>
                </a:cubicBezTo>
                <a:cubicBezTo>
                  <a:pt x="2584" y="280"/>
                  <a:pt x="2528" y="288"/>
                  <a:pt x="2592" y="240"/>
                </a:cubicBezTo>
                <a:cubicBezTo>
                  <a:pt x="2656" y="192"/>
                  <a:pt x="2648" y="96"/>
                  <a:pt x="2640" y="0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51" name="Group 59">
            <a:extLst>
              <a:ext uri="{FF2B5EF4-FFF2-40B4-BE49-F238E27FC236}">
                <a16:creationId xmlns:a16="http://schemas.microsoft.com/office/drawing/2014/main" id="{72EE381F-11FA-B7B8-9901-930696459F94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5715000"/>
            <a:ext cx="762000" cy="533400"/>
            <a:chOff x="3360" y="3024"/>
            <a:chExt cx="480" cy="336"/>
          </a:xfrm>
        </p:grpSpPr>
        <p:sp>
          <p:nvSpPr>
            <p:cNvPr id="12352" name="Text Box 60">
              <a:extLst>
                <a:ext uri="{FF2B5EF4-FFF2-40B4-BE49-F238E27FC236}">
                  <a16:creationId xmlns:a16="http://schemas.microsoft.com/office/drawing/2014/main" id="{1E258D38-0CB1-E1DC-83B3-2F1FDAFBC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0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53" name="Line 61">
              <a:extLst>
                <a:ext uri="{FF2B5EF4-FFF2-40B4-BE49-F238E27FC236}">
                  <a16:creationId xmlns:a16="http://schemas.microsoft.com/office/drawing/2014/main" id="{8902155B-F20E-DB4B-4880-6C7D061622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0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54" name="Text Box 62">
              <a:extLst>
                <a:ext uri="{FF2B5EF4-FFF2-40B4-BE49-F238E27FC236}">
                  <a16:creationId xmlns:a16="http://schemas.microsoft.com/office/drawing/2014/main" id="{8D25AF66-0730-98C0-C9C7-B8B905986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55" name="Group 63">
            <a:extLst>
              <a:ext uri="{FF2B5EF4-FFF2-40B4-BE49-F238E27FC236}">
                <a16:creationId xmlns:a16="http://schemas.microsoft.com/office/drawing/2014/main" id="{2958DF25-2215-C55A-0DB3-A0B3288EF264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191000"/>
            <a:ext cx="762000" cy="457200"/>
            <a:chOff x="3504" y="2640"/>
            <a:chExt cx="480" cy="288"/>
          </a:xfrm>
        </p:grpSpPr>
        <p:sp>
          <p:nvSpPr>
            <p:cNvPr id="12349" name="Text Box 64">
              <a:extLst>
                <a:ext uri="{FF2B5EF4-FFF2-40B4-BE49-F238E27FC236}">
                  <a16:creationId xmlns:a16="http://schemas.microsoft.com/office/drawing/2014/main" id="{A6E8AB91-9742-3683-57D6-5EF7C7F52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50" name="Line 65">
              <a:extLst>
                <a:ext uri="{FF2B5EF4-FFF2-40B4-BE49-F238E27FC236}">
                  <a16:creationId xmlns:a16="http://schemas.microsoft.com/office/drawing/2014/main" id="{BCAF9A01-A299-5D7B-C6DD-A269067EA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640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51" name="Text Box 66">
              <a:extLst>
                <a:ext uri="{FF2B5EF4-FFF2-40B4-BE49-F238E27FC236}">
                  <a16:creationId xmlns:a16="http://schemas.microsoft.com/office/drawing/2014/main" id="{275F0FD8-CE4A-AADB-CA0A-20B3B1BF1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64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59" name="Group 67">
            <a:extLst>
              <a:ext uri="{FF2B5EF4-FFF2-40B4-BE49-F238E27FC236}">
                <a16:creationId xmlns:a16="http://schemas.microsoft.com/office/drawing/2014/main" id="{A2BBEE1F-95CE-BC3D-50CB-85ECEC263451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4191000"/>
            <a:ext cx="838200" cy="533400"/>
            <a:chOff x="4512" y="1824"/>
            <a:chExt cx="528" cy="336"/>
          </a:xfrm>
        </p:grpSpPr>
        <p:sp>
          <p:nvSpPr>
            <p:cNvPr id="12346" name="Text Box 68">
              <a:extLst>
                <a:ext uri="{FF2B5EF4-FFF2-40B4-BE49-F238E27FC236}">
                  <a16:creationId xmlns:a16="http://schemas.microsoft.com/office/drawing/2014/main" id="{BFB7904D-2E40-39D4-6329-E17A38488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47" name="Line 69">
              <a:extLst>
                <a:ext uri="{FF2B5EF4-FFF2-40B4-BE49-F238E27FC236}">
                  <a16:creationId xmlns:a16="http://schemas.microsoft.com/office/drawing/2014/main" id="{88A09255-BFEE-44B3-3506-99E8EAF37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8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48" name="Text Box 70">
              <a:extLst>
                <a:ext uri="{FF2B5EF4-FFF2-40B4-BE49-F238E27FC236}">
                  <a16:creationId xmlns:a16="http://schemas.microsoft.com/office/drawing/2014/main" id="{A72045C6-6825-43EE-9196-3B6505C31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63" name="Freeform 71">
            <a:extLst>
              <a:ext uri="{FF2B5EF4-FFF2-40B4-BE49-F238E27FC236}">
                <a16:creationId xmlns:a16="http://schemas.microsoft.com/office/drawing/2014/main" id="{A3176FF4-446B-7D83-4F5A-F8CA3EE09D64}"/>
              </a:ext>
            </a:extLst>
          </p:cNvPr>
          <p:cNvSpPr>
            <a:spLocks/>
          </p:cNvSpPr>
          <p:nvPr/>
        </p:nvSpPr>
        <p:spPr bwMode="auto">
          <a:xfrm>
            <a:off x="1600200" y="5410200"/>
            <a:ext cx="3886200" cy="685800"/>
          </a:xfrm>
          <a:custGeom>
            <a:avLst/>
            <a:gdLst>
              <a:gd name="T0" fmla="*/ 2147483646 w 2448"/>
              <a:gd name="T1" fmla="*/ 0 h 384"/>
              <a:gd name="T2" fmla="*/ 2147483646 w 2448"/>
              <a:gd name="T3" fmla="*/ 2147483646 h 384"/>
              <a:gd name="T4" fmla="*/ 2147483646 w 2448"/>
              <a:gd name="T5" fmla="*/ 2147483646 h 384"/>
              <a:gd name="T6" fmla="*/ 2147483646 w 2448"/>
              <a:gd name="T7" fmla="*/ 2147483646 h 384"/>
              <a:gd name="T8" fmla="*/ 2147483646 w 2448"/>
              <a:gd name="T9" fmla="*/ 2147483646 h 384"/>
              <a:gd name="T10" fmla="*/ 0 w 2448"/>
              <a:gd name="T11" fmla="*/ 2147483646 h 3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48" h="384">
                <a:moveTo>
                  <a:pt x="2448" y="0"/>
                </a:moveTo>
                <a:cubicBezTo>
                  <a:pt x="2400" y="72"/>
                  <a:pt x="2352" y="144"/>
                  <a:pt x="2304" y="192"/>
                </a:cubicBezTo>
                <a:cubicBezTo>
                  <a:pt x="2256" y="240"/>
                  <a:pt x="2272" y="264"/>
                  <a:pt x="2160" y="288"/>
                </a:cubicBezTo>
                <a:cubicBezTo>
                  <a:pt x="2048" y="312"/>
                  <a:pt x="1912" y="328"/>
                  <a:pt x="1632" y="336"/>
                </a:cubicBezTo>
                <a:cubicBezTo>
                  <a:pt x="1352" y="344"/>
                  <a:pt x="752" y="384"/>
                  <a:pt x="480" y="336"/>
                </a:cubicBezTo>
                <a:cubicBezTo>
                  <a:pt x="208" y="288"/>
                  <a:pt x="104" y="168"/>
                  <a:pt x="0" y="48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64" name="Group 72">
            <a:extLst>
              <a:ext uri="{FF2B5EF4-FFF2-40B4-BE49-F238E27FC236}">
                <a16:creationId xmlns:a16="http://schemas.microsoft.com/office/drawing/2014/main" id="{EB824253-0666-B35F-94F5-CE56CCD368E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562600"/>
            <a:ext cx="838200" cy="533400"/>
            <a:chOff x="1488" y="2928"/>
            <a:chExt cx="528" cy="336"/>
          </a:xfrm>
        </p:grpSpPr>
        <p:sp>
          <p:nvSpPr>
            <p:cNvPr id="12343" name="Line 73">
              <a:extLst>
                <a:ext uri="{FF2B5EF4-FFF2-40B4-BE49-F238E27FC236}">
                  <a16:creationId xmlns:a16="http://schemas.microsoft.com/office/drawing/2014/main" id="{16EB0271-F513-9124-0DFA-A2E6A3359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976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44" name="Text Box 74">
              <a:extLst>
                <a:ext uri="{FF2B5EF4-FFF2-40B4-BE49-F238E27FC236}">
                  <a16:creationId xmlns:a16="http://schemas.microsoft.com/office/drawing/2014/main" id="{E604749A-DEF1-020D-6D52-15DBC8924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9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45" name="Text Box 75">
              <a:extLst>
                <a:ext uri="{FF2B5EF4-FFF2-40B4-BE49-F238E27FC236}">
                  <a16:creationId xmlns:a16="http://schemas.microsoft.com/office/drawing/2014/main" id="{FC2F6E33-1744-FB47-EE83-63F98AEA6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92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68" name="Freeform 76">
            <a:extLst>
              <a:ext uri="{FF2B5EF4-FFF2-40B4-BE49-F238E27FC236}">
                <a16:creationId xmlns:a16="http://schemas.microsoft.com/office/drawing/2014/main" id="{5C79FBEF-61DD-D2F8-D65D-CC9567FB128D}"/>
              </a:ext>
            </a:extLst>
          </p:cNvPr>
          <p:cNvSpPr>
            <a:spLocks/>
          </p:cNvSpPr>
          <p:nvPr/>
        </p:nvSpPr>
        <p:spPr bwMode="auto">
          <a:xfrm>
            <a:off x="3657600" y="5257800"/>
            <a:ext cx="1676400" cy="457200"/>
          </a:xfrm>
          <a:custGeom>
            <a:avLst/>
            <a:gdLst>
              <a:gd name="T0" fmla="*/ 2147483646 w 2448"/>
              <a:gd name="T1" fmla="*/ 0 h 384"/>
              <a:gd name="T2" fmla="*/ 2147483646 w 2448"/>
              <a:gd name="T3" fmla="*/ 2147483646 h 384"/>
              <a:gd name="T4" fmla="*/ 2147483646 w 2448"/>
              <a:gd name="T5" fmla="*/ 2147483646 h 384"/>
              <a:gd name="T6" fmla="*/ 2147483646 w 2448"/>
              <a:gd name="T7" fmla="*/ 2147483646 h 384"/>
              <a:gd name="T8" fmla="*/ 2147483646 w 2448"/>
              <a:gd name="T9" fmla="*/ 2147483646 h 384"/>
              <a:gd name="T10" fmla="*/ 0 w 2448"/>
              <a:gd name="T11" fmla="*/ 2147483646 h 3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48" h="384">
                <a:moveTo>
                  <a:pt x="2448" y="0"/>
                </a:moveTo>
                <a:cubicBezTo>
                  <a:pt x="2400" y="72"/>
                  <a:pt x="2352" y="144"/>
                  <a:pt x="2304" y="192"/>
                </a:cubicBezTo>
                <a:cubicBezTo>
                  <a:pt x="2256" y="240"/>
                  <a:pt x="2272" y="264"/>
                  <a:pt x="2160" y="288"/>
                </a:cubicBezTo>
                <a:cubicBezTo>
                  <a:pt x="2048" y="312"/>
                  <a:pt x="1912" y="328"/>
                  <a:pt x="1632" y="336"/>
                </a:cubicBezTo>
                <a:cubicBezTo>
                  <a:pt x="1352" y="344"/>
                  <a:pt x="752" y="384"/>
                  <a:pt x="480" y="336"/>
                </a:cubicBezTo>
                <a:cubicBezTo>
                  <a:pt x="208" y="288"/>
                  <a:pt x="104" y="168"/>
                  <a:pt x="0" y="48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69" name="Group 77">
            <a:extLst>
              <a:ext uri="{FF2B5EF4-FFF2-40B4-BE49-F238E27FC236}">
                <a16:creationId xmlns:a16="http://schemas.microsoft.com/office/drawing/2014/main" id="{75D48705-793D-9B72-345E-98EDD092F805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5181600"/>
            <a:ext cx="838200" cy="533400"/>
            <a:chOff x="2592" y="2448"/>
            <a:chExt cx="528" cy="336"/>
          </a:xfrm>
        </p:grpSpPr>
        <p:sp>
          <p:nvSpPr>
            <p:cNvPr id="12340" name="Line 78">
              <a:extLst>
                <a:ext uri="{FF2B5EF4-FFF2-40B4-BE49-F238E27FC236}">
                  <a16:creationId xmlns:a16="http://schemas.microsoft.com/office/drawing/2014/main" id="{C0DF5FE6-8BF7-C46A-54BA-61A6EDA588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2496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41" name="Text Box 79">
              <a:extLst>
                <a:ext uri="{FF2B5EF4-FFF2-40B4-BE49-F238E27FC236}">
                  <a16:creationId xmlns:a16="http://schemas.microsoft.com/office/drawing/2014/main" id="{0F3E982F-55F8-641C-0F05-3ADF17E37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42" name="Text Box 80">
              <a:extLst>
                <a:ext uri="{FF2B5EF4-FFF2-40B4-BE49-F238E27FC236}">
                  <a16:creationId xmlns:a16="http://schemas.microsoft.com/office/drawing/2014/main" id="{07D486CA-3E02-A573-09DA-CA868296BA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44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673873" name="Line 81">
            <a:extLst>
              <a:ext uri="{FF2B5EF4-FFF2-40B4-BE49-F238E27FC236}">
                <a16:creationId xmlns:a16="http://schemas.microsoft.com/office/drawing/2014/main" id="{833FE2FB-D7E5-2DEF-46FA-09F0C72B27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5105400"/>
            <a:ext cx="14478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74" name="Group 82">
            <a:extLst>
              <a:ext uri="{FF2B5EF4-FFF2-40B4-BE49-F238E27FC236}">
                <a16:creationId xmlns:a16="http://schemas.microsoft.com/office/drawing/2014/main" id="{1C75D64D-50A5-3E30-96BA-AC534CD74E3A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648200"/>
            <a:ext cx="838200" cy="457200"/>
            <a:chOff x="3984" y="2112"/>
            <a:chExt cx="528" cy="288"/>
          </a:xfrm>
        </p:grpSpPr>
        <p:sp>
          <p:nvSpPr>
            <p:cNvPr id="12337" name="Text Box 83">
              <a:extLst>
                <a:ext uri="{FF2B5EF4-FFF2-40B4-BE49-F238E27FC236}">
                  <a16:creationId xmlns:a16="http://schemas.microsoft.com/office/drawing/2014/main" id="{E4FBB434-3609-6F21-2ED1-D3012B240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11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38" name="Line 84">
              <a:extLst>
                <a:ext uri="{FF2B5EF4-FFF2-40B4-BE49-F238E27FC236}">
                  <a16:creationId xmlns:a16="http://schemas.microsoft.com/office/drawing/2014/main" id="{A5873AD6-C430-6E20-709B-BA375804B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2112"/>
              <a:ext cx="144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39" name="Text Box 85">
              <a:extLst>
                <a:ext uri="{FF2B5EF4-FFF2-40B4-BE49-F238E27FC236}">
                  <a16:creationId xmlns:a16="http://schemas.microsoft.com/office/drawing/2014/main" id="{A2EA7C2D-617C-9C08-A626-AF3A519DA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1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66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673878" name="Freeform 86">
            <a:extLst>
              <a:ext uri="{FF2B5EF4-FFF2-40B4-BE49-F238E27FC236}">
                <a16:creationId xmlns:a16="http://schemas.microsoft.com/office/drawing/2014/main" id="{0F6292BB-B7DD-465E-4F67-DF7BEED8A55B}"/>
              </a:ext>
            </a:extLst>
          </p:cNvPr>
          <p:cNvSpPr>
            <a:spLocks/>
          </p:cNvSpPr>
          <p:nvPr/>
        </p:nvSpPr>
        <p:spPr bwMode="auto">
          <a:xfrm flipH="1">
            <a:off x="7848600" y="4876800"/>
            <a:ext cx="444500" cy="673100"/>
          </a:xfrm>
          <a:custGeom>
            <a:avLst/>
            <a:gdLst>
              <a:gd name="T0" fmla="*/ 2147483646 w 296"/>
              <a:gd name="T1" fmla="*/ 2147483646 h 424"/>
              <a:gd name="T2" fmla="*/ 2147483646 w 296"/>
              <a:gd name="T3" fmla="*/ 2147483646 h 424"/>
              <a:gd name="T4" fmla="*/ 2147483646 w 296"/>
              <a:gd name="T5" fmla="*/ 2147483646 h 424"/>
              <a:gd name="T6" fmla="*/ 2147483646 w 296"/>
              <a:gd name="T7" fmla="*/ 2147483646 h 424"/>
              <a:gd name="T8" fmla="*/ 2147483646 w 296"/>
              <a:gd name="T9" fmla="*/ 2147483646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6" h="424">
                <a:moveTo>
                  <a:pt x="248" y="64"/>
                </a:moveTo>
                <a:cubicBezTo>
                  <a:pt x="196" y="32"/>
                  <a:pt x="144" y="0"/>
                  <a:pt x="104" y="16"/>
                </a:cubicBezTo>
                <a:cubicBezTo>
                  <a:pt x="64" y="32"/>
                  <a:pt x="16" y="96"/>
                  <a:pt x="8" y="160"/>
                </a:cubicBezTo>
                <a:cubicBezTo>
                  <a:pt x="0" y="224"/>
                  <a:pt x="8" y="376"/>
                  <a:pt x="56" y="400"/>
                </a:cubicBezTo>
                <a:cubicBezTo>
                  <a:pt x="104" y="424"/>
                  <a:pt x="200" y="364"/>
                  <a:pt x="296" y="304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79" name="Group 87">
            <a:extLst>
              <a:ext uri="{FF2B5EF4-FFF2-40B4-BE49-F238E27FC236}">
                <a16:creationId xmlns:a16="http://schemas.microsoft.com/office/drawing/2014/main" id="{9E8D909C-6B73-E23A-2364-28F89D54FDBE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4953000"/>
            <a:ext cx="762000" cy="533400"/>
            <a:chOff x="5232" y="2304"/>
            <a:chExt cx="480" cy="336"/>
          </a:xfrm>
        </p:grpSpPr>
        <p:sp>
          <p:nvSpPr>
            <p:cNvPr id="12334" name="Line 88">
              <a:extLst>
                <a:ext uri="{FF2B5EF4-FFF2-40B4-BE49-F238E27FC236}">
                  <a16:creationId xmlns:a16="http://schemas.microsoft.com/office/drawing/2014/main" id="{A1E5D392-F738-6A97-50CE-D968F848B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235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35" name="Text Box 89">
              <a:extLst>
                <a:ext uri="{FF2B5EF4-FFF2-40B4-BE49-F238E27FC236}">
                  <a16:creationId xmlns:a16="http://schemas.microsoft.com/office/drawing/2014/main" id="{B612959F-BC6F-13D7-617D-5BCEB2692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23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36" name="Text Box 90">
              <a:extLst>
                <a:ext uri="{FF2B5EF4-FFF2-40B4-BE49-F238E27FC236}">
                  <a16:creationId xmlns:a16="http://schemas.microsoft.com/office/drawing/2014/main" id="{48DABC22-81FB-D169-D078-3D4907ADC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73883" name="Group 91">
            <a:extLst>
              <a:ext uri="{FF2B5EF4-FFF2-40B4-BE49-F238E27FC236}">
                <a16:creationId xmlns:a16="http://schemas.microsoft.com/office/drawing/2014/main" id="{288CAE92-31A7-EFEE-5D45-FCB48E47D65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352800"/>
            <a:ext cx="838200" cy="457200"/>
            <a:chOff x="3360" y="1248"/>
            <a:chExt cx="528" cy="288"/>
          </a:xfrm>
        </p:grpSpPr>
        <p:sp>
          <p:nvSpPr>
            <p:cNvPr id="12329" name="Text Box 92">
              <a:extLst>
                <a:ext uri="{FF2B5EF4-FFF2-40B4-BE49-F238E27FC236}">
                  <a16:creationId xmlns:a16="http://schemas.microsoft.com/office/drawing/2014/main" id="{3B3E79A7-8F85-3AB4-D0E9-B7C371EDE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24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12330" name="Group 93">
              <a:extLst>
                <a:ext uri="{FF2B5EF4-FFF2-40B4-BE49-F238E27FC236}">
                  <a16:creationId xmlns:a16="http://schemas.microsoft.com/office/drawing/2014/main" id="{B5E2A437-712B-6AB2-72E7-F4E024A2E2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1248"/>
              <a:ext cx="336" cy="288"/>
              <a:chOff x="4416" y="2544"/>
              <a:chExt cx="336" cy="288"/>
            </a:xfrm>
          </p:grpSpPr>
          <p:sp>
            <p:nvSpPr>
              <p:cNvPr id="12332" name="Line 94">
                <a:extLst>
                  <a:ext uri="{FF2B5EF4-FFF2-40B4-BE49-F238E27FC236}">
                    <a16:creationId xmlns:a16="http://schemas.microsoft.com/office/drawing/2014/main" id="{9ECD945C-9A1F-75AF-FAA9-83224B246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2544"/>
                <a:ext cx="144" cy="24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333" name="Text Box 95">
                <a:extLst>
                  <a:ext uri="{FF2B5EF4-FFF2-40B4-BE49-F238E27FC236}">
                    <a16:creationId xmlns:a16="http://schemas.microsoft.com/office/drawing/2014/main" id="{B3354CEF-B408-E811-406D-CF527A330B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54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2331" name="Line 96">
              <a:extLst>
                <a:ext uri="{FF2B5EF4-FFF2-40B4-BE49-F238E27FC236}">
                  <a16:creationId xmlns:a16="http://schemas.microsoft.com/office/drawing/2014/main" id="{59D3BCE9-C9CA-6937-9884-2E4D0AC30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248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73889" name="Rectangle 97">
            <a:extLst>
              <a:ext uri="{FF2B5EF4-FFF2-40B4-BE49-F238E27FC236}">
                <a16:creationId xmlns:a16="http://schemas.microsoft.com/office/drawing/2014/main" id="{824B91BC-2D53-CD6E-574B-58090EBF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438400"/>
            <a:ext cx="77724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假设该逻辑电路的初始状态为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a,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根据题意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可列出不同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序列输入下电路状态的变化规律以及输出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Z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的值。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3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3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7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7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3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3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6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6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7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6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7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73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73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6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7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3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73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6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7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73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73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500"/>
                                        <p:tgtEl>
                                          <p:spTgt spid="67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73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73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1" dur="500"/>
                                        <p:tgtEl>
                                          <p:spTgt spid="67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73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73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2" dur="500"/>
                                        <p:tgtEl>
                                          <p:spTgt spid="67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73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73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3" dur="500"/>
                                        <p:tgtEl>
                                          <p:spTgt spid="67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73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73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4" dur="500"/>
                                        <p:tgtEl>
                                          <p:spTgt spid="67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73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73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5" dur="500"/>
                                        <p:tgtEl>
                                          <p:spTgt spid="67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73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73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6" dur="500"/>
                                        <p:tgtEl>
                                          <p:spTgt spid="67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73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73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7" dur="500"/>
                                        <p:tgtEl>
                                          <p:spTgt spid="67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88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灯片编号占位符 5">
            <a:extLst>
              <a:ext uri="{FF2B5EF4-FFF2-40B4-BE49-F238E27FC236}">
                <a16:creationId xmlns:a16="http://schemas.microsoft.com/office/drawing/2014/main" id="{C808437A-E4C9-FB65-CE16-627EAE7B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6E4371-A993-48F8-8D1B-AC1A006FF3AD}" type="slidenum">
              <a:rPr lang="en-US" altLang="zh-CN" sz="1000" smtClean="0"/>
              <a:pPr>
                <a:defRPr/>
              </a:pPr>
              <a:t>8</a:t>
            </a:fld>
            <a:endParaRPr lang="en-US" altLang="zh-CN" sz="1000"/>
          </a:p>
        </p:txBody>
      </p:sp>
      <p:sp>
        <p:nvSpPr>
          <p:cNvPr id="674818" name="Rectangle 2">
            <a:extLst>
              <a:ext uri="{FF2B5EF4-FFF2-40B4-BE49-F238E27FC236}">
                <a16:creationId xmlns:a16="http://schemas.microsoft.com/office/drawing/2014/main" id="{5E150E68-763F-F656-5DEC-EA1FABB2E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4819" name="Rectangle 3">
            <a:extLst>
              <a:ext uri="{FF2B5EF4-FFF2-40B4-BE49-F238E27FC236}">
                <a16:creationId xmlns:a16="http://schemas.microsoft.com/office/drawing/2014/main" id="{01CA94B2-B0F2-DD7F-F038-6A3498E80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状态图的另一种方式</a:t>
            </a:r>
          </a:p>
        </p:txBody>
      </p:sp>
      <p:grpSp>
        <p:nvGrpSpPr>
          <p:cNvPr id="13317" name="Group 4">
            <a:extLst>
              <a:ext uri="{FF2B5EF4-FFF2-40B4-BE49-F238E27FC236}">
                <a16:creationId xmlns:a16="http://schemas.microsoft.com/office/drawing/2014/main" id="{02A3FE15-35AC-8EDF-6881-BBDE11A8C42D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286000"/>
            <a:ext cx="609600" cy="609600"/>
            <a:chOff x="2640" y="1872"/>
            <a:chExt cx="384" cy="384"/>
          </a:xfrm>
        </p:grpSpPr>
        <p:sp>
          <p:nvSpPr>
            <p:cNvPr id="13416" name="Oval 5">
              <a:extLst>
                <a:ext uri="{FF2B5EF4-FFF2-40B4-BE49-F238E27FC236}">
                  <a16:creationId xmlns:a16="http://schemas.microsoft.com/office/drawing/2014/main" id="{4E04BDBE-967E-062A-FD11-646E77038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8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7" name="Text Box 6">
              <a:extLst>
                <a:ext uri="{FF2B5EF4-FFF2-40B4-BE49-F238E27FC236}">
                  <a16:creationId xmlns:a16="http://schemas.microsoft.com/office/drawing/2014/main" id="{4AA5B2A2-F244-EFA5-B9B4-00833A7A1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9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3318" name="Group 7">
            <a:extLst>
              <a:ext uri="{FF2B5EF4-FFF2-40B4-BE49-F238E27FC236}">
                <a16:creationId xmlns:a16="http://schemas.microsoft.com/office/drawing/2014/main" id="{0B2A1BD7-E22F-A550-84D3-6C076B4506D0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200400"/>
            <a:ext cx="609600" cy="609600"/>
            <a:chOff x="1440" y="2448"/>
            <a:chExt cx="384" cy="384"/>
          </a:xfrm>
        </p:grpSpPr>
        <p:sp>
          <p:nvSpPr>
            <p:cNvPr id="13414" name="Oval 8">
              <a:extLst>
                <a:ext uri="{FF2B5EF4-FFF2-40B4-BE49-F238E27FC236}">
                  <a16:creationId xmlns:a16="http://schemas.microsoft.com/office/drawing/2014/main" id="{42C9665B-9A97-7890-86E7-2E304211E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5" name="Text Box 9">
              <a:extLst>
                <a:ext uri="{FF2B5EF4-FFF2-40B4-BE49-F238E27FC236}">
                  <a16:creationId xmlns:a16="http://schemas.microsoft.com/office/drawing/2014/main" id="{92197380-5B99-608A-5E75-FC07843F2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3319" name="Group 10">
            <a:extLst>
              <a:ext uri="{FF2B5EF4-FFF2-40B4-BE49-F238E27FC236}">
                <a16:creationId xmlns:a16="http://schemas.microsoft.com/office/drawing/2014/main" id="{1C67209A-FBDE-3F25-3C8A-A0B9BBAECAA8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200400"/>
            <a:ext cx="609600" cy="609600"/>
            <a:chOff x="3984" y="2448"/>
            <a:chExt cx="384" cy="384"/>
          </a:xfrm>
        </p:grpSpPr>
        <p:sp>
          <p:nvSpPr>
            <p:cNvPr id="13412" name="Oval 11">
              <a:extLst>
                <a:ext uri="{FF2B5EF4-FFF2-40B4-BE49-F238E27FC236}">
                  <a16:creationId xmlns:a16="http://schemas.microsoft.com/office/drawing/2014/main" id="{603D1499-6863-4C84-827C-F8B798258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3" name="Text Box 12">
              <a:extLst>
                <a:ext uri="{FF2B5EF4-FFF2-40B4-BE49-F238E27FC236}">
                  <a16:creationId xmlns:a16="http://schemas.microsoft.com/office/drawing/2014/main" id="{41FD6CBD-718B-D46E-2618-CC807E493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13320" name="Group 13">
            <a:extLst>
              <a:ext uri="{FF2B5EF4-FFF2-40B4-BE49-F238E27FC236}">
                <a16:creationId xmlns:a16="http://schemas.microsoft.com/office/drawing/2014/main" id="{BA09E6C8-150F-8FBF-8FA4-31FDAB7BC97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191000"/>
            <a:ext cx="609600" cy="609600"/>
            <a:chOff x="768" y="3072"/>
            <a:chExt cx="384" cy="384"/>
          </a:xfrm>
        </p:grpSpPr>
        <p:sp>
          <p:nvSpPr>
            <p:cNvPr id="13410" name="Oval 14">
              <a:extLst>
                <a:ext uri="{FF2B5EF4-FFF2-40B4-BE49-F238E27FC236}">
                  <a16:creationId xmlns:a16="http://schemas.microsoft.com/office/drawing/2014/main" id="{C28CDB75-2744-096F-C6F4-1BF48FB79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1" name="Text Box 15">
              <a:extLst>
                <a:ext uri="{FF2B5EF4-FFF2-40B4-BE49-F238E27FC236}">
                  <a16:creationId xmlns:a16="http://schemas.microsoft.com/office/drawing/2014/main" id="{1FB69E6A-4BED-FE9D-19F9-F336CD754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321" name="Group 16">
            <a:extLst>
              <a:ext uri="{FF2B5EF4-FFF2-40B4-BE49-F238E27FC236}">
                <a16:creationId xmlns:a16="http://schemas.microsoft.com/office/drawing/2014/main" id="{D5959E77-0254-82A6-8B84-DC269C821CDE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114800"/>
            <a:ext cx="609600" cy="609600"/>
            <a:chOff x="1968" y="3024"/>
            <a:chExt cx="384" cy="384"/>
          </a:xfrm>
        </p:grpSpPr>
        <p:sp>
          <p:nvSpPr>
            <p:cNvPr id="13408" name="Oval 17">
              <a:extLst>
                <a:ext uri="{FF2B5EF4-FFF2-40B4-BE49-F238E27FC236}">
                  <a16:creationId xmlns:a16="http://schemas.microsoft.com/office/drawing/2014/main" id="{21FA32FD-2051-8D7A-5CF9-8C888159E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9" name="Text Box 18">
              <a:extLst>
                <a:ext uri="{FF2B5EF4-FFF2-40B4-BE49-F238E27FC236}">
                  <a16:creationId xmlns:a16="http://schemas.microsoft.com/office/drawing/2014/main" id="{AAB01B84-1A60-E878-FF95-98F36D896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3322" name="Group 19">
            <a:extLst>
              <a:ext uri="{FF2B5EF4-FFF2-40B4-BE49-F238E27FC236}">
                <a16:creationId xmlns:a16="http://schemas.microsoft.com/office/drawing/2014/main" id="{4FE33EFF-A2CE-BFD9-5243-ADEFC7EF385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114800"/>
            <a:ext cx="609600" cy="609600"/>
            <a:chOff x="3312" y="3024"/>
            <a:chExt cx="384" cy="384"/>
          </a:xfrm>
        </p:grpSpPr>
        <p:sp>
          <p:nvSpPr>
            <p:cNvPr id="13406" name="Oval 20">
              <a:extLst>
                <a:ext uri="{FF2B5EF4-FFF2-40B4-BE49-F238E27FC236}">
                  <a16:creationId xmlns:a16="http://schemas.microsoft.com/office/drawing/2014/main" id="{302B0F93-CF67-629E-0C7E-4FD935EDC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7" name="Text Box 21">
              <a:extLst>
                <a:ext uri="{FF2B5EF4-FFF2-40B4-BE49-F238E27FC236}">
                  <a16:creationId xmlns:a16="http://schemas.microsoft.com/office/drawing/2014/main" id="{CFAEACF9-18E8-21E1-CA77-600B25061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3323" name="Group 22">
            <a:extLst>
              <a:ext uri="{FF2B5EF4-FFF2-40B4-BE49-F238E27FC236}">
                <a16:creationId xmlns:a16="http://schemas.microsoft.com/office/drawing/2014/main" id="{C2776B67-FAD7-E49C-01E0-33B6DFD6973F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114800"/>
            <a:ext cx="609600" cy="609600"/>
            <a:chOff x="4608" y="3024"/>
            <a:chExt cx="384" cy="384"/>
          </a:xfrm>
        </p:grpSpPr>
        <p:sp>
          <p:nvSpPr>
            <p:cNvPr id="13404" name="Oval 23">
              <a:extLst>
                <a:ext uri="{FF2B5EF4-FFF2-40B4-BE49-F238E27FC236}">
                  <a16:creationId xmlns:a16="http://schemas.microsoft.com/office/drawing/2014/main" id="{7804032D-C228-7E9E-79E0-C6F0B6785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5" name="Text Box 24">
              <a:extLst>
                <a:ext uri="{FF2B5EF4-FFF2-40B4-BE49-F238E27FC236}">
                  <a16:creationId xmlns:a16="http://schemas.microsoft.com/office/drawing/2014/main" id="{98C4E9A0-61FC-9102-390F-9F81592FE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grpSp>
        <p:nvGrpSpPr>
          <p:cNvPr id="13324" name="Group 25">
            <a:extLst>
              <a:ext uri="{FF2B5EF4-FFF2-40B4-BE49-F238E27FC236}">
                <a16:creationId xmlns:a16="http://schemas.microsoft.com/office/drawing/2014/main" id="{84E94DCE-A40B-3E20-A33D-DA0E0084880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181600"/>
            <a:ext cx="609600" cy="609600"/>
            <a:chOff x="384" y="3696"/>
            <a:chExt cx="384" cy="384"/>
          </a:xfrm>
        </p:grpSpPr>
        <p:sp>
          <p:nvSpPr>
            <p:cNvPr id="13402" name="Oval 26">
              <a:extLst>
                <a:ext uri="{FF2B5EF4-FFF2-40B4-BE49-F238E27FC236}">
                  <a16:creationId xmlns:a16="http://schemas.microsoft.com/office/drawing/2014/main" id="{0FC690E7-ABFF-11EB-5D10-875C53FD3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3" name="Text Box 27">
              <a:extLst>
                <a:ext uri="{FF2B5EF4-FFF2-40B4-BE49-F238E27FC236}">
                  <a16:creationId xmlns:a16="http://schemas.microsoft.com/office/drawing/2014/main" id="{425F4FBF-3CCA-F943-D76B-72FB7CE6A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325" name="Group 28">
            <a:extLst>
              <a:ext uri="{FF2B5EF4-FFF2-40B4-BE49-F238E27FC236}">
                <a16:creationId xmlns:a16="http://schemas.microsoft.com/office/drawing/2014/main" id="{F38B4475-B2E9-0AF1-C5D5-D3498C6B31E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181600"/>
            <a:ext cx="609600" cy="609600"/>
            <a:chOff x="1008" y="3696"/>
            <a:chExt cx="384" cy="384"/>
          </a:xfrm>
        </p:grpSpPr>
        <p:sp>
          <p:nvSpPr>
            <p:cNvPr id="13400" name="Oval 29">
              <a:extLst>
                <a:ext uri="{FF2B5EF4-FFF2-40B4-BE49-F238E27FC236}">
                  <a16:creationId xmlns:a16="http://schemas.microsoft.com/office/drawing/2014/main" id="{161CFDD2-72A8-14BA-422A-0AB4E6D6F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1" name="Text Box 30">
              <a:extLst>
                <a:ext uri="{FF2B5EF4-FFF2-40B4-BE49-F238E27FC236}">
                  <a16:creationId xmlns:a16="http://schemas.microsoft.com/office/drawing/2014/main" id="{FDC1590F-2AAF-67A3-4ABA-B2C22DE5B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3326" name="Group 31">
            <a:extLst>
              <a:ext uri="{FF2B5EF4-FFF2-40B4-BE49-F238E27FC236}">
                <a16:creationId xmlns:a16="http://schemas.microsoft.com/office/drawing/2014/main" id="{46FC578E-FF48-3610-6889-384B0097D8B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181600"/>
            <a:ext cx="609600" cy="609600"/>
            <a:chOff x="1632" y="3696"/>
            <a:chExt cx="384" cy="384"/>
          </a:xfrm>
        </p:grpSpPr>
        <p:sp>
          <p:nvSpPr>
            <p:cNvPr id="13398" name="Oval 32">
              <a:extLst>
                <a:ext uri="{FF2B5EF4-FFF2-40B4-BE49-F238E27FC236}">
                  <a16:creationId xmlns:a16="http://schemas.microsoft.com/office/drawing/2014/main" id="{1EC29CE7-606C-B9AF-50A3-6D1F6A603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9" name="Text Box 33">
              <a:extLst>
                <a:ext uri="{FF2B5EF4-FFF2-40B4-BE49-F238E27FC236}">
                  <a16:creationId xmlns:a16="http://schemas.microsoft.com/office/drawing/2014/main" id="{4102E5EB-E05B-8BA6-FDBF-94D7DEA2B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3327" name="Group 34">
            <a:extLst>
              <a:ext uri="{FF2B5EF4-FFF2-40B4-BE49-F238E27FC236}">
                <a16:creationId xmlns:a16="http://schemas.microsoft.com/office/drawing/2014/main" id="{D6067CE3-FEAE-70C3-61AB-52B6011FF173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5181600"/>
            <a:ext cx="609600" cy="609600"/>
            <a:chOff x="2304" y="3696"/>
            <a:chExt cx="384" cy="384"/>
          </a:xfrm>
        </p:grpSpPr>
        <p:sp>
          <p:nvSpPr>
            <p:cNvPr id="13396" name="Oval 35">
              <a:extLst>
                <a:ext uri="{FF2B5EF4-FFF2-40B4-BE49-F238E27FC236}">
                  <a16:creationId xmlns:a16="http://schemas.microsoft.com/office/drawing/2014/main" id="{D1E7504F-CA74-598D-8771-E1875207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7" name="Text Box 36">
              <a:extLst>
                <a:ext uri="{FF2B5EF4-FFF2-40B4-BE49-F238E27FC236}">
                  <a16:creationId xmlns:a16="http://schemas.microsoft.com/office/drawing/2014/main" id="{0D063005-7997-4E0D-C4FF-3C6C52837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6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grpSp>
        <p:nvGrpSpPr>
          <p:cNvPr id="13328" name="Group 37">
            <a:extLst>
              <a:ext uri="{FF2B5EF4-FFF2-40B4-BE49-F238E27FC236}">
                <a16:creationId xmlns:a16="http://schemas.microsoft.com/office/drawing/2014/main" id="{E5332603-366F-212D-BC42-148824D166F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5181600"/>
            <a:ext cx="609600" cy="609600"/>
            <a:chOff x="2976" y="3696"/>
            <a:chExt cx="384" cy="384"/>
          </a:xfrm>
        </p:grpSpPr>
        <p:sp>
          <p:nvSpPr>
            <p:cNvPr id="13394" name="Oval 38">
              <a:extLst>
                <a:ext uri="{FF2B5EF4-FFF2-40B4-BE49-F238E27FC236}">
                  <a16:creationId xmlns:a16="http://schemas.microsoft.com/office/drawing/2014/main" id="{E1782741-16EA-C42B-887B-F1AB112AF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5" name="Text Box 39">
              <a:extLst>
                <a:ext uri="{FF2B5EF4-FFF2-40B4-BE49-F238E27FC236}">
                  <a16:creationId xmlns:a16="http://schemas.microsoft.com/office/drawing/2014/main" id="{F7846087-3A79-4582-04E2-457292D68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329" name="Group 40">
            <a:extLst>
              <a:ext uri="{FF2B5EF4-FFF2-40B4-BE49-F238E27FC236}">
                <a16:creationId xmlns:a16="http://schemas.microsoft.com/office/drawing/2014/main" id="{296A5D5A-7A51-8BBC-5FAC-CFD2FC902BDC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5181600"/>
            <a:ext cx="609600" cy="609600"/>
            <a:chOff x="3648" y="3696"/>
            <a:chExt cx="384" cy="384"/>
          </a:xfrm>
        </p:grpSpPr>
        <p:sp>
          <p:nvSpPr>
            <p:cNvPr id="13392" name="Oval 41">
              <a:extLst>
                <a:ext uri="{FF2B5EF4-FFF2-40B4-BE49-F238E27FC236}">
                  <a16:creationId xmlns:a16="http://schemas.microsoft.com/office/drawing/2014/main" id="{507A243D-EF23-AF2D-6277-3FD8B6A91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3" name="Text Box 42">
              <a:extLst>
                <a:ext uri="{FF2B5EF4-FFF2-40B4-BE49-F238E27FC236}">
                  <a16:creationId xmlns:a16="http://schemas.microsoft.com/office/drawing/2014/main" id="{65709FDD-7E82-386D-CBB3-9AEE93A6D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3330" name="Group 43">
            <a:extLst>
              <a:ext uri="{FF2B5EF4-FFF2-40B4-BE49-F238E27FC236}">
                <a16:creationId xmlns:a16="http://schemas.microsoft.com/office/drawing/2014/main" id="{963477AB-0EA6-AA1D-EE86-226BAAE48027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5181600"/>
            <a:ext cx="609600" cy="609600"/>
            <a:chOff x="4320" y="3696"/>
            <a:chExt cx="384" cy="384"/>
          </a:xfrm>
        </p:grpSpPr>
        <p:sp>
          <p:nvSpPr>
            <p:cNvPr id="13390" name="Oval 44">
              <a:extLst>
                <a:ext uri="{FF2B5EF4-FFF2-40B4-BE49-F238E27FC236}">
                  <a16:creationId xmlns:a16="http://schemas.microsoft.com/office/drawing/2014/main" id="{45456EAF-E5FA-53DD-82A0-DFC1999AE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1" name="Text Box 45">
              <a:extLst>
                <a:ext uri="{FF2B5EF4-FFF2-40B4-BE49-F238E27FC236}">
                  <a16:creationId xmlns:a16="http://schemas.microsoft.com/office/drawing/2014/main" id="{1F2829D0-6E3B-1F81-489E-84148CD79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3331" name="Group 46">
            <a:extLst>
              <a:ext uri="{FF2B5EF4-FFF2-40B4-BE49-F238E27FC236}">
                <a16:creationId xmlns:a16="http://schemas.microsoft.com/office/drawing/2014/main" id="{96798D0C-DA5D-73DB-B716-BEBD536674E4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181600"/>
            <a:ext cx="609600" cy="609600"/>
            <a:chOff x="4896" y="3696"/>
            <a:chExt cx="384" cy="384"/>
          </a:xfrm>
        </p:grpSpPr>
        <p:sp>
          <p:nvSpPr>
            <p:cNvPr id="13388" name="Oval 47">
              <a:extLst>
                <a:ext uri="{FF2B5EF4-FFF2-40B4-BE49-F238E27FC236}">
                  <a16:creationId xmlns:a16="http://schemas.microsoft.com/office/drawing/2014/main" id="{42B987A7-04BF-9EE8-8604-155BD03EA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89" name="Text Box 48">
              <a:extLst>
                <a:ext uri="{FF2B5EF4-FFF2-40B4-BE49-F238E27FC236}">
                  <a16:creationId xmlns:a16="http://schemas.microsoft.com/office/drawing/2014/main" id="{EF435F36-9E4C-B609-66B0-565E0525F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6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13332" name="Line 49">
            <a:extLst>
              <a:ext uri="{FF2B5EF4-FFF2-40B4-BE49-F238E27FC236}">
                <a16:creationId xmlns:a16="http://schemas.microsoft.com/office/drawing/2014/main" id="{1DAD1D7F-4DDB-2A31-D3FE-AB2F48C47B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743200"/>
            <a:ext cx="12954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3" name="Line 50">
            <a:extLst>
              <a:ext uri="{FF2B5EF4-FFF2-40B4-BE49-F238E27FC236}">
                <a16:creationId xmlns:a16="http://schemas.microsoft.com/office/drawing/2014/main" id="{AEC6E07A-40AF-E505-6754-0765D2004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743200"/>
            <a:ext cx="152400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4" name="Line 51">
            <a:extLst>
              <a:ext uri="{FF2B5EF4-FFF2-40B4-BE49-F238E27FC236}">
                <a16:creationId xmlns:a16="http://schemas.microsoft.com/office/drawing/2014/main" id="{F2B76458-F16C-1A41-2E82-88B1C41916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3657600"/>
            <a:ext cx="60960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5" name="Line 52">
            <a:extLst>
              <a:ext uri="{FF2B5EF4-FFF2-40B4-BE49-F238E27FC236}">
                <a16:creationId xmlns:a16="http://schemas.microsoft.com/office/drawing/2014/main" id="{9BB11963-68F2-CB9D-9D34-6354DB1D7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733800"/>
            <a:ext cx="4572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6" name="Line 53">
            <a:extLst>
              <a:ext uri="{FF2B5EF4-FFF2-40B4-BE49-F238E27FC236}">
                <a16:creationId xmlns:a16="http://schemas.microsoft.com/office/drawing/2014/main" id="{7A8EE6C1-3E4C-7DF7-D464-60D4332E8D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3733800"/>
            <a:ext cx="685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7" name="Line 54">
            <a:extLst>
              <a:ext uri="{FF2B5EF4-FFF2-40B4-BE49-F238E27FC236}">
                <a16:creationId xmlns:a16="http://schemas.microsoft.com/office/drawing/2014/main" id="{538045D2-F8F6-1EE1-A757-394E0C7C0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657600"/>
            <a:ext cx="6096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8" name="Line 55">
            <a:extLst>
              <a:ext uri="{FF2B5EF4-FFF2-40B4-BE49-F238E27FC236}">
                <a16:creationId xmlns:a16="http://schemas.microsoft.com/office/drawing/2014/main" id="{EA13661D-4B99-320D-E022-A0D3958913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4724400"/>
            <a:ext cx="304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9" name="Line 56">
            <a:extLst>
              <a:ext uri="{FF2B5EF4-FFF2-40B4-BE49-F238E27FC236}">
                <a16:creationId xmlns:a16="http://schemas.microsoft.com/office/drawing/2014/main" id="{CE6E6238-1495-E7DD-87B3-374C15B2D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800600"/>
            <a:ext cx="228600" cy="381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0" name="Line 57">
            <a:extLst>
              <a:ext uri="{FF2B5EF4-FFF2-40B4-BE49-F238E27FC236}">
                <a16:creationId xmlns:a16="http://schemas.microsoft.com/office/drawing/2014/main" id="{5CC18358-45AE-963B-8BC2-EB56856364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648200"/>
            <a:ext cx="3048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1" name="Line 58">
            <a:extLst>
              <a:ext uri="{FF2B5EF4-FFF2-40B4-BE49-F238E27FC236}">
                <a16:creationId xmlns:a16="http://schemas.microsoft.com/office/drawing/2014/main" id="{5FC55876-3A69-CEB7-1D4E-5CA2482B3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648200"/>
            <a:ext cx="3048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2" name="Line 59">
            <a:extLst>
              <a:ext uri="{FF2B5EF4-FFF2-40B4-BE49-F238E27FC236}">
                <a16:creationId xmlns:a16="http://schemas.microsoft.com/office/drawing/2014/main" id="{8C391256-00DA-52F2-592F-F51E18B634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724400"/>
            <a:ext cx="304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3" name="Line 60">
            <a:extLst>
              <a:ext uri="{FF2B5EF4-FFF2-40B4-BE49-F238E27FC236}">
                <a16:creationId xmlns:a16="http://schemas.microsoft.com/office/drawing/2014/main" id="{53883C18-788C-6002-C276-EABE6F6D5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724400"/>
            <a:ext cx="3810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4" name="Line 61">
            <a:extLst>
              <a:ext uri="{FF2B5EF4-FFF2-40B4-BE49-F238E27FC236}">
                <a16:creationId xmlns:a16="http://schemas.microsoft.com/office/drawing/2014/main" id="{7B9AD37A-17CA-E8D4-DEB8-E3E8903A00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648200"/>
            <a:ext cx="3048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5" name="Line 62">
            <a:extLst>
              <a:ext uri="{FF2B5EF4-FFF2-40B4-BE49-F238E27FC236}">
                <a16:creationId xmlns:a16="http://schemas.microsoft.com/office/drawing/2014/main" id="{C494C57C-2055-82E2-DD30-CBE1D4C32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648200"/>
            <a:ext cx="2286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6" name="Text Box 63">
            <a:extLst>
              <a:ext uri="{FF2B5EF4-FFF2-40B4-BE49-F238E27FC236}">
                <a16:creationId xmlns:a16="http://schemas.microsoft.com/office/drawing/2014/main" id="{7E323A26-730A-F541-5500-DD7FF4032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590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47" name="Text Box 64">
            <a:extLst>
              <a:ext uri="{FF2B5EF4-FFF2-40B4-BE49-F238E27FC236}">
                <a16:creationId xmlns:a16="http://schemas.microsoft.com/office/drawing/2014/main" id="{1415F236-7BF2-6D0A-ACD0-6E4498625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590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48" name="Line 65">
            <a:extLst>
              <a:ext uri="{FF2B5EF4-FFF2-40B4-BE49-F238E27FC236}">
                <a16:creationId xmlns:a16="http://schemas.microsoft.com/office/drawing/2014/main" id="{1EE7E821-F010-3D2C-676E-D82C4172C4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33528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9" name="Text Box 66">
            <a:extLst>
              <a:ext uri="{FF2B5EF4-FFF2-40B4-BE49-F238E27FC236}">
                <a16:creationId xmlns:a16="http://schemas.microsoft.com/office/drawing/2014/main" id="{B83F5BA2-C089-3AED-4A92-E58D1DA57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352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0" name="Line 67">
            <a:extLst>
              <a:ext uri="{FF2B5EF4-FFF2-40B4-BE49-F238E27FC236}">
                <a16:creationId xmlns:a16="http://schemas.microsoft.com/office/drawing/2014/main" id="{1DB50FE9-38BC-0800-0F7B-A57612B9B1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3528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51" name="Text Box 68">
            <a:extLst>
              <a:ext uri="{FF2B5EF4-FFF2-40B4-BE49-F238E27FC236}">
                <a16:creationId xmlns:a16="http://schemas.microsoft.com/office/drawing/2014/main" id="{84FAED1B-1045-5606-5423-B378CC3A3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352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2" name="Text Box 69">
            <a:extLst>
              <a:ext uri="{FF2B5EF4-FFF2-40B4-BE49-F238E27FC236}">
                <a16:creationId xmlns:a16="http://schemas.microsoft.com/office/drawing/2014/main" id="{77745E0D-074F-EB6A-7872-6AF1600A1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657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00</a:t>
            </a:r>
          </a:p>
        </p:txBody>
      </p:sp>
      <p:sp>
        <p:nvSpPr>
          <p:cNvPr id="13353" name="Line 70">
            <a:extLst>
              <a:ext uri="{FF2B5EF4-FFF2-40B4-BE49-F238E27FC236}">
                <a16:creationId xmlns:a16="http://schemas.microsoft.com/office/drawing/2014/main" id="{619C44C6-DFD5-BA0C-9F43-CCDF131917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43434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54" name="Text Box 71">
            <a:extLst>
              <a:ext uri="{FF2B5EF4-FFF2-40B4-BE49-F238E27FC236}">
                <a16:creationId xmlns:a16="http://schemas.microsoft.com/office/drawing/2014/main" id="{E88A2FA7-519D-3357-02E6-B695E6F77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343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5" name="Text Box 72">
            <a:extLst>
              <a:ext uri="{FF2B5EF4-FFF2-40B4-BE49-F238E27FC236}">
                <a16:creationId xmlns:a16="http://schemas.microsoft.com/office/drawing/2014/main" id="{F9747788-2708-4725-A345-5014EB574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00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000</a:t>
            </a:r>
          </a:p>
        </p:txBody>
      </p:sp>
      <p:sp>
        <p:nvSpPr>
          <p:cNvPr id="13356" name="Line 73">
            <a:extLst>
              <a:ext uri="{FF2B5EF4-FFF2-40B4-BE49-F238E27FC236}">
                <a16:creationId xmlns:a16="http://schemas.microsoft.com/office/drawing/2014/main" id="{E7C59F9C-6160-D080-F318-FAB0B5000B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54102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57" name="Text Box 74">
            <a:extLst>
              <a:ext uri="{FF2B5EF4-FFF2-40B4-BE49-F238E27FC236}">
                <a16:creationId xmlns:a16="http://schemas.microsoft.com/office/drawing/2014/main" id="{9EB6AF67-F318-FD0A-9BB5-353FDB67B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410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8" name="Text Box 75">
            <a:extLst>
              <a:ext uri="{FF2B5EF4-FFF2-40B4-BE49-F238E27FC236}">
                <a16:creationId xmlns:a16="http://schemas.microsoft.com/office/drawing/2014/main" id="{476CDA37-061C-5192-0D9E-5FFBC6BCC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733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01</a:t>
            </a:r>
          </a:p>
        </p:txBody>
      </p:sp>
      <p:sp>
        <p:nvSpPr>
          <p:cNvPr id="13359" name="Text Box 76">
            <a:extLst>
              <a:ext uri="{FF2B5EF4-FFF2-40B4-BE49-F238E27FC236}">
                <a16:creationId xmlns:a16="http://schemas.microsoft.com/office/drawing/2014/main" id="{5B81FDA4-4065-B7BF-6BD1-30BD19FF1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800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001</a:t>
            </a:r>
          </a:p>
        </p:txBody>
      </p:sp>
      <p:sp>
        <p:nvSpPr>
          <p:cNvPr id="13360" name="Line 77">
            <a:extLst>
              <a:ext uri="{FF2B5EF4-FFF2-40B4-BE49-F238E27FC236}">
                <a16:creationId xmlns:a16="http://schemas.microsoft.com/office/drawing/2014/main" id="{15AF68FC-5A15-14C0-0534-81A9458FA3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1" name="Text Box 78">
            <a:extLst>
              <a:ext uri="{FF2B5EF4-FFF2-40B4-BE49-F238E27FC236}">
                <a16:creationId xmlns:a16="http://schemas.microsoft.com/office/drawing/2014/main" id="{77D2F017-D91E-A514-3336-7A861B94E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62" name="Text Box 79">
            <a:extLst>
              <a:ext uri="{FF2B5EF4-FFF2-40B4-BE49-F238E27FC236}">
                <a16:creationId xmlns:a16="http://schemas.microsoft.com/office/drawing/2014/main" id="{5378CE16-04AF-F6C1-44CB-9C91DF782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657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3363" name="Text Box 80">
            <a:extLst>
              <a:ext uri="{FF2B5EF4-FFF2-40B4-BE49-F238E27FC236}">
                <a16:creationId xmlns:a16="http://schemas.microsoft.com/office/drawing/2014/main" id="{19429BE0-FCE6-0FE1-F238-AB34CC986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733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13364" name="Line 81">
            <a:extLst>
              <a:ext uri="{FF2B5EF4-FFF2-40B4-BE49-F238E27FC236}">
                <a16:creationId xmlns:a16="http://schemas.microsoft.com/office/drawing/2014/main" id="{8A2E3288-2952-C182-E5CA-8362380C61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3434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5" name="Text Box 82">
            <a:extLst>
              <a:ext uri="{FF2B5EF4-FFF2-40B4-BE49-F238E27FC236}">
                <a16:creationId xmlns:a16="http://schemas.microsoft.com/office/drawing/2014/main" id="{025691A3-53E1-F81D-D5B5-8559D776D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343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66" name="Line 83">
            <a:extLst>
              <a:ext uri="{FF2B5EF4-FFF2-40B4-BE49-F238E27FC236}">
                <a16:creationId xmlns:a16="http://schemas.microsoft.com/office/drawing/2014/main" id="{D0010107-EC20-3304-D7E5-C67E01CF48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42672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7" name="Text Box 84">
            <a:extLst>
              <a:ext uri="{FF2B5EF4-FFF2-40B4-BE49-F238E27FC236}">
                <a16:creationId xmlns:a16="http://schemas.microsoft.com/office/drawing/2014/main" id="{46A687D6-E9B7-C317-AD28-020A4030D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267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68" name="Line 85">
            <a:extLst>
              <a:ext uri="{FF2B5EF4-FFF2-40B4-BE49-F238E27FC236}">
                <a16:creationId xmlns:a16="http://schemas.microsoft.com/office/drawing/2014/main" id="{95ED20FD-ACDD-A201-FF1B-B9345DDFC0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3434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9" name="Text Box 86">
            <a:extLst>
              <a:ext uri="{FF2B5EF4-FFF2-40B4-BE49-F238E27FC236}">
                <a16:creationId xmlns:a16="http://schemas.microsoft.com/office/drawing/2014/main" id="{3B336207-C37E-936D-A4D1-146A9949C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343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0" name="Line 87">
            <a:extLst>
              <a:ext uri="{FF2B5EF4-FFF2-40B4-BE49-F238E27FC236}">
                <a16:creationId xmlns:a16="http://schemas.microsoft.com/office/drawing/2014/main" id="{6197E4FA-5B6D-2EB7-CB02-7203774F86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1" name="Text Box 88">
            <a:extLst>
              <a:ext uri="{FF2B5EF4-FFF2-40B4-BE49-F238E27FC236}">
                <a16:creationId xmlns:a16="http://schemas.microsoft.com/office/drawing/2014/main" id="{0C4E6979-04B7-CC43-139F-7EDEA1151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2" name="Text Box 89">
            <a:extLst>
              <a:ext uri="{FF2B5EF4-FFF2-40B4-BE49-F238E27FC236}">
                <a16:creationId xmlns:a16="http://schemas.microsoft.com/office/drawing/2014/main" id="{BA21F86D-F992-7C4D-ABC6-85CB5F05F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724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010</a:t>
            </a:r>
          </a:p>
        </p:txBody>
      </p:sp>
      <p:sp>
        <p:nvSpPr>
          <p:cNvPr id="13373" name="Text Box 90">
            <a:extLst>
              <a:ext uri="{FF2B5EF4-FFF2-40B4-BE49-F238E27FC236}">
                <a16:creationId xmlns:a16="http://schemas.microsoft.com/office/drawing/2014/main" id="{15C5D676-20AE-CB09-E079-0B9EC69A8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724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011</a:t>
            </a:r>
          </a:p>
        </p:txBody>
      </p:sp>
      <p:sp>
        <p:nvSpPr>
          <p:cNvPr id="13374" name="Line 91">
            <a:extLst>
              <a:ext uri="{FF2B5EF4-FFF2-40B4-BE49-F238E27FC236}">
                <a16:creationId xmlns:a16="http://schemas.microsoft.com/office/drawing/2014/main" id="{B781D7B2-B915-61BA-A5BF-915C398D66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" name="Text Box 92">
            <a:extLst>
              <a:ext uri="{FF2B5EF4-FFF2-40B4-BE49-F238E27FC236}">
                <a16:creationId xmlns:a16="http://schemas.microsoft.com/office/drawing/2014/main" id="{7096903C-5CE3-9AEF-8519-5FC81CA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6" name="Text Box 93">
            <a:extLst>
              <a:ext uri="{FF2B5EF4-FFF2-40B4-BE49-F238E27FC236}">
                <a16:creationId xmlns:a16="http://schemas.microsoft.com/office/drawing/2014/main" id="{1AC60E3D-E7C6-1612-8975-EA08AF378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101</a:t>
            </a:r>
          </a:p>
        </p:txBody>
      </p:sp>
      <p:sp>
        <p:nvSpPr>
          <p:cNvPr id="13377" name="Line 94">
            <a:extLst>
              <a:ext uri="{FF2B5EF4-FFF2-40B4-BE49-F238E27FC236}">
                <a16:creationId xmlns:a16="http://schemas.microsoft.com/office/drawing/2014/main" id="{D44F00E2-A3D2-2725-61F0-C2BDF69A35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8" name="Text Box 95">
            <a:extLst>
              <a:ext uri="{FF2B5EF4-FFF2-40B4-BE49-F238E27FC236}">
                <a16:creationId xmlns:a16="http://schemas.microsoft.com/office/drawing/2014/main" id="{B64EBC82-D8A0-1F29-BA8A-E99115E77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9" name="Text Box 96">
            <a:extLst>
              <a:ext uri="{FF2B5EF4-FFF2-40B4-BE49-F238E27FC236}">
                <a16:creationId xmlns:a16="http://schemas.microsoft.com/office/drawing/2014/main" id="{0E8396AB-7DA8-7991-3A5D-140A6CD9B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380" name="Line 97">
            <a:extLst>
              <a:ext uri="{FF2B5EF4-FFF2-40B4-BE49-F238E27FC236}">
                <a16:creationId xmlns:a16="http://schemas.microsoft.com/office/drawing/2014/main" id="{82DC2110-AFC8-E35A-9D71-CAEF6D94DC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81" name="Text Box 98">
            <a:extLst>
              <a:ext uri="{FF2B5EF4-FFF2-40B4-BE49-F238E27FC236}">
                <a16:creationId xmlns:a16="http://schemas.microsoft.com/office/drawing/2014/main" id="{49C46854-6B18-7433-0236-B2BF7E18F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82" name="Text Box 99">
            <a:extLst>
              <a:ext uri="{FF2B5EF4-FFF2-40B4-BE49-F238E27FC236}">
                <a16:creationId xmlns:a16="http://schemas.microsoft.com/office/drawing/2014/main" id="{61C2372E-16D7-FBE1-943E-607E2875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13383" name="Text Box 100">
            <a:extLst>
              <a:ext uri="{FF2B5EF4-FFF2-40B4-BE49-F238E27FC236}">
                <a16:creationId xmlns:a16="http://schemas.microsoft.com/office/drawing/2014/main" id="{4CC0573D-BA0D-CBA4-B405-A0970FAAF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111</a:t>
            </a:r>
          </a:p>
        </p:txBody>
      </p:sp>
      <p:sp>
        <p:nvSpPr>
          <p:cNvPr id="13384" name="Line 101">
            <a:extLst>
              <a:ext uri="{FF2B5EF4-FFF2-40B4-BE49-F238E27FC236}">
                <a16:creationId xmlns:a16="http://schemas.microsoft.com/office/drawing/2014/main" id="{E56B89CD-0CC7-96A0-737E-FF7A79F748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5334000"/>
            <a:ext cx="228600" cy="3810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85" name="Text Box 102">
            <a:extLst>
              <a:ext uri="{FF2B5EF4-FFF2-40B4-BE49-F238E27FC236}">
                <a16:creationId xmlns:a16="http://schemas.microsoft.com/office/drawing/2014/main" id="{D215859F-1A17-FF91-2C20-11C73122E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FF66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86" name="Line 103">
            <a:extLst>
              <a:ext uri="{FF2B5EF4-FFF2-40B4-BE49-F238E27FC236}">
                <a16:creationId xmlns:a16="http://schemas.microsoft.com/office/drawing/2014/main" id="{FE364936-DDB6-6876-BF80-062F2392C5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87" name="Text Box 104">
            <a:extLst>
              <a:ext uri="{FF2B5EF4-FFF2-40B4-BE49-F238E27FC236}">
                <a16:creationId xmlns:a16="http://schemas.microsoft.com/office/drawing/2014/main" id="{FA75FC9A-4BC2-29AD-2E73-0A509DBCF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灯片编号占位符 5">
            <a:extLst>
              <a:ext uri="{FF2B5EF4-FFF2-40B4-BE49-F238E27FC236}">
                <a16:creationId xmlns:a16="http://schemas.microsoft.com/office/drawing/2014/main" id="{40CDDCFA-2CED-0888-F9E0-C43746CA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9B009D7-B083-4148-AE12-EB99CF2A665D}" type="slidenum">
              <a:rPr lang="en-US" altLang="zh-CN" sz="1000" smtClean="0"/>
              <a:pPr>
                <a:defRPr/>
              </a:pPr>
              <a:t>9</a:t>
            </a:fld>
            <a:endParaRPr lang="en-US" altLang="zh-CN" sz="1000"/>
          </a:p>
        </p:txBody>
      </p:sp>
      <p:sp>
        <p:nvSpPr>
          <p:cNvPr id="675842" name="Rectangle 2">
            <a:extLst>
              <a:ext uri="{FF2B5EF4-FFF2-40B4-BE49-F238E27FC236}">
                <a16:creationId xmlns:a16="http://schemas.microsoft.com/office/drawing/2014/main" id="{1AA8B704-4B80-85CC-D0F8-3E0417FD4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5843" name="Rectangle 3">
            <a:extLst>
              <a:ext uri="{FF2B5EF4-FFF2-40B4-BE49-F238E27FC236}">
                <a16:creationId xmlns:a16="http://schemas.microsoft.com/office/drawing/2014/main" id="{F7E25173-A604-A9B4-A587-FCEE95B9E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FF00"/>
                </a:solidFill>
              </a:rPr>
              <a:t>作原始状态表</a:t>
            </a:r>
          </a:p>
        </p:txBody>
      </p:sp>
      <p:grpSp>
        <p:nvGrpSpPr>
          <p:cNvPr id="14341" name="Group 4">
            <a:extLst>
              <a:ext uri="{FF2B5EF4-FFF2-40B4-BE49-F238E27FC236}">
                <a16:creationId xmlns:a16="http://schemas.microsoft.com/office/drawing/2014/main" id="{E7AFE350-08A3-30E9-6301-95DB8BC9B50C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990600"/>
            <a:ext cx="6781800" cy="2630488"/>
            <a:chOff x="96" y="2064"/>
            <a:chExt cx="5616" cy="1917"/>
          </a:xfrm>
        </p:grpSpPr>
        <p:grpSp>
          <p:nvGrpSpPr>
            <p:cNvPr id="14383" name="Group 5">
              <a:extLst>
                <a:ext uri="{FF2B5EF4-FFF2-40B4-BE49-F238E27FC236}">
                  <a16:creationId xmlns:a16="http://schemas.microsoft.com/office/drawing/2014/main" id="{166543C8-8AB1-DBBB-15CD-B432E8B91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112"/>
              <a:ext cx="384" cy="384"/>
              <a:chOff x="2640" y="1872"/>
              <a:chExt cx="384" cy="384"/>
            </a:xfrm>
          </p:grpSpPr>
          <p:sp>
            <p:nvSpPr>
              <p:cNvPr id="14474" name="Oval 6">
                <a:extLst>
                  <a:ext uri="{FF2B5EF4-FFF2-40B4-BE49-F238E27FC236}">
                    <a16:creationId xmlns:a16="http://schemas.microsoft.com/office/drawing/2014/main" id="{09303C86-2CCB-D4EC-1AF4-F866845B2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8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75" name="Text Box 7">
                <a:extLst>
                  <a:ext uri="{FF2B5EF4-FFF2-40B4-BE49-F238E27FC236}">
                    <a16:creationId xmlns:a16="http://schemas.microsoft.com/office/drawing/2014/main" id="{224BFE1A-CE4E-F078-C38E-AB4B868B9A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920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4384" name="Group 8">
              <a:extLst>
                <a:ext uri="{FF2B5EF4-FFF2-40B4-BE49-F238E27FC236}">
                  <a16:creationId xmlns:a16="http://schemas.microsoft.com/office/drawing/2014/main" id="{2F2AF788-7D7A-E55C-E0C3-F4D24CD2B7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448"/>
              <a:ext cx="384" cy="384"/>
              <a:chOff x="1440" y="2448"/>
              <a:chExt cx="384" cy="384"/>
            </a:xfrm>
          </p:grpSpPr>
          <p:sp>
            <p:nvSpPr>
              <p:cNvPr id="14472" name="Oval 9">
                <a:extLst>
                  <a:ext uri="{FF2B5EF4-FFF2-40B4-BE49-F238E27FC236}">
                    <a16:creationId xmlns:a16="http://schemas.microsoft.com/office/drawing/2014/main" id="{5E185859-A3B6-F92F-9C59-0F1A068C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73" name="Text Box 10">
                <a:extLst>
                  <a:ext uri="{FF2B5EF4-FFF2-40B4-BE49-F238E27FC236}">
                    <a16:creationId xmlns:a16="http://schemas.microsoft.com/office/drawing/2014/main" id="{142315B9-5880-DFD2-C21C-3C20C1F011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7"/>
                <a:ext cx="238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14385" name="Group 11">
              <a:extLst>
                <a:ext uri="{FF2B5EF4-FFF2-40B4-BE49-F238E27FC236}">
                  <a16:creationId xmlns:a16="http://schemas.microsoft.com/office/drawing/2014/main" id="{D00C0714-ACA8-50E1-D6B6-1D36B5B4CA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2448"/>
              <a:ext cx="384" cy="384"/>
              <a:chOff x="3984" y="2448"/>
              <a:chExt cx="384" cy="384"/>
            </a:xfrm>
          </p:grpSpPr>
          <p:sp>
            <p:nvSpPr>
              <p:cNvPr id="14470" name="Oval 12">
                <a:extLst>
                  <a:ext uri="{FF2B5EF4-FFF2-40B4-BE49-F238E27FC236}">
                    <a16:creationId xmlns:a16="http://schemas.microsoft.com/office/drawing/2014/main" id="{4D44718D-E92F-81C6-11E4-E0C004856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71" name="Text Box 13">
                <a:extLst>
                  <a:ext uri="{FF2B5EF4-FFF2-40B4-BE49-F238E27FC236}">
                    <a16:creationId xmlns:a16="http://schemas.microsoft.com/office/drawing/2014/main" id="{BB2303C8-080F-B3B2-24AE-963E769E3D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2" y="2497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4386" name="Group 14">
              <a:extLst>
                <a:ext uri="{FF2B5EF4-FFF2-40B4-BE49-F238E27FC236}">
                  <a16:creationId xmlns:a16="http://schemas.microsoft.com/office/drawing/2014/main" id="{9A4B0B98-E48B-EE41-9249-E573A5AC1B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072"/>
              <a:ext cx="384" cy="384"/>
              <a:chOff x="768" y="3072"/>
              <a:chExt cx="384" cy="384"/>
            </a:xfrm>
          </p:grpSpPr>
          <p:sp>
            <p:nvSpPr>
              <p:cNvPr id="14468" name="Oval 15">
                <a:extLst>
                  <a:ext uri="{FF2B5EF4-FFF2-40B4-BE49-F238E27FC236}">
                    <a16:creationId xmlns:a16="http://schemas.microsoft.com/office/drawing/2014/main" id="{C16ECF93-8E0A-4538-EB19-214A600FE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0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9" name="Text Box 16">
                <a:extLst>
                  <a:ext uri="{FF2B5EF4-FFF2-40B4-BE49-F238E27FC236}">
                    <a16:creationId xmlns:a16="http://schemas.microsoft.com/office/drawing/2014/main" id="{0A25A281-84A6-3659-46BF-34FAE01600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312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14387" name="Group 17">
              <a:extLst>
                <a:ext uri="{FF2B5EF4-FFF2-40B4-BE49-F238E27FC236}">
                  <a16:creationId xmlns:a16="http://schemas.microsoft.com/office/drawing/2014/main" id="{125971F1-6605-2423-565F-A61C9BD31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3024"/>
              <a:ext cx="384" cy="384"/>
              <a:chOff x="1968" y="3024"/>
              <a:chExt cx="384" cy="384"/>
            </a:xfrm>
          </p:grpSpPr>
          <p:sp>
            <p:nvSpPr>
              <p:cNvPr id="14466" name="Oval 18">
                <a:extLst>
                  <a:ext uri="{FF2B5EF4-FFF2-40B4-BE49-F238E27FC236}">
                    <a16:creationId xmlns:a16="http://schemas.microsoft.com/office/drawing/2014/main" id="{803CD3F3-5BD8-5179-E217-0DF2A3D44A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7" name="Text Box 19">
                <a:extLst>
                  <a:ext uri="{FF2B5EF4-FFF2-40B4-BE49-F238E27FC236}">
                    <a16:creationId xmlns:a16="http://schemas.microsoft.com/office/drawing/2014/main" id="{CE62EEB4-E1F7-E64E-0807-23C998EF08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" y="307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14388" name="Group 20">
              <a:extLst>
                <a:ext uri="{FF2B5EF4-FFF2-40B4-BE49-F238E27FC236}">
                  <a16:creationId xmlns:a16="http://schemas.microsoft.com/office/drawing/2014/main" id="{33E8763D-D4E4-8DDE-5736-99281FC965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024"/>
              <a:ext cx="384" cy="384"/>
              <a:chOff x="3312" y="3024"/>
              <a:chExt cx="384" cy="384"/>
            </a:xfrm>
          </p:grpSpPr>
          <p:sp>
            <p:nvSpPr>
              <p:cNvPr id="14464" name="Oval 21">
                <a:extLst>
                  <a:ext uri="{FF2B5EF4-FFF2-40B4-BE49-F238E27FC236}">
                    <a16:creationId xmlns:a16="http://schemas.microsoft.com/office/drawing/2014/main" id="{64B0F9E1-7129-D176-8CE6-A62B7786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5" name="Text Box 22">
                <a:extLst>
                  <a:ext uri="{FF2B5EF4-FFF2-40B4-BE49-F238E27FC236}">
                    <a16:creationId xmlns:a16="http://schemas.microsoft.com/office/drawing/2014/main" id="{CDAD10B3-2016-56E1-4ADC-DEB9B941F8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14389" name="Group 23">
              <a:extLst>
                <a:ext uri="{FF2B5EF4-FFF2-40B4-BE49-F238E27FC236}">
                  <a16:creationId xmlns:a16="http://schemas.microsoft.com/office/drawing/2014/main" id="{D0E5E0F3-2D57-F65F-F989-F19FB5EF19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024"/>
              <a:ext cx="384" cy="384"/>
              <a:chOff x="4608" y="3024"/>
              <a:chExt cx="384" cy="384"/>
            </a:xfrm>
          </p:grpSpPr>
          <p:sp>
            <p:nvSpPr>
              <p:cNvPr id="14462" name="Oval 24">
                <a:extLst>
                  <a:ext uri="{FF2B5EF4-FFF2-40B4-BE49-F238E27FC236}">
                    <a16:creationId xmlns:a16="http://schemas.microsoft.com/office/drawing/2014/main" id="{9183301C-05E3-5DD7-218E-EB40DC68D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3" name="Text Box 25">
                <a:extLst>
                  <a:ext uri="{FF2B5EF4-FFF2-40B4-BE49-F238E27FC236}">
                    <a16:creationId xmlns:a16="http://schemas.microsoft.com/office/drawing/2014/main" id="{01D00AEB-BF67-5E4C-B272-DB12DA7830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14390" name="Line 26">
              <a:extLst>
                <a:ext uri="{FF2B5EF4-FFF2-40B4-BE49-F238E27FC236}">
                  <a16:creationId xmlns:a16="http://schemas.microsoft.com/office/drawing/2014/main" id="{C40CF9A1-3FFC-04E3-340C-2EA9AAB89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304"/>
              <a:ext cx="864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1" name="Line 27">
              <a:extLst>
                <a:ext uri="{FF2B5EF4-FFF2-40B4-BE49-F238E27FC236}">
                  <a16:creationId xmlns:a16="http://schemas.microsoft.com/office/drawing/2014/main" id="{75A509E1-E0DE-EAC6-DA7B-C113E8129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304"/>
              <a:ext cx="960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2" name="Line 28">
              <a:extLst>
                <a:ext uri="{FF2B5EF4-FFF2-40B4-BE49-F238E27FC236}">
                  <a16:creationId xmlns:a16="http://schemas.microsoft.com/office/drawing/2014/main" id="{162DA689-D9B7-1F4E-96C4-21BC69221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736"/>
              <a:ext cx="384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3" name="Line 29">
              <a:extLst>
                <a:ext uri="{FF2B5EF4-FFF2-40B4-BE49-F238E27FC236}">
                  <a16:creationId xmlns:a16="http://schemas.microsoft.com/office/drawing/2014/main" id="{DB6E1E19-67E0-3AE4-CDC9-525D47962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784"/>
              <a:ext cx="288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4" name="Line 30">
              <a:extLst>
                <a:ext uri="{FF2B5EF4-FFF2-40B4-BE49-F238E27FC236}">
                  <a16:creationId xmlns:a16="http://schemas.microsoft.com/office/drawing/2014/main" id="{2E24557F-E9E5-FA9C-B068-8B625D508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784"/>
              <a:ext cx="432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5" name="Line 31">
              <a:extLst>
                <a:ext uri="{FF2B5EF4-FFF2-40B4-BE49-F238E27FC236}">
                  <a16:creationId xmlns:a16="http://schemas.microsoft.com/office/drawing/2014/main" id="{BB365D9F-3A5B-3B39-BB7C-FB5872065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736"/>
              <a:ext cx="384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396" name="Group 32">
              <a:extLst>
                <a:ext uri="{FF2B5EF4-FFF2-40B4-BE49-F238E27FC236}">
                  <a16:creationId xmlns:a16="http://schemas.microsoft.com/office/drawing/2014/main" id="{52FABDA5-6BB7-8B8A-BDB6-2BCBE18A3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064"/>
              <a:ext cx="529" cy="381"/>
              <a:chOff x="1823" y="1200"/>
              <a:chExt cx="529" cy="381"/>
            </a:xfrm>
          </p:grpSpPr>
          <p:sp>
            <p:nvSpPr>
              <p:cNvPr id="14459" name="Text Box 33">
                <a:extLst>
                  <a:ext uri="{FF2B5EF4-FFF2-40B4-BE49-F238E27FC236}">
                    <a16:creationId xmlns:a16="http://schemas.microsoft.com/office/drawing/2014/main" id="{085FE78D-3F0D-586D-DE8E-F64D03081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3" y="120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60" name="Line 34">
                <a:extLst>
                  <a:ext uri="{FF2B5EF4-FFF2-40B4-BE49-F238E27FC236}">
                    <a16:creationId xmlns:a16="http://schemas.microsoft.com/office/drawing/2014/main" id="{AA847294-F9E3-FDF5-E3B2-CB5CB33E9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61" name="Text Box 35">
                <a:extLst>
                  <a:ext uri="{FF2B5EF4-FFF2-40B4-BE49-F238E27FC236}">
                    <a16:creationId xmlns:a16="http://schemas.microsoft.com/office/drawing/2014/main" id="{1C45EAA7-A5B5-A5FB-B1EA-612335C5E3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1" y="1247"/>
                <a:ext cx="24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397" name="Group 36">
              <a:extLst>
                <a:ext uri="{FF2B5EF4-FFF2-40B4-BE49-F238E27FC236}">
                  <a16:creationId xmlns:a16="http://schemas.microsoft.com/office/drawing/2014/main" id="{3E8E48DB-45D9-867C-3989-7BD5B3A80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1" y="2640"/>
              <a:ext cx="433" cy="381"/>
              <a:chOff x="911" y="1824"/>
              <a:chExt cx="433" cy="381"/>
            </a:xfrm>
          </p:grpSpPr>
          <p:sp>
            <p:nvSpPr>
              <p:cNvPr id="14456" name="Text Box 37">
                <a:extLst>
                  <a:ext uri="{FF2B5EF4-FFF2-40B4-BE49-F238E27FC236}">
                    <a16:creationId xmlns:a16="http://schemas.microsoft.com/office/drawing/2014/main" id="{F9246903-4672-7997-F939-156C65B88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182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57" name="Line 38">
                <a:extLst>
                  <a:ext uri="{FF2B5EF4-FFF2-40B4-BE49-F238E27FC236}">
                    <a16:creationId xmlns:a16="http://schemas.microsoft.com/office/drawing/2014/main" id="{09D99DEF-6C73-A020-2760-ADACE0473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8" name="Text Box 39">
                <a:extLst>
                  <a:ext uri="{FF2B5EF4-FFF2-40B4-BE49-F238E27FC236}">
                    <a16:creationId xmlns:a16="http://schemas.microsoft.com/office/drawing/2014/main" id="{5B7EFDCF-C6E4-69D7-262E-00E8D2455E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3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398" name="Group 40">
              <a:extLst>
                <a:ext uri="{FF2B5EF4-FFF2-40B4-BE49-F238E27FC236}">
                  <a16:creationId xmlns:a16="http://schemas.microsoft.com/office/drawing/2014/main" id="{6FD16F2E-0AE6-EA69-B622-5AAB9D203B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640"/>
              <a:ext cx="482" cy="381"/>
              <a:chOff x="1919" y="1824"/>
              <a:chExt cx="482" cy="381"/>
            </a:xfrm>
          </p:grpSpPr>
          <p:sp>
            <p:nvSpPr>
              <p:cNvPr id="14453" name="Text Box 41">
                <a:extLst>
                  <a:ext uri="{FF2B5EF4-FFF2-40B4-BE49-F238E27FC236}">
                    <a16:creationId xmlns:a16="http://schemas.microsoft.com/office/drawing/2014/main" id="{3F042296-F7AF-1A8A-F03D-0A18944B5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9" y="1824"/>
                <a:ext cx="433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54" name="Line 42">
                <a:extLst>
                  <a:ext uri="{FF2B5EF4-FFF2-40B4-BE49-F238E27FC236}">
                    <a16:creationId xmlns:a16="http://schemas.microsoft.com/office/drawing/2014/main" id="{7689427A-1E1C-BD72-3B2E-A0AD5F0D1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5" name="Text Box 43">
                <a:extLst>
                  <a:ext uri="{FF2B5EF4-FFF2-40B4-BE49-F238E27FC236}">
                    <a16:creationId xmlns:a16="http://schemas.microsoft.com/office/drawing/2014/main" id="{02E24A13-F958-9A01-AE7B-D050ED0F16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399" name="Freeform 44">
              <a:extLst>
                <a:ext uri="{FF2B5EF4-FFF2-40B4-BE49-F238E27FC236}">
                  <a16:creationId xmlns:a16="http://schemas.microsoft.com/office/drawing/2014/main" id="{295BE02E-66E3-D87A-CF34-619FAA856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" y="3072"/>
              <a:ext cx="296" cy="424"/>
            </a:xfrm>
            <a:custGeom>
              <a:avLst/>
              <a:gdLst>
                <a:gd name="T0" fmla="*/ 248 w 296"/>
                <a:gd name="T1" fmla="*/ 64 h 424"/>
                <a:gd name="T2" fmla="*/ 104 w 296"/>
                <a:gd name="T3" fmla="*/ 16 h 424"/>
                <a:gd name="T4" fmla="*/ 8 w 296"/>
                <a:gd name="T5" fmla="*/ 160 h 424"/>
                <a:gd name="T6" fmla="*/ 56 w 296"/>
                <a:gd name="T7" fmla="*/ 400 h 424"/>
                <a:gd name="T8" fmla="*/ 296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0" name="Group 45">
              <a:extLst>
                <a:ext uri="{FF2B5EF4-FFF2-40B4-BE49-F238E27FC236}">
                  <a16:creationId xmlns:a16="http://schemas.microsoft.com/office/drawing/2014/main" id="{D67E92CC-9376-BFAC-48BA-6D65026959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120"/>
              <a:ext cx="480" cy="381"/>
              <a:chOff x="96" y="2304"/>
              <a:chExt cx="480" cy="381"/>
            </a:xfrm>
          </p:grpSpPr>
          <p:sp>
            <p:nvSpPr>
              <p:cNvPr id="14450" name="Text Box 46">
                <a:extLst>
                  <a:ext uri="{FF2B5EF4-FFF2-40B4-BE49-F238E27FC236}">
                    <a16:creationId xmlns:a16="http://schemas.microsoft.com/office/drawing/2014/main" id="{42FBD3C3-0DA1-D61C-4087-1DF4910EB2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30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51" name="Line 47">
                <a:extLst>
                  <a:ext uri="{FF2B5EF4-FFF2-40B4-BE49-F238E27FC236}">
                    <a16:creationId xmlns:a16="http://schemas.microsoft.com/office/drawing/2014/main" id="{B2FDE85B-D485-F84C-72CD-FEEABB273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2" name="Text Box 48">
                <a:extLst>
                  <a:ext uri="{FF2B5EF4-FFF2-40B4-BE49-F238E27FC236}">
                    <a16:creationId xmlns:a16="http://schemas.microsoft.com/office/drawing/2014/main" id="{4411E386-8954-204F-4F97-BF29A6EC6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" y="235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1" name="Line 49">
              <a:extLst>
                <a:ext uri="{FF2B5EF4-FFF2-40B4-BE49-F238E27FC236}">
                  <a16:creationId xmlns:a16="http://schemas.microsoft.com/office/drawing/2014/main" id="{7AF2623E-8DF8-D572-BF6D-5F44653C4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264"/>
              <a:ext cx="81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2" name="Group 50">
              <a:extLst>
                <a:ext uri="{FF2B5EF4-FFF2-40B4-BE49-F238E27FC236}">
                  <a16:creationId xmlns:a16="http://schemas.microsoft.com/office/drawing/2014/main" id="{90D8D298-B8C0-DC95-E9B8-6886C7880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28"/>
              <a:ext cx="479" cy="381"/>
              <a:chOff x="1344" y="2112"/>
              <a:chExt cx="479" cy="381"/>
            </a:xfrm>
          </p:grpSpPr>
          <p:sp>
            <p:nvSpPr>
              <p:cNvPr id="14447" name="Text Box 51">
                <a:extLst>
                  <a:ext uri="{FF2B5EF4-FFF2-40B4-BE49-F238E27FC236}">
                    <a16:creationId xmlns:a16="http://schemas.microsoft.com/office/drawing/2014/main" id="{DEBA67C0-90B6-D068-26B0-860C8092A6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112"/>
                <a:ext cx="336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48" name="Line 52">
                <a:extLst>
                  <a:ext uri="{FF2B5EF4-FFF2-40B4-BE49-F238E27FC236}">
                    <a16:creationId xmlns:a16="http://schemas.microsoft.com/office/drawing/2014/main" id="{EBB4D1BB-6496-B1F6-1DFA-473FE710F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8" y="216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9" name="Text Box 53">
                <a:extLst>
                  <a:ext uri="{FF2B5EF4-FFF2-40B4-BE49-F238E27FC236}">
                    <a16:creationId xmlns:a16="http://schemas.microsoft.com/office/drawing/2014/main" id="{69D71E40-1D59-44A1-5551-40F02B3D9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2160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3" name="Line 54">
              <a:extLst>
                <a:ext uri="{FF2B5EF4-FFF2-40B4-BE49-F238E27FC236}">
                  <a16:creationId xmlns:a16="http://schemas.microsoft.com/office/drawing/2014/main" id="{F7CDF76A-4BE7-E1C3-8681-3C4D5B214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16"/>
              <a:ext cx="96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4" name="Group 55">
              <a:extLst>
                <a:ext uri="{FF2B5EF4-FFF2-40B4-BE49-F238E27FC236}">
                  <a16:creationId xmlns:a16="http://schemas.microsoft.com/office/drawing/2014/main" id="{9505DFD2-0C45-2705-9CC8-0929144FB7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880"/>
              <a:ext cx="481" cy="380"/>
              <a:chOff x="2544" y="2064"/>
              <a:chExt cx="481" cy="380"/>
            </a:xfrm>
          </p:grpSpPr>
          <p:sp>
            <p:nvSpPr>
              <p:cNvPr id="14444" name="Text Box 56">
                <a:extLst>
                  <a:ext uri="{FF2B5EF4-FFF2-40B4-BE49-F238E27FC236}">
                    <a16:creationId xmlns:a16="http://schemas.microsoft.com/office/drawing/2014/main" id="{76B5FE6F-6AB2-AF62-0931-FF60E4432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064"/>
                <a:ext cx="33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45" name="Line 57">
                <a:extLst>
                  <a:ext uri="{FF2B5EF4-FFF2-40B4-BE49-F238E27FC236}">
                    <a16:creationId xmlns:a16="http://schemas.microsoft.com/office/drawing/2014/main" id="{4335C79F-E177-C08A-F259-3066484EC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6" name="Text Box 58">
                <a:extLst>
                  <a:ext uri="{FF2B5EF4-FFF2-40B4-BE49-F238E27FC236}">
                    <a16:creationId xmlns:a16="http://schemas.microsoft.com/office/drawing/2014/main" id="{FB523007-0520-123E-D752-6B1886B58C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2111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5" name="Freeform 59">
              <a:extLst>
                <a:ext uri="{FF2B5EF4-FFF2-40B4-BE49-F238E27FC236}">
                  <a16:creationId xmlns:a16="http://schemas.microsoft.com/office/drawing/2014/main" id="{39B21C13-F375-88B1-98F6-84E328251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408"/>
              <a:ext cx="2656" cy="480"/>
            </a:xfrm>
            <a:custGeom>
              <a:avLst/>
              <a:gdLst>
                <a:gd name="T0" fmla="*/ 0 w 2656"/>
                <a:gd name="T1" fmla="*/ 0 h 296"/>
                <a:gd name="T2" fmla="*/ 192 w 2656"/>
                <a:gd name="T3" fmla="*/ 2147483646 h 296"/>
                <a:gd name="T4" fmla="*/ 624 w 2656"/>
                <a:gd name="T5" fmla="*/ 2147483646 h 296"/>
                <a:gd name="T6" fmla="*/ 2256 w 2656"/>
                <a:gd name="T7" fmla="*/ 2147483646 h 296"/>
                <a:gd name="T8" fmla="*/ 2592 w 2656"/>
                <a:gd name="T9" fmla="*/ 2147483646 h 296"/>
                <a:gd name="T10" fmla="*/ 2640 w 2656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56" h="296">
                  <a:moveTo>
                    <a:pt x="0" y="0"/>
                  </a:moveTo>
                  <a:cubicBezTo>
                    <a:pt x="44" y="96"/>
                    <a:pt x="88" y="192"/>
                    <a:pt x="192" y="240"/>
                  </a:cubicBezTo>
                  <a:cubicBezTo>
                    <a:pt x="296" y="288"/>
                    <a:pt x="280" y="280"/>
                    <a:pt x="624" y="288"/>
                  </a:cubicBezTo>
                  <a:cubicBezTo>
                    <a:pt x="968" y="296"/>
                    <a:pt x="1928" y="296"/>
                    <a:pt x="2256" y="288"/>
                  </a:cubicBezTo>
                  <a:cubicBezTo>
                    <a:pt x="2584" y="280"/>
                    <a:pt x="2528" y="288"/>
                    <a:pt x="2592" y="240"/>
                  </a:cubicBezTo>
                  <a:cubicBezTo>
                    <a:pt x="2656" y="192"/>
                    <a:pt x="2648" y="96"/>
                    <a:pt x="2640" y="0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6" name="Group 60">
              <a:extLst>
                <a:ext uri="{FF2B5EF4-FFF2-40B4-BE49-F238E27FC236}">
                  <a16:creationId xmlns:a16="http://schemas.microsoft.com/office/drawing/2014/main" id="{8E3B4C94-7A48-4EA4-FF48-CB74856309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600"/>
              <a:ext cx="480" cy="381"/>
              <a:chOff x="3360" y="3024"/>
              <a:chExt cx="480" cy="381"/>
            </a:xfrm>
          </p:grpSpPr>
          <p:sp>
            <p:nvSpPr>
              <p:cNvPr id="14441" name="Text Box 61">
                <a:extLst>
                  <a:ext uri="{FF2B5EF4-FFF2-40B4-BE49-F238E27FC236}">
                    <a16:creationId xmlns:a16="http://schemas.microsoft.com/office/drawing/2014/main" id="{5CB343D0-A639-E5AB-B912-E6F046970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024"/>
                <a:ext cx="337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42" name="Line 62">
                <a:extLst>
                  <a:ext uri="{FF2B5EF4-FFF2-40B4-BE49-F238E27FC236}">
                    <a16:creationId xmlns:a16="http://schemas.microsoft.com/office/drawing/2014/main" id="{40A41D03-440B-469F-9831-A5799FD8B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4" y="30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" name="Text Box 63">
                <a:extLst>
                  <a:ext uri="{FF2B5EF4-FFF2-40B4-BE49-F238E27FC236}">
                    <a16:creationId xmlns:a16="http://schemas.microsoft.com/office/drawing/2014/main" id="{F3073CEA-E1F1-F62D-B27D-54026B812B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1" y="30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407" name="Group 64">
              <a:extLst>
                <a:ext uri="{FF2B5EF4-FFF2-40B4-BE49-F238E27FC236}">
                  <a16:creationId xmlns:a16="http://schemas.microsoft.com/office/drawing/2014/main" id="{92102969-8F6B-69C8-E7DC-4E4D189D31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2640"/>
              <a:ext cx="482" cy="333"/>
              <a:chOff x="3503" y="2640"/>
              <a:chExt cx="482" cy="333"/>
            </a:xfrm>
          </p:grpSpPr>
          <p:sp>
            <p:nvSpPr>
              <p:cNvPr id="14438" name="Text Box 65">
                <a:extLst>
                  <a:ext uri="{FF2B5EF4-FFF2-40B4-BE49-F238E27FC236}">
                    <a16:creationId xmlns:a16="http://schemas.microsoft.com/office/drawing/2014/main" id="{D63BE36F-242F-9F2B-A848-CB54084E21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3" y="2640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39" name="Line 66">
                <a:extLst>
                  <a:ext uri="{FF2B5EF4-FFF2-40B4-BE49-F238E27FC236}">
                    <a16:creationId xmlns:a16="http://schemas.microsoft.com/office/drawing/2014/main" id="{5EA5E2CA-1A50-FAF4-6A4F-82443CCEC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8" y="264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" name="Text Box 67">
                <a:extLst>
                  <a:ext uri="{FF2B5EF4-FFF2-40B4-BE49-F238E27FC236}">
                    <a16:creationId xmlns:a16="http://schemas.microsoft.com/office/drawing/2014/main" id="{ADAA00B8-8692-89E1-1A64-7EE1749CF7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64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408" name="Group 68">
              <a:extLst>
                <a:ext uri="{FF2B5EF4-FFF2-40B4-BE49-F238E27FC236}">
                  <a16:creationId xmlns:a16="http://schemas.microsoft.com/office/drawing/2014/main" id="{237A8B59-8DBC-F37D-8DAB-EE07532F84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640"/>
              <a:ext cx="528" cy="381"/>
              <a:chOff x="4512" y="1824"/>
              <a:chExt cx="528" cy="381"/>
            </a:xfrm>
          </p:grpSpPr>
          <p:sp>
            <p:nvSpPr>
              <p:cNvPr id="14435" name="Text Box 69">
                <a:extLst>
                  <a:ext uri="{FF2B5EF4-FFF2-40B4-BE49-F238E27FC236}">
                    <a16:creationId xmlns:a16="http://schemas.microsoft.com/office/drawing/2014/main" id="{45B7E7EE-2E14-8112-E404-D61EF37B9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824"/>
                <a:ext cx="38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36" name="Line 70">
                <a:extLst>
                  <a:ext uri="{FF2B5EF4-FFF2-40B4-BE49-F238E27FC236}">
                    <a16:creationId xmlns:a16="http://schemas.microsoft.com/office/drawing/2014/main" id="{129FAA60-7A3F-54AF-7CD3-6F27F24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7" name="Text Box 71">
                <a:extLst>
                  <a:ext uri="{FF2B5EF4-FFF2-40B4-BE49-F238E27FC236}">
                    <a16:creationId xmlns:a16="http://schemas.microsoft.com/office/drawing/2014/main" id="{EF5B0B5A-725B-33DB-BCF8-4A16F18CC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8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9" name="Freeform 72">
              <a:extLst>
                <a:ext uri="{FF2B5EF4-FFF2-40B4-BE49-F238E27FC236}">
                  <a16:creationId xmlns:a16="http://schemas.microsoft.com/office/drawing/2014/main" id="{77F14B50-0DB2-6F0E-4B40-D3D72017F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3408"/>
              <a:ext cx="2448" cy="432"/>
            </a:xfrm>
            <a:custGeom>
              <a:avLst/>
              <a:gdLst>
                <a:gd name="T0" fmla="*/ 2448 w 2448"/>
                <a:gd name="T1" fmla="*/ 0 h 384"/>
                <a:gd name="T2" fmla="*/ 2304 w 2448"/>
                <a:gd name="T3" fmla="*/ 48753 h 384"/>
                <a:gd name="T4" fmla="*/ 2160 w 2448"/>
                <a:gd name="T5" fmla="*/ 73243 h 384"/>
                <a:gd name="T6" fmla="*/ 1632 w 2448"/>
                <a:gd name="T7" fmla="*/ 85190 h 384"/>
                <a:gd name="T8" fmla="*/ 480 w 2448"/>
                <a:gd name="T9" fmla="*/ 85190 h 384"/>
                <a:gd name="T10" fmla="*/ 0 w 2448"/>
                <a:gd name="T11" fmla="*/ 12373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0" name="Group 73">
              <a:extLst>
                <a:ext uri="{FF2B5EF4-FFF2-40B4-BE49-F238E27FC236}">
                  <a16:creationId xmlns:a16="http://schemas.microsoft.com/office/drawing/2014/main" id="{AC9687D6-449E-5967-60AA-0601E55DF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3504"/>
              <a:ext cx="529" cy="381"/>
              <a:chOff x="1487" y="2928"/>
              <a:chExt cx="529" cy="381"/>
            </a:xfrm>
          </p:grpSpPr>
          <p:sp>
            <p:nvSpPr>
              <p:cNvPr id="14432" name="Line 74">
                <a:extLst>
                  <a:ext uri="{FF2B5EF4-FFF2-40B4-BE49-F238E27FC236}">
                    <a16:creationId xmlns:a16="http://schemas.microsoft.com/office/drawing/2014/main" id="{0D14B16C-B7C1-03FA-20E4-99A115262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3" name="Text Box 75">
                <a:extLst>
                  <a:ext uri="{FF2B5EF4-FFF2-40B4-BE49-F238E27FC236}">
                    <a16:creationId xmlns:a16="http://schemas.microsoft.com/office/drawing/2014/main" id="{58771701-4BF1-5F42-7E24-4A750CB4F9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7" y="2975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34" name="Text Box 76">
                <a:extLst>
                  <a:ext uri="{FF2B5EF4-FFF2-40B4-BE49-F238E27FC236}">
                    <a16:creationId xmlns:a16="http://schemas.microsoft.com/office/drawing/2014/main" id="{941A4B23-8205-73D4-0F20-25FB1B940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7" y="2928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11" name="Freeform 77">
              <a:extLst>
                <a:ext uri="{FF2B5EF4-FFF2-40B4-BE49-F238E27FC236}">
                  <a16:creationId xmlns:a16="http://schemas.microsoft.com/office/drawing/2014/main" id="{6F43A63B-6A9F-4259-D9D8-2F71E127C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312"/>
              <a:ext cx="1056" cy="288"/>
            </a:xfrm>
            <a:custGeom>
              <a:avLst/>
              <a:gdLst>
                <a:gd name="T0" fmla="*/ 0 w 2448"/>
                <a:gd name="T1" fmla="*/ 0 h 384"/>
                <a:gd name="T2" fmla="*/ 0 w 2448"/>
                <a:gd name="T3" fmla="*/ 2 h 384"/>
                <a:gd name="T4" fmla="*/ 0 w 2448"/>
                <a:gd name="T5" fmla="*/ 2 h 384"/>
                <a:gd name="T6" fmla="*/ 0 w 2448"/>
                <a:gd name="T7" fmla="*/ 2 h 384"/>
                <a:gd name="T8" fmla="*/ 0 w 2448"/>
                <a:gd name="T9" fmla="*/ 2 h 384"/>
                <a:gd name="T10" fmla="*/ 0 w 2448"/>
                <a:gd name="T11" fmla="*/ 2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2" name="Group 78">
              <a:extLst>
                <a:ext uri="{FF2B5EF4-FFF2-40B4-BE49-F238E27FC236}">
                  <a16:creationId xmlns:a16="http://schemas.microsoft.com/office/drawing/2014/main" id="{09C5D07E-FAD7-6284-B971-5CDE0F496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3263"/>
              <a:ext cx="528" cy="382"/>
              <a:chOff x="2592" y="2447"/>
              <a:chExt cx="528" cy="382"/>
            </a:xfrm>
          </p:grpSpPr>
          <p:sp>
            <p:nvSpPr>
              <p:cNvPr id="14429" name="Line 79">
                <a:extLst>
                  <a:ext uri="{FF2B5EF4-FFF2-40B4-BE49-F238E27FC236}">
                    <a16:creationId xmlns:a16="http://schemas.microsoft.com/office/drawing/2014/main" id="{B0CFEFBE-763F-CE9B-E21D-FD34D1D8C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4" y="249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0" name="Text Box 80">
                <a:extLst>
                  <a:ext uri="{FF2B5EF4-FFF2-40B4-BE49-F238E27FC236}">
                    <a16:creationId xmlns:a16="http://schemas.microsoft.com/office/drawing/2014/main" id="{98C315BB-B76E-A127-FB36-11359AB3E6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496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31" name="Text Box 81">
                <a:extLst>
                  <a:ext uri="{FF2B5EF4-FFF2-40B4-BE49-F238E27FC236}">
                    <a16:creationId xmlns:a16="http://schemas.microsoft.com/office/drawing/2014/main" id="{69DDB8E1-DEC1-3273-2E9F-B7305DB1D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447"/>
                <a:ext cx="19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4413" name="Line 82">
              <a:extLst>
                <a:ext uri="{FF2B5EF4-FFF2-40B4-BE49-F238E27FC236}">
                  <a16:creationId xmlns:a16="http://schemas.microsoft.com/office/drawing/2014/main" id="{EEA11CF2-6A10-DB03-E560-C2280946C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216"/>
              <a:ext cx="91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4" name="Group 83">
              <a:extLst>
                <a:ext uri="{FF2B5EF4-FFF2-40B4-BE49-F238E27FC236}">
                  <a16:creationId xmlns:a16="http://schemas.microsoft.com/office/drawing/2014/main" id="{5689EEFF-D9F0-1A2A-D83A-8580E19445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5" y="2928"/>
              <a:ext cx="527" cy="333"/>
              <a:chOff x="3985" y="2112"/>
              <a:chExt cx="527" cy="333"/>
            </a:xfrm>
          </p:grpSpPr>
          <p:sp>
            <p:nvSpPr>
              <p:cNvPr id="14426" name="Text Box 84">
                <a:extLst>
                  <a:ext uri="{FF2B5EF4-FFF2-40B4-BE49-F238E27FC236}">
                    <a16:creationId xmlns:a16="http://schemas.microsoft.com/office/drawing/2014/main" id="{CE877B59-D110-74E8-7AA3-D7CDB7A7F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112"/>
                <a:ext cx="38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27" name="Line 85">
                <a:extLst>
                  <a:ext uri="{FF2B5EF4-FFF2-40B4-BE49-F238E27FC236}">
                    <a16:creationId xmlns:a16="http://schemas.microsoft.com/office/drawing/2014/main" id="{AA41ADF0-6449-8907-3732-94FF49F39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28" name="Text Box 86">
                <a:extLst>
                  <a:ext uri="{FF2B5EF4-FFF2-40B4-BE49-F238E27FC236}">
                    <a16:creationId xmlns:a16="http://schemas.microsoft.com/office/drawing/2014/main" id="{B2D6E0CC-F23A-9B2F-BCB6-DC11EAA4F9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3" y="211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4415" name="Freeform 87">
              <a:extLst>
                <a:ext uri="{FF2B5EF4-FFF2-40B4-BE49-F238E27FC236}">
                  <a16:creationId xmlns:a16="http://schemas.microsoft.com/office/drawing/2014/main" id="{BA6FC824-31BB-9052-2AA2-81BF26E021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44" y="3072"/>
              <a:ext cx="280" cy="424"/>
            </a:xfrm>
            <a:custGeom>
              <a:avLst/>
              <a:gdLst>
                <a:gd name="T0" fmla="*/ 19 w 296"/>
                <a:gd name="T1" fmla="*/ 64 h 424"/>
                <a:gd name="T2" fmla="*/ 9 w 296"/>
                <a:gd name="T3" fmla="*/ 16 h 424"/>
                <a:gd name="T4" fmla="*/ 8 w 296"/>
                <a:gd name="T5" fmla="*/ 160 h 424"/>
                <a:gd name="T6" fmla="*/ 9 w 296"/>
                <a:gd name="T7" fmla="*/ 400 h 424"/>
                <a:gd name="T8" fmla="*/ 22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6" name="Group 88">
              <a:extLst>
                <a:ext uri="{FF2B5EF4-FFF2-40B4-BE49-F238E27FC236}">
                  <a16:creationId xmlns:a16="http://schemas.microsoft.com/office/drawing/2014/main" id="{3E31AABC-A385-D02A-C2F0-0F57D651C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3120"/>
              <a:ext cx="480" cy="382"/>
              <a:chOff x="5232" y="2304"/>
              <a:chExt cx="480" cy="382"/>
            </a:xfrm>
          </p:grpSpPr>
          <p:sp>
            <p:nvSpPr>
              <p:cNvPr id="14423" name="Line 89">
                <a:extLst>
                  <a:ext uri="{FF2B5EF4-FFF2-40B4-BE49-F238E27FC236}">
                    <a16:creationId xmlns:a16="http://schemas.microsoft.com/office/drawing/2014/main" id="{76E91187-B5F4-9DA2-B3A9-9ECE05569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76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24" name="Text Box 90">
                <a:extLst>
                  <a:ext uri="{FF2B5EF4-FFF2-40B4-BE49-F238E27FC236}">
                    <a16:creationId xmlns:a16="http://schemas.microsoft.com/office/drawing/2014/main" id="{9FB6B34D-4EA4-27EA-424C-81BA2594FE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" y="235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25" name="Text Box 91">
                <a:extLst>
                  <a:ext uri="{FF2B5EF4-FFF2-40B4-BE49-F238E27FC236}">
                    <a16:creationId xmlns:a16="http://schemas.microsoft.com/office/drawing/2014/main" id="{1C022DCB-E9D8-CF7F-CFC1-7D1EC68A0C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2304"/>
                <a:ext cx="384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4417" name="Group 92">
              <a:extLst>
                <a:ext uri="{FF2B5EF4-FFF2-40B4-BE49-F238E27FC236}">
                  <a16:creationId xmlns:a16="http://schemas.microsoft.com/office/drawing/2014/main" id="{577212BC-1EE1-0A17-B1DD-1289D28AA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1"/>
              <a:ext cx="529" cy="335"/>
              <a:chOff x="3360" y="1247"/>
              <a:chExt cx="529" cy="335"/>
            </a:xfrm>
          </p:grpSpPr>
          <p:sp>
            <p:nvSpPr>
              <p:cNvPr id="14418" name="Text Box 93">
                <a:extLst>
                  <a:ext uri="{FF2B5EF4-FFF2-40B4-BE49-F238E27FC236}">
                    <a16:creationId xmlns:a16="http://schemas.microsoft.com/office/drawing/2014/main" id="{DF86CA99-F703-98BA-4BC8-90A4BF302A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9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4419" name="Group 94">
                <a:extLst>
                  <a:ext uri="{FF2B5EF4-FFF2-40B4-BE49-F238E27FC236}">
                    <a16:creationId xmlns:a16="http://schemas.microsoft.com/office/drawing/2014/main" id="{315996BE-BB30-6B6F-68D9-FF0C125FA9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7"/>
                <a:ext cx="337" cy="334"/>
                <a:chOff x="4416" y="2543"/>
                <a:chExt cx="337" cy="334"/>
              </a:xfrm>
            </p:grpSpPr>
            <p:sp>
              <p:nvSpPr>
                <p:cNvPr id="14421" name="Line 95">
                  <a:extLst>
                    <a:ext uri="{FF2B5EF4-FFF2-40B4-BE49-F238E27FC236}">
                      <a16:creationId xmlns:a16="http://schemas.microsoft.com/office/drawing/2014/main" id="{A4940752-60EE-1668-5215-4828F619D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22" name="Text Box 96">
                  <a:extLst>
                    <a:ext uri="{FF2B5EF4-FFF2-40B4-BE49-F238E27FC236}">
                      <a16:creationId xmlns:a16="http://schemas.microsoft.com/office/drawing/2014/main" id="{C87FA8FC-6D87-CBE9-CBD6-83D475667B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3"/>
                  <a:ext cx="241" cy="3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4420" name="Line 97">
                <a:extLst>
                  <a:ext uri="{FF2B5EF4-FFF2-40B4-BE49-F238E27FC236}">
                    <a16:creationId xmlns:a16="http://schemas.microsoft.com/office/drawing/2014/main" id="{4311A229-4DC4-017F-A1ED-DF17D6634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5938" name="Group 98">
            <a:extLst>
              <a:ext uri="{FF2B5EF4-FFF2-40B4-BE49-F238E27FC236}">
                <a16:creationId xmlns:a16="http://schemas.microsoft.com/office/drawing/2014/main" id="{6F82B2F5-C200-847F-2CF6-6D54BF49484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581400"/>
            <a:ext cx="4800600" cy="3124200"/>
            <a:chOff x="96" y="2256"/>
            <a:chExt cx="3024" cy="1968"/>
          </a:xfrm>
        </p:grpSpPr>
        <p:sp>
          <p:nvSpPr>
            <p:cNvPr id="14373" name="Line 99">
              <a:extLst>
                <a:ext uri="{FF2B5EF4-FFF2-40B4-BE49-F238E27FC236}">
                  <a16:creationId xmlns:a16="http://schemas.microsoft.com/office/drawing/2014/main" id="{32518988-AD94-80B5-4437-63CD5487E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256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4" name="Line 100">
              <a:extLst>
                <a:ext uri="{FF2B5EF4-FFF2-40B4-BE49-F238E27FC236}">
                  <a16:creationId xmlns:a16="http://schemas.microsoft.com/office/drawing/2014/main" id="{1FFD93FA-C38D-5919-949B-8B3ACD193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640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Line 101">
              <a:extLst>
                <a:ext uri="{FF2B5EF4-FFF2-40B4-BE49-F238E27FC236}">
                  <a16:creationId xmlns:a16="http://schemas.microsoft.com/office/drawing/2014/main" id="{4A405E37-A067-9EE1-686A-7020C7359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6" name="Line 102">
              <a:extLst>
                <a:ext uri="{FF2B5EF4-FFF2-40B4-BE49-F238E27FC236}">
                  <a16:creationId xmlns:a16="http://schemas.microsoft.com/office/drawing/2014/main" id="{8339F761-1BAF-C833-AE62-8BC092BB2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256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7" name="Line 103">
              <a:extLst>
                <a:ext uri="{FF2B5EF4-FFF2-40B4-BE49-F238E27FC236}">
                  <a16:creationId xmlns:a16="http://schemas.microsoft.com/office/drawing/2014/main" id="{85F91F04-4F30-1F1D-ABB4-3B7D040C8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256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8" name="Line 104">
              <a:extLst>
                <a:ext uri="{FF2B5EF4-FFF2-40B4-BE49-F238E27FC236}">
                  <a16:creationId xmlns:a16="http://schemas.microsoft.com/office/drawing/2014/main" id="{34713399-81AD-28D4-A7D1-FCB82B70E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224"/>
              <a:ext cx="29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5945" name="Text Box 105">
              <a:extLst>
                <a:ext uri="{FF2B5EF4-FFF2-40B4-BE49-F238E27FC236}">
                  <a16:creationId xmlns:a16="http://schemas.microsoft.com/office/drawing/2014/main" id="{CC5D8F9B-9C5A-F8B6-681A-82F184363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35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5946" name="Text Box 106">
              <a:extLst>
                <a:ext uri="{FF2B5EF4-FFF2-40B4-BE49-F238E27FC236}">
                  <a16:creationId xmlns:a16="http://schemas.microsoft.com/office/drawing/2014/main" id="{9A6A0A9C-CEAF-0EEF-015B-B092D46FC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2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5947" name="Text Box 107">
              <a:extLst>
                <a:ext uri="{FF2B5EF4-FFF2-40B4-BE49-F238E27FC236}">
                  <a16:creationId xmlns:a16="http://schemas.microsoft.com/office/drawing/2014/main" id="{93DBA989-B935-93F7-7473-894F22EFF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3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5948" name="Text Box 108">
              <a:extLst>
                <a:ext uri="{FF2B5EF4-FFF2-40B4-BE49-F238E27FC236}">
                  <a16:creationId xmlns:a16="http://schemas.microsoft.com/office/drawing/2014/main" id="{D9249912-E8F4-780D-1D96-41EAC52BA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3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49" name="Group 109">
            <a:extLst>
              <a:ext uri="{FF2B5EF4-FFF2-40B4-BE49-F238E27FC236}">
                <a16:creationId xmlns:a16="http://schemas.microsoft.com/office/drawing/2014/main" id="{80DFCDAD-EBB0-A50B-D4D5-C30811656C05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130675"/>
            <a:ext cx="3276600" cy="365125"/>
            <a:chOff x="816" y="2602"/>
            <a:chExt cx="2064" cy="230"/>
          </a:xfrm>
        </p:grpSpPr>
        <p:sp>
          <p:nvSpPr>
            <p:cNvPr id="675950" name="Text Box 110">
              <a:extLst>
                <a:ext uri="{FF2B5EF4-FFF2-40B4-BE49-F238E27FC236}">
                  <a16:creationId xmlns:a16="http://schemas.microsoft.com/office/drawing/2014/main" id="{771C2A4C-AF4B-71A9-343C-02CC62801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60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b,0</a:t>
              </a: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(Q</a:t>
              </a:r>
              <a:r>
                <a:rPr lang="en-US" altLang="zh-CN" sz="2400" baseline="-25000">
                  <a:solidFill>
                    <a:srgbClr val="FFFF00"/>
                  </a:solidFill>
                  <a:latin typeface="Times New Roman" panose="02020603050405020304" pitchFamily="18" charset="0"/>
                </a:rPr>
                <a:t>N+1</a:t>
              </a:r>
              <a:r>
                <a:rPr lang="en-US" altLang="zh-CN" sz="2400">
                  <a:solidFill>
                    <a:srgbClr val="FFFF00"/>
                  </a:solidFill>
                  <a:latin typeface="Times New Roman" panose="02020603050405020304" pitchFamily="18" charset="0"/>
                </a:rPr>
                <a:t>,Z)</a:t>
              </a:r>
            </a:p>
          </p:txBody>
        </p:sp>
        <p:sp>
          <p:nvSpPr>
            <p:cNvPr id="675951" name="Text Box 111">
              <a:extLst>
                <a:ext uri="{FF2B5EF4-FFF2-40B4-BE49-F238E27FC236}">
                  <a16:creationId xmlns:a16="http://schemas.microsoft.com/office/drawing/2014/main" id="{295C6F3E-22A2-13BA-2838-5895B80C3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602"/>
              <a:ext cx="96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c,0</a:t>
              </a: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(Q</a:t>
              </a:r>
              <a:r>
                <a:rPr lang="en-US" altLang="zh-CN" sz="2400" baseline="-25000">
                  <a:solidFill>
                    <a:srgbClr val="FFFF00"/>
                  </a:solidFill>
                  <a:latin typeface="Times New Roman" panose="02020603050405020304" pitchFamily="18" charset="0"/>
                </a:rPr>
                <a:t>N+1</a:t>
              </a:r>
              <a:r>
                <a:rPr lang="en-US" altLang="zh-CN" sz="2400">
                  <a:solidFill>
                    <a:srgbClr val="FFFF00"/>
                  </a:solidFill>
                  <a:latin typeface="Times New Roman" panose="02020603050405020304" pitchFamily="18" charset="0"/>
                </a:rPr>
                <a:t>,Z)</a:t>
              </a:r>
              <a:endParaRPr lang="en-US" altLang="zh-CN" sz="2400" baseline="-250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52" name="Group 112">
            <a:extLst>
              <a:ext uri="{FF2B5EF4-FFF2-40B4-BE49-F238E27FC236}">
                <a16:creationId xmlns:a16="http://schemas.microsoft.com/office/drawing/2014/main" id="{533346FE-A3B5-BB76-2917-4170C6855FA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495800"/>
            <a:ext cx="3429000" cy="365125"/>
            <a:chOff x="816" y="2832"/>
            <a:chExt cx="2160" cy="230"/>
          </a:xfrm>
        </p:grpSpPr>
        <p:sp>
          <p:nvSpPr>
            <p:cNvPr id="675953" name="Text Box 113">
              <a:extLst>
                <a:ext uri="{FF2B5EF4-FFF2-40B4-BE49-F238E27FC236}">
                  <a16:creationId xmlns:a16="http://schemas.microsoft.com/office/drawing/2014/main" id="{F72B1715-71AD-D388-F9D8-929F62308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83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5954" name="Text Box 114">
              <a:extLst>
                <a:ext uri="{FF2B5EF4-FFF2-40B4-BE49-F238E27FC236}">
                  <a16:creationId xmlns:a16="http://schemas.microsoft.com/office/drawing/2014/main" id="{836A5FDE-B90F-F836-75A4-E894BB992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83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55" name="Group 115">
            <a:extLst>
              <a:ext uri="{FF2B5EF4-FFF2-40B4-BE49-F238E27FC236}">
                <a16:creationId xmlns:a16="http://schemas.microsoft.com/office/drawing/2014/main" id="{D6F5EDD6-4FE0-1FF1-4EEE-CE2BFF4E698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892675"/>
            <a:ext cx="3429000" cy="365125"/>
            <a:chOff x="816" y="3082"/>
            <a:chExt cx="2160" cy="230"/>
          </a:xfrm>
        </p:grpSpPr>
        <p:sp>
          <p:nvSpPr>
            <p:cNvPr id="675956" name="Text Box 116">
              <a:extLst>
                <a:ext uri="{FF2B5EF4-FFF2-40B4-BE49-F238E27FC236}">
                  <a16:creationId xmlns:a16="http://schemas.microsoft.com/office/drawing/2014/main" id="{77E67527-8264-FFF7-D042-A285DD313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8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5957" name="Text Box 117">
              <a:extLst>
                <a:ext uri="{FF2B5EF4-FFF2-40B4-BE49-F238E27FC236}">
                  <a16:creationId xmlns:a16="http://schemas.microsoft.com/office/drawing/2014/main" id="{8902130D-8C13-94D5-E7AF-0DA7618FE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08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58" name="Group 118">
            <a:extLst>
              <a:ext uri="{FF2B5EF4-FFF2-40B4-BE49-F238E27FC236}">
                <a16:creationId xmlns:a16="http://schemas.microsoft.com/office/drawing/2014/main" id="{D85BE0B9-B4E1-24B7-7C06-2C6E0230040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273675"/>
            <a:ext cx="3429000" cy="365125"/>
            <a:chOff x="816" y="3322"/>
            <a:chExt cx="2160" cy="230"/>
          </a:xfrm>
        </p:grpSpPr>
        <p:sp>
          <p:nvSpPr>
            <p:cNvPr id="675959" name="Text Box 119">
              <a:extLst>
                <a:ext uri="{FF2B5EF4-FFF2-40B4-BE49-F238E27FC236}">
                  <a16:creationId xmlns:a16="http://schemas.microsoft.com/office/drawing/2014/main" id="{A8EE61FE-4E7D-9C33-A231-14F2C2AFC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2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5960" name="Text Box 120">
              <a:extLst>
                <a:ext uri="{FF2B5EF4-FFF2-40B4-BE49-F238E27FC236}">
                  <a16:creationId xmlns:a16="http://schemas.microsoft.com/office/drawing/2014/main" id="{E5B6A91F-6F6D-0708-1DC2-AE3AA396E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32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61" name="Group 121">
            <a:extLst>
              <a:ext uri="{FF2B5EF4-FFF2-40B4-BE49-F238E27FC236}">
                <a16:creationId xmlns:a16="http://schemas.microsoft.com/office/drawing/2014/main" id="{035C54DF-D8F0-50F8-C6B1-581913D7DF7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638800"/>
            <a:ext cx="3429000" cy="365125"/>
            <a:chOff x="816" y="3552"/>
            <a:chExt cx="2160" cy="230"/>
          </a:xfrm>
        </p:grpSpPr>
        <p:sp>
          <p:nvSpPr>
            <p:cNvPr id="675962" name="Text Box 122">
              <a:extLst>
                <a:ext uri="{FF2B5EF4-FFF2-40B4-BE49-F238E27FC236}">
                  <a16:creationId xmlns:a16="http://schemas.microsoft.com/office/drawing/2014/main" id="{9CA72564-09D5-E65B-D0F6-65707236C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5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5963" name="Text Box 123">
              <a:extLst>
                <a:ext uri="{FF2B5EF4-FFF2-40B4-BE49-F238E27FC236}">
                  <a16:creationId xmlns:a16="http://schemas.microsoft.com/office/drawing/2014/main" id="{FA350A98-0F59-F0CE-03A9-CF781E7B8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55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64" name="Group 124">
            <a:extLst>
              <a:ext uri="{FF2B5EF4-FFF2-40B4-BE49-F238E27FC236}">
                <a16:creationId xmlns:a16="http://schemas.microsoft.com/office/drawing/2014/main" id="{973FC24B-EE88-A1B3-CB75-E199A71ABF69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959475"/>
            <a:ext cx="3429000" cy="365125"/>
            <a:chOff x="816" y="3754"/>
            <a:chExt cx="2160" cy="230"/>
          </a:xfrm>
        </p:grpSpPr>
        <p:sp>
          <p:nvSpPr>
            <p:cNvPr id="675965" name="Text Box 125">
              <a:extLst>
                <a:ext uri="{FF2B5EF4-FFF2-40B4-BE49-F238E27FC236}">
                  <a16:creationId xmlns:a16="http://schemas.microsoft.com/office/drawing/2014/main" id="{574D238D-202D-0043-9E7C-91444300C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75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5966" name="Text Box 126">
              <a:extLst>
                <a:ext uri="{FF2B5EF4-FFF2-40B4-BE49-F238E27FC236}">
                  <a16:creationId xmlns:a16="http://schemas.microsoft.com/office/drawing/2014/main" id="{812A72A2-AB65-8AE4-98B1-8B939AB20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75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67" name="Group 127">
            <a:extLst>
              <a:ext uri="{FF2B5EF4-FFF2-40B4-BE49-F238E27FC236}">
                <a16:creationId xmlns:a16="http://schemas.microsoft.com/office/drawing/2014/main" id="{6B7498BD-03E1-F5BF-61F9-42C132D1090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130675"/>
            <a:ext cx="228600" cy="2498725"/>
            <a:chOff x="384" y="2602"/>
            <a:chExt cx="144" cy="1574"/>
          </a:xfrm>
        </p:grpSpPr>
        <p:sp>
          <p:nvSpPr>
            <p:cNvPr id="675968" name="Text Box 128">
              <a:extLst>
                <a:ext uri="{FF2B5EF4-FFF2-40B4-BE49-F238E27FC236}">
                  <a16:creationId xmlns:a16="http://schemas.microsoft.com/office/drawing/2014/main" id="{F0B053FF-F2A9-9A1C-4494-1D65C66F5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60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5969" name="Text Box 129">
              <a:extLst>
                <a:ext uri="{FF2B5EF4-FFF2-40B4-BE49-F238E27FC236}">
                  <a16:creationId xmlns:a16="http://schemas.microsoft.com/office/drawing/2014/main" id="{1C25F49E-54BC-620C-52D8-D838C37DD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84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5970" name="Text Box 130">
              <a:extLst>
                <a:ext uri="{FF2B5EF4-FFF2-40B4-BE49-F238E27FC236}">
                  <a16:creationId xmlns:a16="http://schemas.microsoft.com/office/drawing/2014/main" id="{87626EE0-EB05-3DB9-7E70-807E15A73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08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5971" name="Text Box 131">
              <a:extLst>
                <a:ext uri="{FF2B5EF4-FFF2-40B4-BE49-F238E27FC236}">
                  <a16:creationId xmlns:a16="http://schemas.microsoft.com/office/drawing/2014/main" id="{97907A53-50CC-FB3B-7703-AD18BB554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32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5972" name="Text Box 132">
              <a:extLst>
                <a:ext uri="{FF2B5EF4-FFF2-40B4-BE49-F238E27FC236}">
                  <a16:creationId xmlns:a16="http://schemas.microsoft.com/office/drawing/2014/main" id="{A4524902-4F2B-7563-AE3C-D5AE6AAB8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514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5973" name="Text Box 133">
              <a:extLst>
                <a:ext uri="{FF2B5EF4-FFF2-40B4-BE49-F238E27FC236}">
                  <a16:creationId xmlns:a16="http://schemas.microsoft.com/office/drawing/2014/main" id="{62D85984-BAC2-53DB-C6E2-AD9B4D90A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754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5974" name="Text Box 134">
              <a:extLst>
                <a:ext uri="{FF2B5EF4-FFF2-40B4-BE49-F238E27FC236}">
                  <a16:creationId xmlns:a16="http://schemas.microsoft.com/office/drawing/2014/main" id="{043DF2A7-933C-99B2-1A00-096C9C07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946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75" name="Group 135">
            <a:extLst>
              <a:ext uri="{FF2B5EF4-FFF2-40B4-BE49-F238E27FC236}">
                <a16:creationId xmlns:a16="http://schemas.microsoft.com/office/drawing/2014/main" id="{0E32353A-0DC7-DB6F-0402-BACE162508A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6340475"/>
            <a:ext cx="3429000" cy="365125"/>
            <a:chOff x="816" y="3994"/>
            <a:chExt cx="2160" cy="230"/>
          </a:xfrm>
        </p:grpSpPr>
        <p:sp>
          <p:nvSpPr>
            <p:cNvPr id="675976" name="Text Box 136">
              <a:extLst>
                <a:ext uri="{FF2B5EF4-FFF2-40B4-BE49-F238E27FC236}">
                  <a16:creationId xmlns:a16="http://schemas.microsoft.com/office/drawing/2014/main" id="{BCBC1160-620D-8124-2F3D-D03EFA01A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99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5977" name="Text Box 137">
              <a:extLst>
                <a:ext uri="{FF2B5EF4-FFF2-40B4-BE49-F238E27FC236}">
                  <a16:creationId xmlns:a16="http://schemas.microsoft.com/office/drawing/2014/main" id="{FD8597D8-11BF-B1D2-8FE5-8A1AE59E1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99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75978" name="Rectangle 138">
            <a:extLst>
              <a:ext uri="{FF2B5EF4-FFF2-40B4-BE49-F238E27FC236}">
                <a16:creationId xmlns:a16="http://schemas.microsoft.com/office/drawing/2014/main" id="{99E7D333-690C-BD0B-3C29-FE36B48CA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971800"/>
            <a:ext cx="19700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原始状态表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7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5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7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7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7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7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7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7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7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7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5">
            <a:extLst>
              <a:ext uri="{FF2B5EF4-FFF2-40B4-BE49-F238E27FC236}">
                <a16:creationId xmlns:a16="http://schemas.microsoft.com/office/drawing/2014/main" id="{9C5C2F1D-8820-72D0-91A0-44F88CA2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6BF5C2F-51BA-4C6F-8FE6-C2526192B2D0}" type="slidenum">
              <a:rPr lang="en-US" altLang="zh-CN" sz="1000" smtClean="0"/>
              <a:pPr>
                <a:defRPr/>
              </a:pPr>
              <a:t>10</a:t>
            </a:fld>
            <a:endParaRPr lang="en-US" altLang="zh-CN" sz="1000"/>
          </a:p>
        </p:txBody>
      </p:sp>
      <p:sp>
        <p:nvSpPr>
          <p:cNvPr id="676866" name="Rectangle 2">
            <a:extLst>
              <a:ext uri="{FF2B5EF4-FFF2-40B4-BE49-F238E27FC236}">
                <a16:creationId xmlns:a16="http://schemas.microsoft.com/office/drawing/2014/main" id="{392A2E50-256E-9323-A8DB-1E6265BEB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6867" name="Rectangle 3">
            <a:extLst>
              <a:ext uri="{FF2B5EF4-FFF2-40B4-BE49-F238E27FC236}">
                <a16:creationId xmlns:a16="http://schemas.microsoft.com/office/drawing/2014/main" id="{A37E37C4-36A8-0C11-3CC7-A748B09EB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FFFF00"/>
                </a:solidFill>
              </a:rPr>
              <a:t>第三步 状态化简：原始状态表通常不是最小化状态表，它一般包含多余的状态，因此要对原始状态表进行化简</a:t>
            </a:r>
          </a:p>
        </p:txBody>
      </p:sp>
      <p:grpSp>
        <p:nvGrpSpPr>
          <p:cNvPr id="15365" name="Group 4">
            <a:extLst>
              <a:ext uri="{FF2B5EF4-FFF2-40B4-BE49-F238E27FC236}">
                <a16:creationId xmlns:a16="http://schemas.microsoft.com/office/drawing/2014/main" id="{00BA3D89-0671-9462-0457-F6A9F77D16D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743200"/>
            <a:ext cx="3581400" cy="3733800"/>
            <a:chOff x="96" y="1728"/>
            <a:chExt cx="2256" cy="2352"/>
          </a:xfrm>
        </p:grpSpPr>
        <p:sp>
          <p:nvSpPr>
            <p:cNvPr id="15367" name="Line 5">
              <a:extLst>
                <a:ext uri="{FF2B5EF4-FFF2-40B4-BE49-F238E27FC236}">
                  <a16:creationId xmlns:a16="http://schemas.microsoft.com/office/drawing/2014/main" id="{159F06A3-9239-041F-1AB7-9E78F9B93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8" name="Line 6">
              <a:extLst>
                <a:ext uri="{FF2B5EF4-FFF2-40B4-BE49-F238E27FC236}">
                  <a16:creationId xmlns:a16="http://schemas.microsoft.com/office/drawing/2014/main" id="{7E5B25A4-1BFC-4149-20CB-87F93D9AE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49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9" name="Line 7">
              <a:extLst>
                <a:ext uri="{FF2B5EF4-FFF2-40B4-BE49-F238E27FC236}">
                  <a16:creationId xmlns:a16="http://schemas.microsoft.com/office/drawing/2014/main" id="{11A8919B-04F4-3FD3-F960-9EEACFD90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0" name="Line 8">
              <a:extLst>
                <a:ext uri="{FF2B5EF4-FFF2-40B4-BE49-F238E27FC236}">
                  <a16:creationId xmlns:a16="http://schemas.microsoft.com/office/drawing/2014/main" id="{C7DF2D22-F1C6-F18B-D056-E139E4835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1" name="Line 9">
              <a:extLst>
                <a:ext uri="{FF2B5EF4-FFF2-40B4-BE49-F238E27FC236}">
                  <a16:creationId xmlns:a16="http://schemas.microsoft.com/office/drawing/2014/main" id="{E458799F-EA73-76E2-DA49-435D8F176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2" name="Line 10">
              <a:extLst>
                <a:ext uri="{FF2B5EF4-FFF2-40B4-BE49-F238E27FC236}">
                  <a16:creationId xmlns:a16="http://schemas.microsoft.com/office/drawing/2014/main" id="{103A0EC5-8996-DAF3-E8CA-D89DD91A7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20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875" name="Text Box 11">
              <a:extLst>
                <a:ext uri="{FF2B5EF4-FFF2-40B4-BE49-F238E27FC236}">
                  <a16:creationId xmlns:a16="http://schemas.microsoft.com/office/drawing/2014/main" id="{81A1AD31-641B-C5EE-3DD5-C101C1E99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2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6876" name="Text Box 12">
              <a:extLst>
                <a:ext uri="{FF2B5EF4-FFF2-40B4-BE49-F238E27FC236}">
                  <a16:creationId xmlns:a16="http://schemas.microsoft.com/office/drawing/2014/main" id="{38378CF3-851E-24D0-86FE-FD65B18AC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11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6877" name="Text Box 13">
              <a:extLst>
                <a:ext uri="{FF2B5EF4-FFF2-40B4-BE49-F238E27FC236}">
                  <a16:creationId xmlns:a16="http://schemas.microsoft.com/office/drawing/2014/main" id="{A5329F57-F761-387E-672F-EC33BCD37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6878" name="Text Box 14">
              <a:extLst>
                <a:ext uri="{FF2B5EF4-FFF2-40B4-BE49-F238E27FC236}">
                  <a16:creationId xmlns:a16="http://schemas.microsoft.com/office/drawing/2014/main" id="{D11ECA62-9207-169B-DD8F-F21A29201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6879" name="Text Box 15">
              <a:extLst>
                <a:ext uri="{FF2B5EF4-FFF2-40B4-BE49-F238E27FC236}">
                  <a16:creationId xmlns:a16="http://schemas.microsoft.com/office/drawing/2014/main" id="{AFA07F95-08AE-6531-639F-F636885DD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b,0</a:t>
              </a:r>
              <a:endPara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880" name="Text Box 16">
              <a:extLst>
                <a:ext uri="{FF2B5EF4-FFF2-40B4-BE49-F238E27FC236}">
                  <a16:creationId xmlns:a16="http://schemas.microsoft.com/office/drawing/2014/main" id="{EA3CBEBA-4D75-FB87-9C15-AD44DF478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c,0</a:t>
              </a:r>
              <a:endParaRPr lang="en-US" altLang="zh-CN" sz="2400" baseline="-250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881" name="Text Box 17">
              <a:extLst>
                <a:ext uri="{FF2B5EF4-FFF2-40B4-BE49-F238E27FC236}">
                  <a16:creationId xmlns:a16="http://schemas.microsoft.com/office/drawing/2014/main" id="{36F45007-7E80-3AFE-4943-9D3FED91D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8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6882" name="Text Box 18">
              <a:extLst>
                <a:ext uri="{FF2B5EF4-FFF2-40B4-BE49-F238E27FC236}">
                  <a16:creationId xmlns:a16="http://schemas.microsoft.com/office/drawing/2014/main" id="{6E6E946B-BC09-21B5-B49C-E58401BB1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68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6883" name="Text Box 19">
              <a:extLst>
                <a:ext uri="{FF2B5EF4-FFF2-40B4-BE49-F238E27FC236}">
                  <a16:creationId xmlns:a16="http://schemas.microsoft.com/office/drawing/2014/main" id="{437FFC81-76EB-7F10-DDA0-A14A0A77E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6884" name="Text Box 20">
              <a:extLst>
                <a:ext uri="{FF2B5EF4-FFF2-40B4-BE49-F238E27FC236}">
                  <a16:creationId xmlns:a16="http://schemas.microsoft.com/office/drawing/2014/main" id="{85086678-4FEE-1CF8-3BD4-2D6F101B9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6885" name="Text Box 21">
              <a:extLst>
                <a:ext uri="{FF2B5EF4-FFF2-40B4-BE49-F238E27FC236}">
                  <a16:creationId xmlns:a16="http://schemas.microsoft.com/office/drawing/2014/main" id="{3F99CDF6-D513-3F91-0159-9377DBC84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6886" name="Text Box 22">
              <a:extLst>
                <a:ext uri="{FF2B5EF4-FFF2-40B4-BE49-F238E27FC236}">
                  <a16:creationId xmlns:a16="http://schemas.microsoft.com/office/drawing/2014/main" id="{A9B0F650-FA61-4205-02C7-425B9C624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6887" name="Text Box 23">
              <a:extLst>
                <a:ext uri="{FF2B5EF4-FFF2-40B4-BE49-F238E27FC236}">
                  <a16:creationId xmlns:a16="http://schemas.microsoft.com/office/drawing/2014/main" id="{0DC42229-1C99-919E-FE98-1A192B03B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40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6888" name="Text Box 24">
              <a:extLst>
                <a:ext uri="{FF2B5EF4-FFF2-40B4-BE49-F238E27FC236}">
                  <a16:creationId xmlns:a16="http://schemas.microsoft.com/office/drawing/2014/main" id="{93725ACA-54DC-9C87-DDA0-EB49ED9AD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40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6889" name="Text Box 25">
              <a:extLst>
                <a:ext uri="{FF2B5EF4-FFF2-40B4-BE49-F238E27FC236}">
                  <a16:creationId xmlns:a16="http://schemas.microsoft.com/office/drawing/2014/main" id="{79ACB29C-F6EC-B5EE-8F41-A4F790D28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6890" name="Text Box 26">
              <a:extLst>
                <a:ext uri="{FF2B5EF4-FFF2-40B4-BE49-F238E27FC236}">
                  <a16:creationId xmlns:a16="http://schemas.microsoft.com/office/drawing/2014/main" id="{05058991-1144-FCF1-7990-EEF0672AD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6891" name="Text Box 27">
              <a:extLst>
                <a:ext uri="{FF2B5EF4-FFF2-40B4-BE49-F238E27FC236}">
                  <a16:creationId xmlns:a16="http://schemas.microsoft.com/office/drawing/2014/main" id="{1E671380-3DB3-11A6-EF3E-6C6947B5A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45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6892" name="Text Box 28">
              <a:extLst>
                <a:ext uri="{FF2B5EF4-FFF2-40B4-BE49-F238E27FC236}">
                  <a16:creationId xmlns:a16="http://schemas.microsoft.com/office/drawing/2014/main" id="{085363D3-7744-4EEF-E880-211434F7C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69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76893" name="Text Box 29">
              <a:extLst>
                <a:ext uri="{FF2B5EF4-FFF2-40B4-BE49-F238E27FC236}">
                  <a16:creationId xmlns:a16="http://schemas.microsoft.com/office/drawing/2014/main" id="{196ECFF7-32DB-8D23-3EE1-20884135F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3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76894" name="Text Box 30">
              <a:extLst>
                <a:ext uri="{FF2B5EF4-FFF2-40B4-BE49-F238E27FC236}">
                  <a16:creationId xmlns:a16="http://schemas.microsoft.com/office/drawing/2014/main" id="{D86B3643-FD23-C6C6-36FC-43B73C912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17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76895" name="Text Box 31">
              <a:extLst>
                <a:ext uri="{FF2B5EF4-FFF2-40B4-BE49-F238E27FC236}">
                  <a16:creationId xmlns:a16="http://schemas.microsoft.com/office/drawing/2014/main" id="{3DB8C79C-D2AE-9F3F-B4E4-969323228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37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676896" name="Text Box 32">
              <a:extLst>
                <a:ext uri="{FF2B5EF4-FFF2-40B4-BE49-F238E27FC236}">
                  <a16:creationId xmlns:a16="http://schemas.microsoft.com/office/drawing/2014/main" id="{C9766623-F686-46CB-05C1-413BE7442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1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676897" name="Text Box 33">
              <a:extLst>
                <a:ext uri="{FF2B5EF4-FFF2-40B4-BE49-F238E27FC236}">
                  <a16:creationId xmlns:a16="http://schemas.microsoft.com/office/drawing/2014/main" id="{443C006B-FC38-A83C-23B0-268497AB6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80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6898" name="Text Box 34">
              <a:extLst>
                <a:ext uri="{FF2B5EF4-FFF2-40B4-BE49-F238E27FC236}">
                  <a16:creationId xmlns:a16="http://schemas.microsoft.com/office/drawing/2014/main" id="{D489F6DB-2FCB-ECB2-9BF6-58E1C83BF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6899" name="Text Box 35">
              <a:extLst>
                <a:ext uri="{FF2B5EF4-FFF2-40B4-BE49-F238E27FC236}">
                  <a16:creationId xmlns:a16="http://schemas.microsoft.com/office/drawing/2014/main" id="{E12E01A4-471E-59DE-EBD1-017CBC2E3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6900" name="Rectangle 36">
              <a:extLst>
                <a:ext uri="{FF2B5EF4-FFF2-40B4-BE49-F238E27FC236}">
                  <a16:creationId xmlns:a16="http://schemas.microsoft.com/office/drawing/2014/main" id="{FDEB431D-1774-7597-60F0-779EA3C82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728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原始状态表</a:t>
              </a:r>
            </a:p>
          </p:txBody>
        </p:sp>
      </p:grpSp>
      <p:sp>
        <p:nvSpPr>
          <p:cNvPr id="676901" name="Rectangle 37">
            <a:extLst>
              <a:ext uri="{FF2B5EF4-FFF2-40B4-BE49-F238E27FC236}">
                <a16:creationId xmlns:a16="http://schemas.microsoft.com/office/drawing/2014/main" id="{9C650FCB-4A4A-0AF0-C7A7-3598DB1CE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971800"/>
            <a:ext cx="4845050" cy="26479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从原始状态表可以发现：状态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b,d,f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在输入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时，输出都为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且次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态都为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e,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所以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b,d,f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可以合并成一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个状态，记为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{ b,d,f }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同理可得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:c,e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可合并为一个状态，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记为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{ c,e }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90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5">
            <a:extLst>
              <a:ext uri="{FF2B5EF4-FFF2-40B4-BE49-F238E27FC236}">
                <a16:creationId xmlns:a16="http://schemas.microsoft.com/office/drawing/2014/main" id="{F39498D0-48ED-E4B8-C611-1BA71DE8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29B659C-9BBD-493B-87E7-8235AEFB866D}" type="slidenum">
              <a:rPr lang="en-US" altLang="zh-CN" sz="1000" smtClean="0"/>
              <a:pPr>
                <a:defRPr/>
              </a:pPr>
              <a:t>11</a:t>
            </a:fld>
            <a:endParaRPr lang="en-US" altLang="zh-CN" sz="1000"/>
          </a:p>
        </p:txBody>
      </p:sp>
      <p:sp>
        <p:nvSpPr>
          <p:cNvPr id="677890" name="Rectangle 2">
            <a:extLst>
              <a:ext uri="{FF2B5EF4-FFF2-40B4-BE49-F238E27FC236}">
                <a16:creationId xmlns:a16="http://schemas.microsoft.com/office/drawing/2014/main" id="{F024F573-B51E-CF83-91AF-B3AF0D607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7891" name="Rectangle 3">
            <a:extLst>
              <a:ext uri="{FF2B5EF4-FFF2-40B4-BE49-F238E27FC236}">
                <a16:creationId xmlns:a16="http://schemas.microsoft.com/office/drawing/2014/main" id="{29FCA36B-48D9-ABDC-0EE3-5AB36873D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FF00"/>
                </a:solidFill>
              </a:rPr>
              <a:t>第三步 状态化简：原始状态表通常不是最小化状态表，它一般包含多余的状态，因此要对原始状态表进行化简</a:t>
            </a:r>
          </a:p>
        </p:txBody>
      </p:sp>
      <p:grpSp>
        <p:nvGrpSpPr>
          <p:cNvPr id="16389" name="Group 4">
            <a:extLst>
              <a:ext uri="{FF2B5EF4-FFF2-40B4-BE49-F238E27FC236}">
                <a16:creationId xmlns:a16="http://schemas.microsoft.com/office/drawing/2014/main" id="{8CCD494E-F92D-1790-8BB2-A6EEA3A8BAF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743200"/>
            <a:ext cx="3581400" cy="3733800"/>
            <a:chOff x="96" y="1728"/>
            <a:chExt cx="2256" cy="2352"/>
          </a:xfrm>
        </p:grpSpPr>
        <p:sp>
          <p:nvSpPr>
            <p:cNvPr id="16420" name="Line 5">
              <a:extLst>
                <a:ext uri="{FF2B5EF4-FFF2-40B4-BE49-F238E27FC236}">
                  <a16:creationId xmlns:a16="http://schemas.microsoft.com/office/drawing/2014/main" id="{162BAB8F-83A4-0E28-D5CC-ABBF3B93A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1" name="Line 6">
              <a:extLst>
                <a:ext uri="{FF2B5EF4-FFF2-40B4-BE49-F238E27FC236}">
                  <a16:creationId xmlns:a16="http://schemas.microsoft.com/office/drawing/2014/main" id="{83173B64-50BE-EB6A-CC72-393A4CD90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49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2" name="Line 7">
              <a:extLst>
                <a:ext uri="{FF2B5EF4-FFF2-40B4-BE49-F238E27FC236}">
                  <a16:creationId xmlns:a16="http://schemas.microsoft.com/office/drawing/2014/main" id="{0B043168-6B2E-9AAF-5BDA-F05156E0F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3" name="Line 8">
              <a:extLst>
                <a:ext uri="{FF2B5EF4-FFF2-40B4-BE49-F238E27FC236}">
                  <a16:creationId xmlns:a16="http://schemas.microsoft.com/office/drawing/2014/main" id="{0BE4607C-201E-DDFB-56C7-FC89009DC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4" name="Line 9">
              <a:extLst>
                <a:ext uri="{FF2B5EF4-FFF2-40B4-BE49-F238E27FC236}">
                  <a16:creationId xmlns:a16="http://schemas.microsoft.com/office/drawing/2014/main" id="{0EEF063A-3478-B51F-569E-2D61D507A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5" name="Line 10">
              <a:extLst>
                <a:ext uri="{FF2B5EF4-FFF2-40B4-BE49-F238E27FC236}">
                  <a16:creationId xmlns:a16="http://schemas.microsoft.com/office/drawing/2014/main" id="{2E80BCDE-46AD-E203-4E9E-2871D65E5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20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7899" name="Text Box 11">
              <a:extLst>
                <a:ext uri="{FF2B5EF4-FFF2-40B4-BE49-F238E27FC236}">
                  <a16:creationId xmlns:a16="http://schemas.microsoft.com/office/drawing/2014/main" id="{533A9AD0-B366-159F-53D9-6779F4FA8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2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7900" name="Text Box 12">
              <a:extLst>
                <a:ext uri="{FF2B5EF4-FFF2-40B4-BE49-F238E27FC236}">
                  <a16:creationId xmlns:a16="http://schemas.microsoft.com/office/drawing/2014/main" id="{971FB97F-8CC4-1CC2-82B4-AAD0CE5F3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11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7901" name="Text Box 13">
              <a:extLst>
                <a:ext uri="{FF2B5EF4-FFF2-40B4-BE49-F238E27FC236}">
                  <a16:creationId xmlns:a16="http://schemas.microsoft.com/office/drawing/2014/main" id="{5F320914-E91A-EE66-6573-BEA3EBC61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7902" name="Text Box 14">
              <a:extLst>
                <a:ext uri="{FF2B5EF4-FFF2-40B4-BE49-F238E27FC236}">
                  <a16:creationId xmlns:a16="http://schemas.microsoft.com/office/drawing/2014/main" id="{77923405-D521-4AC0-D1EC-CC1A79A8A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7903" name="Text Box 15">
              <a:extLst>
                <a:ext uri="{FF2B5EF4-FFF2-40B4-BE49-F238E27FC236}">
                  <a16:creationId xmlns:a16="http://schemas.microsoft.com/office/drawing/2014/main" id="{2B333ABA-9599-5325-701C-01734E54D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b,0</a:t>
              </a:r>
              <a:endPara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904" name="Text Box 16">
              <a:extLst>
                <a:ext uri="{FF2B5EF4-FFF2-40B4-BE49-F238E27FC236}">
                  <a16:creationId xmlns:a16="http://schemas.microsoft.com/office/drawing/2014/main" id="{30FDAD54-1651-7D61-C128-DFF3BF7AE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c,0</a:t>
              </a:r>
              <a:endParaRPr lang="en-US" altLang="zh-CN" sz="2400" baseline="-250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905" name="Text Box 17">
              <a:extLst>
                <a:ext uri="{FF2B5EF4-FFF2-40B4-BE49-F238E27FC236}">
                  <a16:creationId xmlns:a16="http://schemas.microsoft.com/office/drawing/2014/main" id="{32ADD9F5-F59E-9C57-6C67-1143B0029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8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7906" name="Text Box 18">
              <a:extLst>
                <a:ext uri="{FF2B5EF4-FFF2-40B4-BE49-F238E27FC236}">
                  <a16:creationId xmlns:a16="http://schemas.microsoft.com/office/drawing/2014/main" id="{24F64CCF-5E23-E7C5-20EF-8DE598AEB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68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7907" name="Text Box 19">
              <a:extLst>
                <a:ext uri="{FF2B5EF4-FFF2-40B4-BE49-F238E27FC236}">
                  <a16:creationId xmlns:a16="http://schemas.microsoft.com/office/drawing/2014/main" id="{5F743651-D716-1242-825D-930CCA90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7908" name="Text Box 20">
              <a:extLst>
                <a:ext uri="{FF2B5EF4-FFF2-40B4-BE49-F238E27FC236}">
                  <a16:creationId xmlns:a16="http://schemas.microsoft.com/office/drawing/2014/main" id="{54DE2CB4-AA52-A09E-310B-A43FED120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7909" name="Text Box 21">
              <a:extLst>
                <a:ext uri="{FF2B5EF4-FFF2-40B4-BE49-F238E27FC236}">
                  <a16:creationId xmlns:a16="http://schemas.microsoft.com/office/drawing/2014/main" id="{24F33E5F-BB89-8D09-D345-74E96AD7D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7910" name="Text Box 22">
              <a:extLst>
                <a:ext uri="{FF2B5EF4-FFF2-40B4-BE49-F238E27FC236}">
                  <a16:creationId xmlns:a16="http://schemas.microsoft.com/office/drawing/2014/main" id="{BDE164BF-94CF-3FAE-14A3-D9CD4ECA9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7911" name="Text Box 23">
              <a:extLst>
                <a:ext uri="{FF2B5EF4-FFF2-40B4-BE49-F238E27FC236}">
                  <a16:creationId xmlns:a16="http://schemas.microsoft.com/office/drawing/2014/main" id="{8C7A6F8E-B559-BEF9-CAF2-6491E5BE1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40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7912" name="Text Box 24">
              <a:extLst>
                <a:ext uri="{FF2B5EF4-FFF2-40B4-BE49-F238E27FC236}">
                  <a16:creationId xmlns:a16="http://schemas.microsoft.com/office/drawing/2014/main" id="{EE7D9DC9-D0F2-5F66-43C2-A7292D817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40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7913" name="Text Box 25">
              <a:extLst>
                <a:ext uri="{FF2B5EF4-FFF2-40B4-BE49-F238E27FC236}">
                  <a16:creationId xmlns:a16="http://schemas.microsoft.com/office/drawing/2014/main" id="{D9A29681-DB69-4E49-3038-5DB9A0026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7914" name="Text Box 26">
              <a:extLst>
                <a:ext uri="{FF2B5EF4-FFF2-40B4-BE49-F238E27FC236}">
                  <a16:creationId xmlns:a16="http://schemas.microsoft.com/office/drawing/2014/main" id="{D91DE09F-88A5-B055-94D5-148942240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7915" name="Text Box 27">
              <a:extLst>
                <a:ext uri="{FF2B5EF4-FFF2-40B4-BE49-F238E27FC236}">
                  <a16:creationId xmlns:a16="http://schemas.microsoft.com/office/drawing/2014/main" id="{84E57063-D856-6D12-AAC7-A662A140E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45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7916" name="Text Box 28">
              <a:extLst>
                <a:ext uri="{FF2B5EF4-FFF2-40B4-BE49-F238E27FC236}">
                  <a16:creationId xmlns:a16="http://schemas.microsoft.com/office/drawing/2014/main" id="{EA96850C-44C1-F5CC-B503-E381F6BCE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69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77917" name="Text Box 29">
              <a:extLst>
                <a:ext uri="{FF2B5EF4-FFF2-40B4-BE49-F238E27FC236}">
                  <a16:creationId xmlns:a16="http://schemas.microsoft.com/office/drawing/2014/main" id="{BFB49604-71D8-FFFE-9A67-A4D910561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3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77918" name="Text Box 30">
              <a:extLst>
                <a:ext uri="{FF2B5EF4-FFF2-40B4-BE49-F238E27FC236}">
                  <a16:creationId xmlns:a16="http://schemas.microsoft.com/office/drawing/2014/main" id="{C458651E-64F8-2BF1-8CDB-67C3AE986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17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77919" name="Text Box 31">
              <a:extLst>
                <a:ext uri="{FF2B5EF4-FFF2-40B4-BE49-F238E27FC236}">
                  <a16:creationId xmlns:a16="http://schemas.microsoft.com/office/drawing/2014/main" id="{81A71B2F-E69C-D137-65DD-68597710A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37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677920" name="Text Box 32">
              <a:extLst>
                <a:ext uri="{FF2B5EF4-FFF2-40B4-BE49-F238E27FC236}">
                  <a16:creationId xmlns:a16="http://schemas.microsoft.com/office/drawing/2014/main" id="{0EA1F617-C3B7-77A1-9209-467268B05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1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677921" name="Text Box 33">
              <a:extLst>
                <a:ext uri="{FF2B5EF4-FFF2-40B4-BE49-F238E27FC236}">
                  <a16:creationId xmlns:a16="http://schemas.microsoft.com/office/drawing/2014/main" id="{9E2AC05B-B156-B97D-432A-8FA925048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80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7922" name="Text Box 34">
              <a:extLst>
                <a:ext uri="{FF2B5EF4-FFF2-40B4-BE49-F238E27FC236}">
                  <a16:creationId xmlns:a16="http://schemas.microsoft.com/office/drawing/2014/main" id="{62D247E0-33BE-8B4C-5687-9153F1E42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7923" name="Text Box 35">
              <a:extLst>
                <a:ext uri="{FF2B5EF4-FFF2-40B4-BE49-F238E27FC236}">
                  <a16:creationId xmlns:a16="http://schemas.microsoft.com/office/drawing/2014/main" id="{A43BB43B-723A-744C-5DE3-0292724A1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77924" name="Rectangle 36">
              <a:extLst>
                <a:ext uri="{FF2B5EF4-FFF2-40B4-BE49-F238E27FC236}">
                  <a16:creationId xmlns:a16="http://schemas.microsoft.com/office/drawing/2014/main" id="{8CF793FA-D41B-6696-27F4-BCDD70389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728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原始状态表</a:t>
              </a:r>
            </a:p>
          </p:txBody>
        </p:sp>
      </p:grpSp>
      <p:sp>
        <p:nvSpPr>
          <p:cNvPr id="677925" name="Rectangle 37">
            <a:extLst>
              <a:ext uri="{FF2B5EF4-FFF2-40B4-BE49-F238E27FC236}">
                <a16:creationId xmlns:a16="http://schemas.microsoft.com/office/drawing/2014/main" id="{3809BDFD-4E37-9610-77B2-FB90DF90B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438400"/>
            <a:ext cx="35544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根据分析作出中间状态表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677926" name="Group 38">
            <a:extLst>
              <a:ext uri="{FF2B5EF4-FFF2-40B4-BE49-F238E27FC236}">
                <a16:creationId xmlns:a16="http://schemas.microsoft.com/office/drawing/2014/main" id="{FE129D9A-F4C7-E602-4834-02F5E5575B6E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743200"/>
            <a:ext cx="3581400" cy="2895600"/>
            <a:chOff x="2688" y="1728"/>
            <a:chExt cx="2256" cy="1824"/>
          </a:xfrm>
        </p:grpSpPr>
        <p:sp>
          <p:nvSpPr>
            <p:cNvPr id="677927" name="Rectangle 39">
              <a:extLst>
                <a:ext uri="{FF2B5EF4-FFF2-40B4-BE49-F238E27FC236}">
                  <a16:creationId xmlns:a16="http://schemas.microsoft.com/office/drawing/2014/main" id="{8F572DA0-FA3B-C209-13A6-E24AB0D3B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1728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中间状态表</a:t>
              </a:r>
            </a:p>
          </p:txBody>
        </p:sp>
        <p:sp>
          <p:nvSpPr>
            <p:cNvPr id="16410" name="Line 40">
              <a:extLst>
                <a:ext uri="{FF2B5EF4-FFF2-40B4-BE49-F238E27FC236}">
                  <a16:creationId xmlns:a16="http://schemas.microsoft.com/office/drawing/2014/main" id="{0B2E866D-909A-B8BA-4952-5405DDE3C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12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1" name="Line 41">
              <a:extLst>
                <a:ext uri="{FF2B5EF4-FFF2-40B4-BE49-F238E27FC236}">
                  <a16:creationId xmlns:a16="http://schemas.microsoft.com/office/drawing/2014/main" id="{5BB90B1F-A5A0-EA68-4388-6D15507DD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49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2" name="Line 42">
              <a:extLst>
                <a:ext uri="{FF2B5EF4-FFF2-40B4-BE49-F238E27FC236}">
                  <a16:creationId xmlns:a16="http://schemas.microsoft.com/office/drawing/2014/main" id="{EA1C7F60-D3AF-98C7-D5E6-24549F652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112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3" name="Line 43">
              <a:extLst>
                <a:ext uri="{FF2B5EF4-FFF2-40B4-BE49-F238E27FC236}">
                  <a16:creationId xmlns:a16="http://schemas.microsoft.com/office/drawing/2014/main" id="{410F1075-1317-44F0-6D84-1F9486765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12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4" name="Line 44">
              <a:extLst>
                <a:ext uri="{FF2B5EF4-FFF2-40B4-BE49-F238E27FC236}">
                  <a16:creationId xmlns:a16="http://schemas.microsoft.com/office/drawing/2014/main" id="{F10EF5E8-AF5D-9658-D690-BAE1CCA35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112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5" name="Line 45">
              <a:extLst>
                <a:ext uri="{FF2B5EF4-FFF2-40B4-BE49-F238E27FC236}">
                  <a16:creationId xmlns:a16="http://schemas.microsoft.com/office/drawing/2014/main" id="{CA76B53E-7FA0-1BCF-F4D7-6DA599D43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552"/>
              <a:ext cx="20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7934" name="Text Box 46">
              <a:extLst>
                <a:ext uri="{FF2B5EF4-FFF2-40B4-BE49-F238E27FC236}">
                  <a16:creationId xmlns:a16="http://schemas.microsoft.com/office/drawing/2014/main" id="{DA890850-BFD7-9CD9-9F2D-695E375BB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2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7935" name="Text Box 47">
              <a:extLst>
                <a:ext uri="{FF2B5EF4-FFF2-40B4-BE49-F238E27FC236}">
                  <a16:creationId xmlns:a16="http://schemas.microsoft.com/office/drawing/2014/main" id="{EDFECAD1-E5A5-DE6D-F72E-1831DD0E8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11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7936" name="Text Box 48">
              <a:extLst>
                <a:ext uri="{FF2B5EF4-FFF2-40B4-BE49-F238E27FC236}">
                  <a16:creationId xmlns:a16="http://schemas.microsoft.com/office/drawing/2014/main" id="{4042709A-25BE-7925-CC8B-1F4FD7549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7937" name="Text Box 49">
              <a:extLst>
                <a:ext uri="{FF2B5EF4-FFF2-40B4-BE49-F238E27FC236}">
                  <a16:creationId xmlns:a16="http://schemas.microsoft.com/office/drawing/2014/main" id="{20275411-E5FF-B5E3-66C1-FAB51056A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7938" name="Group 50">
            <a:extLst>
              <a:ext uri="{FF2B5EF4-FFF2-40B4-BE49-F238E27FC236}">
                <a16:creationId xmlns:a16="http://schemas.microsoft.com/office/drawing/2014/main" id="{B21B7947-A39E-2ABF-B317-57D0261B0C96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902075"/>
            <a:ext cx="1752600" cy="365125"/>
            <a:chOff x="3600" y="2458"/>
            <a:chExt cx="1104" cy="230"/>
          </a:xfrm>
        </p:grpSpPr>
        <p:sp>
          <p:nvSpPr>
            <p:cNvPr id="677939" name="Text Box 51">
              <a:extLst>
                <a:ext uri="{FF2B5EF4-FFF2-40B4-BE49-F238E27FC236}">
                  <a16:creationId xmlns:a16="http://schemas.microsoft.com/office/drawing/2014/main" id="{C7F676BB-0F11-B1EF-2137-6F4FA5238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7940" name="Text Box 52">
              <a:extLst>
                <a:ext uri="{FF2B5EF4-FFF2-40B4-BE49-F238E27FC236}">
                  <a16:creationId xmlns:a16="http://schemas.microsoft.com/office/drawing/2014/main" id="{85C1104B-D4D6-FD2E-216B-5A6393F98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45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  <p:grpSp>
        <p:nvGrpSpPr>
          <p:cNvPr id="677941" name="Group 53">
            <a:extLst>
              <a:ext uri="{FF2B5EF4-FFF2-40B4-BE49-F238E27FC236}">
                <a16:creationId xmlns:a16="http://schemas.microsoft.com/office/drawing/2014/main" id="{41A29EF1-5EA9-190E-4FEC-75706A35F8C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267200"/>
            <a:ext cx="1828800" cy="365125"/>
            <a:chOff x="3600" y="2688"/>
            <a:chExt cx="1152" cy="230"/>
          </a:xfrm>
        </p:grpSpPr>
        <p:sp>
          <p:nvSpPr>
            <p:cNvPr id="677942" name="Text Box 54">
              <a:extLst>
                <a:ext uri="{FF2B5EF4-FFF2-40B4-BE49-F238E27FC236}">
                  <a16:creationId xmlns:a16="http://schemas.microsoft.com/office/drawing/2014/main" id="{4883B656-63E2-8A0A-D308-489EB7C7C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68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7943" name="Text Box 55">
              <a:extLst>
                <a:ext uri="{FF2B5EF4-FFF2-40B4-BE49-F238E27FC236}">
                  <a16:creationId xmlns:a16="http://schemas.microsoft.com/office/drawing/2014/main" id="{DF9B7DA8-02B6-14AE-E53C-5126FFD52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688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  <p:grpSp>
        <p:nvGrpSpPr>
          <p:cNvPr id="677944" name="Group 56">
            <a:extLst>
              <a:ext uri="{FF2B5EF4-FFF2-40B4-BE49-F238E27FC236}">
                <a16:creationId xmlns:a16="http://schemas.microsoft.com/office/drawing/2014/main" id="{84EB0BC5-88B0-D41A-3361-C38D13B7ED6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664075"/>
            <a:ext cx="1752600" cy="365125"/>
            <a:chOff x="3600" y="2938"/>
            <a:chExt cx="1104" cy="230"/>
          </a:xfrm>
        </p:grpSpPr>
        <p:sp>
          <p:nvSpPr>
            <p:cNvPr id="677945" name="Text Box 57">
              <a:extLst>
                <a:ext uri="{FF2B5EF4-FFF2-40B4-BE49-F238E27FC236}">
                  <a16:creationId xmlns:a16="http://schemas.microsoft.com/office/drawing/2014/main" id="{EE713C90-9883-4B40-6768-F9A31E799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938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7946" name="Text Box 58">
              <a:extLst>
                <a:ext uri="{FF2B5EF4-FFF2-40B4-BE49-F238E27FC236}">
                  <a16:creationId xmlns:a16="http://schemas.microsoft.com/office/drawing/2014/main" id="{11AD8C10-AC7D-401A-510D-C80FBD2F8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93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</p:grpSp>
      <p:grpSp>
        <p:nvGrpSpPr>
          <p:cNvPr id="677947" name="Group 59">
            <a:extLst>
              <a:ext uri="{FF2B5EF4-FFF2-40B4-BE49-F238E27FC236}">
                <a16:creationId xmlns:a16="http://schemas.microsoft.com/office/drawing/2014/main" id="{14CB19CB-0EFD-2C66-DD51-152CE50EC33C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3902075"/>
            <a:ext cx="381000" cy="1568450"/>
            <a:chOff x="2976" y="2458"/>
            <a:chExt cx="240" cy="988"/>
          </a:xfrm>
        </p:grpSpPr>
        <p:sp>
          <p:nvSpPr>
            <p:cNvPr id="677948" name="Text Box 60">
              <a:extLst>
                <a:ext uri="{FF2B5EF4-FFF2-40B4-BE49-F238E27FC236}">
                  <a16:creationId xmlns:a16="http://schemas.microsoft.com/office/drawing/2014/main" id="{E7409149-7E9B-4840-583F-1ABCDCA2A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45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77949" name="Text Box 61">
              <a:extLst>
                <a:ext uri="{FF2B5EF4-FFF2-40B4-BE49-F238E27FC236}">
                  <a16:creationId xmlns:a16="http://schemas.microsoft.com/office/drawing/2014/main" id="{AAD1862A-F168-F9CD-7B4A-0ADA8518E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69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7950" name="Text Box 62">
              <a:extLst>
                <a:ext uri="{FF2B5EF4-FFF2-40B4-BE49-F238E27FC236}">
                  <a16:creationId xmlns:a16="http://schemas.microsoft.com/office/drawing/2014/main" id="{67BD850C-DA05-B3C9-89E5-3F2AA70EF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938"/>
              <a:ext cx="19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77951" name="Text Box 63">
              <a:extLst>
                <a:ext uri="{FF2B5EF4-FFF2-40B4-BE49-F238E27FC236}">
                  <a16:creationId xmlns:a16="http://schemas.microsoft.com/office/drawing/2014/main" id="{64A60A38-C92A-DC70-C4B3-F3EEB3D77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216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7952" name="Group 64">
            <a:extLst>
              <a:ext uri="{FF2B5EF4-FFF2-40B4-BE49-F238E27FC236}">
                <a16:creationId xmlns:a16="http://schemas.microsoft.com/office/drawing/2014/main" id="{EEE98078-4B4B-6F3C-0D6D-4D576FD9142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5181600"/>
            <a:ext cx="1600200" cy="365125"/>
            <a:chOff x="3600" y="3264"/>
            <a:chExt cx="1008" cy="230"/>
          </a:xfrm>
        </p:grpSpPr>
        <p:sp>
          <p:nvSpPr>
            <p:cNvPr id="677953" name="Text Box 65">
              <a:extLst>
                <a:ext uri="{FF2B5EF4-FFF2-40B4-BE49-F238E27FC236}">
                  <a16:creationId xmlns:a16="http://schemas.microsoft.com/office/drawing/2014/main" id="{A273B5D9-C040-33E8-869D-46EB9AC70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264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,1</a:t>
              </a:r>
            </a:p>
          </p:txBody>
        </p:sp>
        <p:sp>
          <p:nvSpPr>
            <p:cNvPr id="677954" name="Text Box 66">
              <a:extLst>
                <a:ext uri="{FF2B5EF4-FFF2-40B4-BE49-F238E27FC236}">
                  <a16:creationId xmlns:a16="http://schemas.microsoft.com/office/drawing/2014/main" id="{5A6FBEA1-7A88-8C3C-F640-7AF87501D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264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7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7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7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7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7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7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92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5">
            <a:extLst>
              <a:ext uri="{FF2B5EF4-FFF2-40B4-BE49-F238E27FC236}">
                <a16:creationId xmlns:a16="http://schemas.microsoft.com/office/drawing/2014/main" id="{81CB541F-6128-7DC3-D950-F1D3FC88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ADFB9AF-D293-402F-8602-F95E8B84068D}" type="slidenum">
              <a:rPr lang="en-US" altLang="zh-CN" sz="1000" smtClean="0"/>
              <a:pPr>
                <a:defRPr/>
              </a:pPr>
              <a:t>12</a:t>
            </a:fld>
            <a:endParaRPr lang="en-US" altLang="zh-CN" sz="1000"/>
          </a:p>
        </p:txBody>
      </p:sp>
      <p:sp>
        <p:nvSpPr>
          <p:cNvPr id="678914" name="Rectangle 2">
            <a:extLst>
              <a:ext uri="{FF2B5EF4-FFF2-40B4-BE49-F238E27FC236}">
                <a16:creationId xmlns:a16="http://schemas.microsoft.com/office/drawing/2014/main" id="{D9799AA1-5C33-7F3D-2534-159F4594C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8915" name="Rectangle 3">
            <a:extLst>
              <a:ext uri="{FF2B5EF4-FFF2-40B4-BE49-F238E27FC236}">
                <a16:creationId xmlns:a16="http://schemas.microsoft.com/office/drawing/2014/main" id="{4B36D216-4E34-1A84-A574-99509915B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FF00"/>
                </a:solidFill>
              </a:rPr>
              <a:t>第三步 状态化简：原始状态表通常不是最小化状态表，它一般包含多余的状态，因此要对原始状态表进行化简</a:t>
            </a:r>
            <a:endParaRPr lang="zh-CN" altLang="en-US"/>
          </a:p>
        </p:txBody>
      </p:sp>
      <p:grpSp>
        <p:nvGrpSpPr>
          <p:cNvPr id="17413" name="Group 4">
            <a:extLst>
              <a:ext uri="{FF2B5EF4-FFF2-40B4-BE49-F238E27FC236}">
                <a16:creationId xmlns:a16="http://schemas.microsoft.com/office/drawing/2014/main" id="{5C6BC688-CAC8-0423-6379-F3E1818F685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733800"/>
            <a:ext cx="3581400" cy="2895600"/>
            <a:chOff x="2688" y="1728"/>
            <a:chExt cx="2256" cy="1824"/>
          </a:xfrm>
        </p:grpSpPr>
        <p:grpSp>
          <p:nvGrpSpPr>
            <p:cNvPr id="17437" name="Group 5">
              <a:extLst>
                <a:ext uri="{FF2B5EF4-FFF2-40B4-BE49-F238E27FC236}">
                  <a16:creationId xmlns:a16="http://schemas.microsoft.com/office/drawing/2014/main" id="{EC828BBF-5B8C-2598-CB4C-F29B6E32D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728"/>
              <a:ext cx="2256" cy="1824"/>
              <a:chOff x="2688" y="1728"/>
              <a:chExt cx="2256" cy="1824"/>
            </a:xfrm>
          </p:grpSpPr>
          <p:sp>
            <p:nvSpPr>
              <p:cNvPr id="678918" name="Rectangle 6">
                <a:extLst>
                  <a:ext uri="{FF2B5EF4-FFF2-40B4-BE49-F238E27FC236}">
                    <a16:creationId xmlns:a16="http://schemas.microsoft.com/office/drawing/2014/main" id="{5AF37FCD-9962-BAFD-404D-1E554191A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1" y="1728"/>
                <a:ext cx="108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中间状态表</a:t>
                </a:r>
              </a:p>
            </p:txBody>
          </p:sp>
          <p:sp>
            <p:nvSpPr>
              <p:cNvPr id="17456" name="Line 7">
                <a:extLst>
                  <a:ext uri="{FF2B5EF4-FFF2-40B4-BE49-F238E27FC236}">
                    <a16:creationId xmlns:a16="http://schemas.microsoft.com/office/drawing/2014/main" id="{415CF6D2-EDC0-91DC-F174-E0C65D87C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57" name="Line 8">
                <a:extLst>
                  <a:ext uri="{FF2B5EF4-FFF2-40B4-BE49-F238E27FC236}">
                    <a16:creationId xmlns:a16="http://schemas.microsoft.com/office/drawing/2014/main" id="{449617D4-C8A0-C911-6B55-B38ABBC12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96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58" name="Line 9">
                <a:extLst>
                  <a:ext uri="{FF2B5EF4-FFF2-40B4-BE49-F238E27FC236}">
                    <a16:creationId xmlns:a16="http://schemas.microsoft.com/office/drawing/2014/main" id="{9AA66D7C-8BD9-B877-E724-C58067654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59" name="Line 10">
                <a:extLst>
                  <a:ext uri="{FF2B5EF4-FFF2-40B4-BE49-F238E27FC236}">
                    <a16:creationId xmlns:a16="http://schemas.microsoft.com/office/drawing/2014/main" id="{C06C40C3-5295-7BD9-2CB5-05D743EC6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62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60" name="Line 11">
                <a:extLst>
                  <a:ext uri="{FF2B5EF4-FFF2-40B4-BE49-F238E27FC236}">
                    <a16:creationId xmlns:a16="http://schemas.microsoft.com/office/drawing/2014/main" id="{A716F99D-1AA6-CEE0-E8C1-5DE26F7EB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61" name="Line 12">
                <a:extLst>
                  <a:ext uri="{FF2B5EF4-FFF2-40B4-BE49-F238E27FC236}">
                    <a16:creationId xmlns:a16="http://schemas.microsoft.com/office/drawing/2014/main" id="{F999952C-DAA9-D598-A945-9FA2303E4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552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8925" name="Text Box 13">
                <a:extLst>
                  <a:ext uri="{FF2B5EF4-FFF2-40B4-BE49-F238E27FC236}">
                    <a16:creationId xmlns:a16="http://schemas.microsoft.com/office/drawing/2014/main" id="{24DB2015-051A-1290-2B7E-C3BC2817B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208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 Q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78926" name="Text Box 14">
                <a:extLst>
                  <a:ext uri="{FF2B5EF4-FFF2-40B4-BE49-F238E27FC236}">
                    <a16:creationId xmlns:a16="http://schemas.microsoft.com/office/drawing/2014/main" id="{79B2DE29-994D-D8AF-E0E6-454AEBE29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11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678927" name="Text Box 15">
                <a:extLst>
                  <a:ext uri="{FF2B5EF4-FFF2-40B4-BE49-F238E27FC236}">
                    <a16:creationId xmlns:a16="http://schemas.microsoft.com/office/drawing/2014/main" id="{E90CE6CB-15BB-BBDC-2F39-5DA617A4F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0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8928" name="Text Box 16">
                <a:extLst>
                  <a:ext uri="{FF2B5EF4-FFF2-40B4-BE49-F238E27FC236}">
                    <a16:creationId xmlns:a16="http://schemas.microsoft.com/office/drawing/2014/main" id="{FCC59860-2BDF-78B1-3FFC-8EBF0C9601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38" name="Group 17">
              <a:extLst>
                <a:ext uri="{FF2B5EF4-FFF2-40B4-BE49-F238E27FC236}">
                  <a16:creationId xmlns:a16="http://schemas.microsoft.com/office/drawing/2014/main" id="{34BE7D92-48CC-EE11-74C1-B6876C2BDD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458"/>
              <a:ext cx="1104" cy="230"/>
              <a:chOff x="3600" y="2458"/>
              <a:chExt cx="1104" cy="230"/>
            </a:xfrm>
          </p:grpSpPr>
          <p:sp>
            <p:nvSpPr>
              <p:cNvPr id="678930" name="Text Box 18">
                <a:extLst>
                  <a:ext uri="{FF2B5EF4-FFF2-40B4-BE49-F238E27FC236}">
                    <a16:creationId xmlns:a16="http://schemas.microsoft.com/office/drawing/2014/main" id="{E2F9C3E2-EAB8-03FB-FC07-9C6724DE6D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458"/>
                <a:ext cx="336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  <p:sp>
            <p:nvSpPr>
              <p:cNvPr id="678931" name="Text Box 19">
                <a:extLst>
                  <a:ext uri="{FF2B5EF4-FFF2-40B4-BE49-F238E27FC236}">
                    <a16:creationId xmlns:a16="http://schemas.microsoft.com/office/drawing/2014/main" id="{19EC3696-622D-F594-1D63-D89482213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458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</p:grpSp>
        <p:grpSp>
          <p:nvGrpSpPr>
            <p:cNvPr id="17439" name="Group 20">
              <a:extLst>
                <a:ext uri="{FF2B5EF4-FFF2-40B4-BE49-F238E27FC236}">
                  <a16:creationId xmlns:a16="http://schemas.microsoft.com/office/drawing/2014/main" id="{D49FEC5A-A095-9A06-F66F-1768A9858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688"/>
              <a:ext cx="1152" cy="230"/>
              <a:chOff x="3600" y="2688"/>
              <a:chExt cx="1152" cy="230"/>
            </a:xfrm>
          </p:grpSpPr>
          <p:sp>
            <p:nvSpPr>
              <p:cNvPr id="678933" name="Text Box 21">
                <a:extLst>
                  <a:ext uri="{FF2B5EF4-FFF2-40B4-BE49-F238E27FC236}">
                    <a16:creationId xmlns:a16="http://schemas.microsoft.com/office/drawing/2014/main" id="{F0569EE0-7D1E-32BE-CBF0-361645545F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688"/>
                <a:ext cx="336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  <p:sp>
            <p:nvSpPr>
              <p:cNvPr id="678934" name="Text Box 22">
                <a:extLst>
                  <a:ext uri="{FF2B5EF4-FFF2-40B4-BE49-F238E27FC236}">
                    <a16:creationId xmlns:a16="http://schemas.microsoft.com/office/drawing/2014/main" id="{8D993FDC-7ADA-FD09-58EB-2261153F8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688"/>
                <a:ext cx="432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</p:grpSp>
        <p:grpSp>
          <p:nvGrpSpPr>
            <p:cNvPr id="17440" name="Group 23">
              <a:extLst>
                <a:ext uri="{FF2B5EF4-FFF2-40B4-BE49-F238E27FC236}">
                  <a16:creationId xmlns:a16="http://schemas.microsoft.com/office/drawing/2014/main" id="{44589E37-859B-5437-2753-9E83927478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938"/>
              <a:ext cx="1104" cy="230"/>
              <a:chOff x="3600" y="2938"/>
              <a:chExt cx="1104" cy="230"/>
            </a:xfrm>
          </p:grpSpPr>
          <p:sp>
            <p:nvSpPr>
              <p:cNvPr id="678936" name="Text Box 24">
                <a:extLst>
                  <a:ext uri="{FF2B5EF4-FFF2-40B4-BE49-F238E27FC236}">
                    <a16:creationId xmlns:a16="http://schemas.microsoft.com/office/drawing/2014/main" id="{23A4C68B-F835-0FE9-D9B6-BFCB7DD90E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938"/>
                <a:ext cx="432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  <p:sp>
            <p:nvSpPr>
              <p:cNvPr id="678937" name="Text Box 25">
                <a:extLst>
                  <a:ext uri="{FF2B5EF4-FFF2-40B4-BE49-F238E27FC236}">
                    <a16:creationId xmlns:a16="http://schemas.microsoft.com/office/drawing/2014/main" id="{CF07E3AA-96DB-DE21-D21E-3551AF9B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938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g,0</a:t>
                </a:r>
              </a:p>
            </p:txBody>
          </p:sp>
        </p:grpSp>
        <p:grpSp>
          <p:nvGrpSpPr>
            <p:cNvPr id="17441" name="Group 26">
              <a:extLst>
                <a:ext uri="{FF2B5EF4-FFF2-40B4-BE49-F238E27FC236}">
                  <a16:creationId xmlns:a16="http://schemas.microsoft.com/office/drawing/2014/main" id="{BF7E2358-C97F-89B1-88B1-9D84F5955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458"/>
              <a:ext cx="240" cy="988"/>
              <a:chOff x="2976" y="2458"/>
              <a:chExt cx="240" cy="988"/>
            </a:xfrm>
          </p:grpSpPr>
          <p:sp>
            <p:nvSpPr>
              <p:cNvPr id="678939" name="Text Box 27">
                <a:extLst>
                  <a:ext uri="{FF2B5EF4-FFF2-40B4-BE49-F238E27FC236}">
                    <a16:creationId xmlns:a16="http://schemas.microsoft.com/office/drawing/2014/main" id="{28B2DAE1-9CE4-F83A-CB92-00D8CD3CF5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458"/>
                <a:ext cx="14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678940" name="Text Box 28">
                <a:extLst>
                  <a:ext uri="{FF2B5EF4-FFF2-40B4-BE49-F238E27FC236}">
                    <a16:creationId xmlns:a16="http://schemas.microsoft.com/office/drawing/2014/main" id="{1539FAE4-9FB7-667A-7545-170A521F4E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698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78941" name="Text Box 29">
                <a:extLst>
                  <a:ext uri="{FF2B5EF4-FFF2-40B4-BE49-F238E27FC236}">
                    <a16:creationId xmlns:a16="http://schemas.microsoft.com/office/drawing/2014/main" id="{B29B35DA-006B-1ED9-86A7-1109605412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938"/>
                <a:ext cx="192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78942" name="Text Box 30">
                <a:extLst>
                  <a:ext uri="{FF2B5EF4-FFF2-40B4-BE49-F238E27FC236}">
                    <a16:creationId xmlns:a16="http://schemas.microsoft.com/office/drawing/2014/main" id="{83592A62-F0D2-788F-4C64-AC509CC6E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3216"/>
                <a:ext cx="14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g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42" name="Group 31">
              <a:extLst>
                <a:ext uri="{FF2B5EF4-FFF2-40B4-BE49-F238E27FC236}">
                  <a16:creationId xmlns:a16="http://schemas.microsoft.com/office/drawing/2014/main" id="{E4887164-32C4-3062-AF53-53D8BB4D9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3264"/>
              <a:ext cx="1008" cy="230"/>
              <a:chOff x="3600" y="3264"/>
              <a:chExt cx="1008" cy="230"/>
            </a:xfrm>
          </p:grpSpPr>
          <p:sp>
            <p:nvSpPr>
              <p:cNvPr id="678944" name="Text Box 32">
                <a:extLst>
                  <a:ext uri="{FF2B5EF4-FFF2-40B4-BE49-F238E27FC236}">
                    <a16:creationId xmlns:a16="http://schemas.microsoft.com/office/drawing/2014/main" id="{2DBE41CD-EDEA-8D10-1091-067353F01E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3264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,1</a:t>
                </a:r>
              </a:p>
            </p:txBody>
          </p:sp>
          <p:sp>
            <p:nvSpPr>
              <p:cNvPr id="678945" name="Text Box 33">
                <a:extLst>
                  <a:ext uri="{FF2B5EF4-FFF2-40B4-BE49-F238E27FC236}">
                    <a16:creationId xmlns:a16="http://schemas.microsoft.com/office/drawing/2014/main" id="{8347A8BE-6CE5-91A6-5959-B2B478C79C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264"/>
                <a:ext cx="288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g,0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78946" name="Rectangle 34">
            <a:extLst>
              <a:ext uri="{FF2B5EF4-FFF2-40B4-BE49-F238E27FC236}">
                <a16:creationId xmlns:a16="http://schemas.microsoft.com/office/drawing/2014/main" id="{4F2F14A9-638C-065B-11C6-8998ADF51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438400"/>
            <a:ext cx="4540250" cy="13335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继续考察中间状态表，发现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可以合并为一个状态，记为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将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记为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；将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记为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678947" name="Group 35">
            <a:extLst>
              <a:ext uri="{FF2B5EF4-FFF2-40B4-BE49-F238E27FC236}">
                <a16:creationId xmlns:a16="http://schemas.microsoft.com/office/drawing/2014/main" id="{6589EE70-6451-BC5C-58C5-DF647E913D5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733800"/>
            <a:ext cx="3581400" cy="2895600"/>
            <a:chOff x="2880" y="2352"/>
            <a:chExt cx="2256" cy="1824"/>
          </a:xfrm>
        </p:grpSpPr>
        <p:grpSp>
          <p:nvGrpSpPr>
            <p:cNvPr id="17416" name="Group 36">
              <a:extLst>
                <a:ext uri="{FF2B5EF4-FFF2-40B4-BE49-F238E27FC236}">
                  <a16:creationId xmlns:a16="http://schemas.microsoft.com/office/drawing/2014/main" id="{AD633C6D-F387-8906-E2F9-BD0606B8F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352"/>
              <a:ext cx="2256" cy="1824"/>
              <a:chOff x="2688" y="1728"/>
              <a:chExt cx="2256" cy="1824"/>
            </a:xfrm>
          </p:grpSpPr>
          <p:sp>
            <p:nvSpPr>
              <p:cNvPr id="678949" name="Rectangle 37">
                <a:extLst>
                  <a:ext uri="{FF2B5EF4-FFF2-40B4-BE49-F238E27FC236}">
                    <a16:creationId xmlns:a16="http://schemas.microsoft.com/office/drawing/2014/main" id="{36EC26FA-D1AA-AA8C-6823-2F4ADE213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1" y="1728"/>
                <a:ext cx="108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最简状态表</a:t>
                </a:r>
              </a:p>
            </p:txBody>
          </p:sp>
          <p:sp>
            <p:nvSpPr>
              <p:cNvPr id="17427" name="Line 38">
                <a:extLst>
                  <a:ext uri="{FF2B5EF4-FFF2-40B4-BE49-F238E27FC236}">
                    <a16:creationId xmlns:a16="http://schemas.microsoft.com/office/drawing/2014/main" id="{66FDA203-EA41-6526-9187-5C15F407B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8" name="Line 39">
                <a:extLst>
                  <a:ext uri="{FF2B5EF4-FFF2-40B4-BE49-F238E27FC236}">
                    <a16:creationId xmlns:a16="http://schemas.microsoft.com/office/drawing/2014/main" id="{12F90DE2-3CC4-73CB-BFC8-5D7A410F1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96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9" name="Line 40">
                <a:extLst>
                  <a:ext uri="{FF2B5EF4-FFF2-40B4-BE49-F238E27FC236}">
                    <a16:creationId xmlns:a16="http://schemas.microsoft.com/office/drawing/2014/main" id="{00707A71-8643-8E1D-D381-2DFE9D4B0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30" name="Line 41">
                <a:extLst>
                  <a:ext uri="{FF2B5EF4-FFF2-40B4-BE49-F238E27FC236}">
                    <a16:creationId xmlns:a16="http://schemas.microsoft.com/office/drawing/2014/main" id="{888656D2-6533-F3FE-C4A3-8F2AB27EF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62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31" name="Line 42">
                <a:extLst>
                  <a:ext uri="{FF2B5EF4-FFF2-40B4-BE49-F238E27FC236}">
                    <a16:creationId xmlns:a16="http://schemas.microsoft.com/office/drawing/2014/main" id="{9494CB07-5466-A850-1174-2911196FD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32" name="Line 43">
                <a:extLst>
                  <a:ext uri="{FF2B5EF4-FFF2-40B4-BE49-F238E27FC236}">
                    <a16:creationId xmlns:a16="http://schemas.microsoft.com/office/drawing/2014/main" id="{6F5B4F04-39EE-B553-E5E6-2ABD7B6E6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552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8956" name="Text Box 44">
                <a:extLst>
                  <a:ext uri="{FF2B5EF4-FFF2-40B4-BE49-F238E27FC236}">
                    <a16:creationId xmlns:a16="http://schemas.microsoft.com/office/drawing/2014/main" id="{484BBE79-0DEB-E23F-D8E6-B5949031B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208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 Q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78957" name="Text Box 45">
                <a:extLst>
                  <a:ext uri="{FF2B5EF4-FFF2-40B4-BE49-F238E27FC236}">
                    <a16:creationId xmlns:a16="http://schemas.microsoft.com/office/drawing/2014/main" id="{1B8EED27-7B72-DB6C-592E-FA64F0776E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11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678958" name="Text Box 46">
                <a:extLst>
                  <a:ext uri="{FF2B5EF4-FFF2-40B4-BE49-F238E27FC236}">
                    <a16:creationId xmlns:a16="http://schemas.microsoft.com/office/drawing/2014/main" id="{5D229804-1B9D-A876-115D-F2FDDB1517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0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8959" name="Text Box 47">
                <a:extLst>
                  <a:ext uri="{FF2B5EF4-FFF2-40B4-BE49-F238E27FC236}">
                    <a16:creationId xmlns:a16="http://schemas.microsoft.com/office/drawing/2014/main" id="{75E76A0A-0031-D851-C2A1-21823C42E9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78960" name="Text Box 48">
              <a:extLst>
                <a:ext uri="{FF2B5EF4-FFF2-40B4-BE49-F238E27FC236}">
                  <a16:creationId xmlns:a16="http://schemas.microsoft.com/office/drawing/2014/main" id="{A331044B-CC65-D8AB-6D32-8815D3C18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168"/>
              <a:ext cx="39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1" name="Text Box 49">
              <a:extLst>
                <a:ext uri="{FF2B5EF4-FFF2-40B4-BE49-F238E27FC236}">
                  <a16:creationId xmlns:a16="http://schemas.microsoft.com/office/drawing/2014/main" id="{C8099174-B67A-E6FE-D898-5E2C4BAF4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3168"/>
              <a:ext cx="50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2" name="Text Box 50">
              <a:extLst>
                <a:ext uri="{FF2B5EF4-FFF2-40B4-BE49-F238E27FC236}">
                  <a16:creationId xmlns:a16="http://schemas.microsoft.com/office/drawing/2014/main" id="{15EBB226-8F11-E04A-9694-C52AEBEF1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514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3" name="Text Box 51">
              <a:extLst>
                <a:ext uri="{FF2B5EF4-FFF2-40B4-BE49-F238E27FC236}">
                  <a16:creationId xmlns:a16="http://schemas.microsoft.com/office/drawing/2014/main" id="{655A8563-7652-0AAC-09CF-2D2D1A5D3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514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4" name="Text Box 52">
              <a:extLst>
                <a:ext uri="{FF2B5EF4-FFF2-40B4-BE49-F238E27FC236}">
                  <a16:creationId xmlns:a16="http://schemas.microsoft.com/office/drawing/2014/main" id="{8E96D864-6EBB-DB4C-5065-88DE51A6F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6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8965" name="Text Box 53">
              <a:extLst>
                <a:ext uri="{FF2B5EF4-FFF2-40B4-BE49-F238E27FC236}">
                  <a16:creationId xmlns:a16="http://schemas.microsoft.com/office/drawing/2014/main" id="{B9502FD9-20CA-06E4-E2AA-B1CF02E16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514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78966" name="Text Box 54">
              <a:extLst>
                <a:ext uri="{FF2B5EF4-FFF2-40B4-BE49-F238E27FC236}">
                  <a16:creationId xmlns:a16="http://schemas.microsoft.com/office/drawing/2014/main" id="{8BEF5C44-219F-9939-9875-EAF3BBC66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84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78967" name="Text Box 55">
              <a:extLst>
                <a:ext uri="{FF2B5EF4-FFF2-40B4-BE49-F238E27FC236}">
                  <a16:creationId xmlns:a16="http://schemas.microsoft.com/office/drawing/2014/main" id="{241364B8-D336-F6F3-341D-AAE52F2C2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,1</a:t>
              </a:r>
            </a:p>
          </p:txBody>
        </p:sp>
        <p:sp>
          <p:nvSpPr>
            <p:cNvPr id="678968" name="Text Box 56">
              <a:extLst>
                <a:ext uri="{FF2B5EF4-FFF2-40B4-BE49-F238E27FC236}">
                  <a16:creationId xmlns:a16="http://schemas.microsoft.com/office/drawing/2014/main" id="{F83C6488-5116-D6A5-1AAE-AFCA5FEE9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4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灯片编号占位符 5">
            <a:extLst>
              <a:ext uri="{FF2B5EF4-FFF2-40B4-BE49-F238E27FC236}">
                <a16:creationId xmlns:a16="http://schemas.microsoft.com/office/drawing/2014/main" id="{5CBE854A-F357-0AE3-2CA7-F43CFD46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0B90BC6-C0F1-454F-861C-C19EC5045224}" type="slidenum">
              <a:rPr lang="en-US" altLang="zh-CN" sz="1000" smtClean="0"/>
              <a:pPr>
                <a:defRPr/>
              </a:pPr>
              <a:t>13</a:t>
            </a:fld>
            <a:endParaRPr lang="en-US" altLang="zh-CN" sz="1000"/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746FB516-0F32-5213-148E-9B949ACC9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79939" name="Rectangle 3">
            <a:extLst>
              <a:ext uri="{FF2B5EF4-FFF2-40B4-BE49-F238E27FC236}">
                <a16:creationId xmlns:a16="http://schemas.microsoft.com/office/drawing/2014/main" id="{D644CF12-C738-6AE3-C5B8-A331A896E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根据状态表做出状态图</a:t>
            </a:r>
          </a:p>
        </p:txBody>
      </p:sp>
      <p:grpSp>
        <p:nvGrpSpPr>
          <p:cNvPr id="679940" name="Group 4">
            <a:extLst>
              <a:ext uri="{FF2B5EF4-FFF2-40B4-BE49-F238E27FC236}">
                <a16:creationId xmlns:a16="http://schemas.microsoft.com/office/drawing/2014/main" id="{B8686C8D-1F29-A246-3BCC-55C035AC008D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819400"/>
            <a:ext cx="3581400" cy="2895600"/>
            <a:chOff x="2880" y="2352"/>
            <a:chExt cx="2256" cy="1824"/>
          </a:xfrm>
        </p:grpSpPr>
        <p:grpSp>
          <p:nvGrpSpPr>
            <p:cNvPr id="18496" name="Group 5">
              <a:extLst>
                <a:ext uri="{FF2B5EF4-FFF2-40B4-BE49-F238E27FC236}">
                  <a16:creationId xmlns:a16="http://schemas.microsoft.com/office/drawing/2014/main" id="{0BB4603C-FA08-FF6F-E34A-972CAC7F7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352"/>
              <a:ext cx="2256" cy="1824"/>
              <a:chOff x="2688" y="1728"/>
              <a:chExt cx="2256" cy="1824"/>
            </a:xfrm>
          </p:grpSpPr>
          <p:sp>
            <p:nvSpPr>
              <p:cNvPr id="679942" name="Rectangle 6">
                <a:extLst>
                  <a:ext uri="{FF2B5EF4-FFF2-40B4-BE49-F238E27FC236}">
                    <a16:creationId xmlns:a16="http://schemas.microsoft.com/office/drawing/2014/main" id="{28BB4FFB-372C-B248-8349-4E00CA8BF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1" y="1728"/>
                <a:ext cx="108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最简状态表</a:t>
                </a:r>
              </a:p>
            </p:txBody>
          </p:sp>
          <p:sp>
            <p:nvSpPr>
              <p:cNvPr id="18507" name="Line 7">
                <a:extLst>
                  <a:ext uri="{FF2B5EF4-FFF2-40B4-BE49-F238E27FC236}">
                    <a16:creationId xmlns:a16="http://schemas.microsoft.com/office/drawing/2014/main" id="{8D2AA44A-458C-7F18-7FE0-A50B6BAE7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08" name="Line 8">
                <a:extLst>
                  <a:ext uri="{FF2B5EF4-FFF2-40B4-BE49-F238E27FC236}">
                    <a16:creationId xmlns:a16="http://schemas.microsoft.com/office/drawing/2014/main" id="{ACB1D3BA-C8CF-97E5-761C-368434C27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96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09" name="Line 9">
                <a:extLst>
                  <a:ext uri="{FF2B5EF4-FFF2-40B4-BE49-F238E27FC236}">
                    <a16:creationId xmlns:a16="http://schemas.microsoft.com/office/drawing/2014/main" id="{55221EB4-418F-4990-A799-AB8998C64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10" name="Line 10">
                <a:extLst>
                  <a:ext uri="{FF2B5EF4-FFF2-40B4-BE49-F238E27FC236}">
                    <a16:creationId xmlns:a16="http://schemas.microsoft.com/office/drawing/2014/main" id="{47B42A6C-3DC2-A734-21A5-BBD158AFB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62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11" name="Line 11">
                <a:extLst>
                  <a:ext uri="{FF2B5EF4-FFF2-40B4-BE49-F238E27FC236}">
                    <a16:creationId xmlns:a16="http://schemas.microsoft.com/office/drawing/2014/main" id="{D85C7D56-F6C3-9CAB-6269-3CA71B133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12" name="Line 12">
                <a:extLst>
                  <a:ext uri="{FF2B5EF4-FFF2-40B4-BE49-F238E27FC236}">
                    <a16:creationId xmlns:a16="http://schemas.microsoft.com/office/drawing/2014/main" id="{1E2D6D05-4F25-FF5C-CE79-032621565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552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9949" name="Text Box 13">
                <a:extLst>
                  <a:ext uri="{FF2B5EF4-FFF2-40B4-BE49-F238E27FC236}">
                    <a16:creationId xmlns:a16="http://schemas.microsoft.com/office/drawing/2014/main" id="{7FC5001D-5770-6654-5D22-761CEDCDE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208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 Q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79950" name="Text Box 14">
                <a:extLst>
                  <a:ext uri="{FF2B5EF4-FFF2-40B4-BE49-F238E27FC236}">
                    <a16:creationId xmlns:a16="http://schemas.microsoft.com/office/drawing/2014/main" id="{4753FBE1-FBF9-6972-3784-0471D66CF5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11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679951" name="Text Box 15">
                <a:extLst>
                  <a:ext uri="{FF2B5EF4-FFF2-40B4-BE49-F238E27FC236}">
                    <a16:creationId xmlns:a16="http://schemas.microsoft.com/office/drawing/2014/main" id="{0EC48BF6-33C6-B1AA-164D-D265ADE385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0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9952" name="Text Box 16">
                <a:extLst>
                  <a:ext uri="{FF2B5EF4-FFF2-40B4-BE49-F238E27FC236}">
                    <a16:creationId xmlns:a16="http://schemas.microsoft.com/office/drawing/2014/main" id="{52E751B0-CA78-21DE-0D9B-80BCA0844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79953" name="Text Box 17">
              <a:extLst>
                <a:ext uri="{FF2B5EF4-FFF2-40B4-BE49-F238E27FC236}">
                  <a16:creationId xmlns:a16="http://schemas.microsoft.com/office/drawing/2014/main" id="{99B36437-72B8-14C2-851C-32543358D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168"/>
              <a:ext cx="39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4" name="Text Box 18">
              <a:extLst>
                <a:ext uri="{FF2B5EF4-FFF2-40B4-BE49-F238E27FC236}">
                  <a16:creationId xmlns:a16="http://schemas.microsoft.com/office/drawing/2014/main" id="{D0758B5A-6B52-B3AC-041C-8A22E4745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3168"/>
              <a:ext cx="50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5" name="Text Box 19">
              <a:extLst>
                <a:ext uri="{FF2B5EF4-FFF2-40B4-BE49-F238E27FC236}">
                  <a16:creationId xmlns:a16="http://schemas.microsoft.com/office/drawing/2014/main" id="{646C619C-84AD-37B3-600E-4DBB84F12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514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6" name="Text Box 20">
              <a:extLst>
                <a:ext uri="{FF2B5EF4-FFF2-40B4-BE49-F238E27FC236}">
                  <a16:creationId xmlns:a16="http://schemas.microsoft.com/office/drawing/2014/main" id="{0E0F6067-149E-AA36-F9A8-3B96FB5FA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514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7" name="Text Box 21">
              <a:extLst>
                <a:ext uri="{FF2B5EF4-FFF2-40B4-BE49-F238E27FC236}">
                  <a16:creationId xmlns:a16="http://schemas.microsoft.com/office/drawing/2014/main" id="{35980D45-F8BC-DF68-A4A2-B8CAC781B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6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9958" name="Text Box 22">
              <a:extLst>
                <a:ext uri="{FF2B5EF4-FFF2-40B4-BE49-F238E27FC236}">
                  <a16:creationId xmlns:a16="http://schemas.microsoft.com/office/drawing/2014/main" id="{4C721056-9D93-C158-7E69-300CC649B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514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79959" name="Text Box 23">
              <a:extLst>
                <a:ext uri="{FF2B5EF4-FFF2-40B4-BE49-F238E27FC236}">
                  <a16:creationId xmlns:a16="http://schemas.microsoft.com/office/drawing/2014/main" id="{E12E2160-0A8C-2F4D-4047-2CD68F334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84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79960" name="Text Box 24">
              <a:extLst>
                <a:ext uri="{FF2B5EF4-FFF2-40B4-BE49-F238E27FC236}">
                  <a16:creationId xmlns:a16="http://schemas.microsoft.com/office/drawing/2014/main" id="{84DAB254-6B3A-55D7-C43D-B149F6614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,1</a:t>
              </a:r>
            </a:p>
          </p:txBody>
        </p:sp>
        <p:sp>
          <p:nvSpPr>
            <p:cNvPr id="679961" name="Text Box 25">
              <a:extLst>
                <a:ext uri="{FF2B5EF4-FFF2-40B4-BE49-F238E27FC236}">
                  <a16:creationId xmlns:a16="http://schemas.microsoft.com/office/drawing/2014/main" id="{80354C23-C1DC-7FFE-F3ED-53AAF9C5B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  <p:grpSp>
        <p:nvGrpSpPr>
          <p:cNvPr id="679962" name="Group 26">
            <a:extLst>
              <a:ext uri="{FF2B5EF4-FFF2-40B4-BE49-F238E27FC236}">
                <a16:creationId xmlns:a16="http://schemas.microsoft.com/office/drawing/2014/main" id="{82763FD1-D7FD-4EFE-46E3-1E07DB3386EE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733800"/>
            <a:ext cx="2819400" cy="1676400"/>
            <a:chOff x="3312" y="2352"/>
            <a:chExt cx="1776" cy="1056"/>
          </a:xfrm>
        </p:grpSpPr>
        <p:grpSp>
          <p:nvGrpSpPr>
            <p:cNvPr id="18487" name="Group 27">
              <a:extLst>
                <a:ext uri="{FF2B5EF4-FFF2-40B4-BE49-F238E27FC236}">
                  <a16:creationId xmlns:a16="http://schemas.microsoft.com/office/drawing/2014/main" id="{7DEF08AC-1002-C541-F5AB-0E28C684A8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352"/>
              <a:ext cx="480" cy="336"/>
              <a:chOff x="2256" y="2640"/>
              <a:chExt cx="480" cy="336"/>
            </a:xfrm>
          </p:grpSpPr>
          <p:sp>
            <p:nvSpPr>
              <p:cNvPr id="18494" name="Text Box 28">
                <a:extLst>
                  <a:ext uri="{FF2B5EF4-FFF2-40B4-BE49-F238E27FC236}">
                    <a16:creationId xmlns:a16="http://schemas.microsoft.com/office/drawing/2014/main" id="{BC094682-F7DC-3A11-C9C6-80F6F2DBCE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495" name="Oval 29">
                <a:extLst>
                  <a:ext uri="{FF2B5EF4-FFF2-40B4-BE49-F238E27FC236}">
                    <a16:creationId xmlns:a16="http://schemas.microsoft.com/office/drawing/2014/main" id="{0995F663-6500-1D2D-79D8-A0D11663A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8488" name="Group 30">
              <a:extLst>
                <a:ext uri="{FF2B5EF4-FFF2-40B4-BE49-F238E27FC236}">
                  <a16:creationId xmlns:a16="http://schemas.microsoft.com/office/drawing/2014/main" id="{F1A90293-F4C3-D6F7-88D3-57C7FE1E0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072"/>
              <a:ext cx="480" cy="336"/>
              <a:chOff x="2256" y="2640"/>
              <a:chExt cx="480" cy="336"/>
            </a:xfrm>
          </p:grpSpPr>
          <p:sp>
            <p:nvSpPr>
              <p:cNvPr id="18492" name="Text Box 31">
                <a:extLst>
                  <a:ext uri="{FF2B5EF4-FFF2-40B4-BE49-F238E27FC236}">
                    <a16:creationId xmlns:a16="http://schemas.microsoft.com/office/drawing/2014/main" id="{3A7203EC-7738-22A3-AE62-E1DB5D32C6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8493" name="Oval 32">
                <a:extLst>
                  <a:ext uri="{FF2B5EF4-FFF2-40B4-BE49-F238E27FC236}">
                    <a16:creationId xmlns:a16="http://schemas.microsoft.com/office/drawing/2014/main" id="{5931DFD2-6D32-448F-770C-E7112B0CD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8489" name="Group 33">
              <a:extLst>
                <a:ext uri="{FF2B5EF4-FFF2-40B4-BE49-F238E27FC236}">
                  <a16:creationId xmlns:a16="http://schemas.microsoft.com/office/drawing/2014/main" id="{B8870257-7B89-23C4-72B4-A2B894986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072"/>
              <a:ext cx="480" cy="336"/>
              <a:chOff x="2256" y="2640"/>
              <a:chExt cx="480" cy="336"/>
            </a:xfrm>
          </p:grpSpPr>
          <p:sp>
            <p:nvSpPr>
              <p:cNvPr id="18490" name="Text Box 34">
                <a:extLst>
                  <a:ext uri="{FF2B5EF4-FFF2-40B4-BE49-F238E27FC236}">
                    <a16:creationId xmlns:a16="http://schemas.microsoft.com/office/drawing/2014/main" id="{986E300C-F135-A7CC-283F-7F5F401E6F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8491" name="Oval 35">
                <a:extLst>
                  <a:ext uri="{FF2B5EF4-FFF2-40B4-BE49-F238E27FC236}">
                    <a16:creationId xmlns:a16="http://schemas.microsoft.com/office/drawing/2014/main" id="{8CE84675-50CB-2291-4BE2-14131A50C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grpSp>
        <p:nvGrpSpPr>
          <p:cNvPr id="679972" name="Group 36">
            <a:extLst>
              <a:ext uri="{FF2B5EF4-FFF2-40B4-BE49-F238E27FC236}">
                <a16:creationId xmlns:a16="http://schemas.microsoft.com/office/drawing/2014/main" id="{7BBF64B8-468D-A978-37C7-D6CC5994DF58}"/>
              </a:ext>
            </a:extLst>
          </p:cNvPr>
          <p:cNvGrpSpPr>
            <a:grpSpLocks/>
          </p:cNvGrpSpPr>
          <p:nvPr/>
        </p:nvGrpSpPr>
        <p:grpSpPr bwMode="auto">
          <a:xfrm>
            <a:off x="6273800" y="3124200"/>
            <a:ext cx="965200" cy="838200"/>
            <a:chOff x="3952" y="1968"/>
            <a:chExt cx="608" cy="528"/>
          </a:xfrm>
        </p:grpSpPr>
        <p:sp>
          <p:nvSpPr>
            <p:cNvPr id="18480" name="Freeform 37">
              <a:extLst>
                <a:ext uri="{FF2B5EF4-FFF2-40B4-BE49-F238E27FC236}">
                  <a16:creationId xmlns:a16="http://schemas.microsoft.com/office/drawing/2014/main" id="{5D2B73E8-AD85-6E68-2626-DF52C72FA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256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81" name="Group 38">
              <a:extLst>
                <a:ext uri="{FF2B5EF4-FFF2-40B4-BE49-F238E27FC236}">
                  <a16:creationId xmlns:a16="http://schemas.microsoft.com/office/drawing/2014/main" id="{628B3FCD-5304-05E6-9104-006629BF3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968"/>
              <a:ext cx="528" cy="288"/>
              <a:chOff x="3360" y="1248"/>
              <a:chExt cx="528" cy="288"/>
            </a:xfrm>
          </p:grpSpPr>
          <p:sp>
            <p:nvSpPr>
              <p:cNvPr id="18482" name="Text Box 39">
                <a:extLst>
                  <a:ext uri="{FF2B5EF4-FFF2-40B4-BE49-F238E27FC236}">
                    <a16:creationId xmlns:a16="http://schemas.microsoft.com/office/drawing/2014/main" id="{D21F34A3-22B5-4A2E-6DDD-EEE861523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8483" name="Group 40">
                <a:extLst>
                  <a:ext uri="{FF2B5EF4-FFF2-40B4-BE49-F238E27FC236}">
                    <a16:creationId xmlns:a16="http://schemas.microsoft.com/office/drawing/2014/main" id="{CD54C600-39D9-F5E6-D2EC-925865ABE7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85" name="Line 41">
                  <a:extLst>
                    <a:ext uri="{FF2B5EF4-FFF2-40B4-BE49-F238E27FC236}">
                      <a16:creationId xmlns:a16="http://schemas.microsoft.com/office/drawing/2014/main" id="{C85B4FE9-66C0-9644-E2BB-2F1925236B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86" name="Text Box 42">
                  <a:extLst>
                    <a:ext uri="{FF2B5EF4-FFF2-40B4-BE49-F238E27FC236}">
                      <a16:creationId xmlns:a16="http://schemas.microsoft.com/office/drawing/2014/main" id="{557529FC-498B-19CF-D8DA-A8BA753F2E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84" name="Line 43">
                <a:extLst>
                  <a:ext uri="{FF2B5EF4-FFF2-40B4-BE49-F238E27FC236}">
                    <a16:creationId xmlns:a16="http://schemas.microsoft.com/office/drawing/2014/main" id="{5B9D3118-03F9-6AD3-11C9-8AE30581E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9980" name="Group 44">
            <a:extLst>
              <a:ext uri="{FF2B5EF4-FFF2-40B4-BE49-F238E27FC236}">
                <a16:creationId xmlns:a16="http://schemas.microsoft.com/office/drawing/2014/main" id="{04B33123-0302-F75D-AC00-9A09A4BB33C1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114800"/>
            <a:ext cx="990600" cy="762000"/>
            <a:chOff x="3408" y="2592"/>
            <a:chExt cx="624" cy="480"/>
          </a:xfrm>
        </p:grpSpPr>
        <p:sp>
          <p:nvSpPr>
            <p:cNvPr id="18473" name="Line 45">
              <a:extLst>
                <a:ext uri="{FF2B5EF4-FFF2-40B4-BE49-F238E27FC236}">
                  <a16:creationId xmlns:a16="http://schemas.microsoft.com/office/drawing/2014/main" id="{5B8EB8A3-24BB-5345-F827-E5F24E4128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59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4" name="Group 46">
              <a:extLst>
                <a:ext uri="{FF2B5EF4-FFF2-40B4-BE49-F238E27FC236}">
                  <a16:creationId xmlns:a16="http://schemas.microsoft.com/office/drawing/2014/main" id="{9929F6DA-6959-EC40-691D-2F2338667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592"/>
              <a:ext cx="528" cy="288"/>
              <a:chOff x="3360" y="1248"/>
              <a:chExt cx="528" cy="288"/>
            </a:xfrm>
          </p:grpSpPr>
          <p:sp>
            <p:nvSpPr>
              <p:cNvPr id="18475" name="Text Box 47">
                <a:extLst>
                  <a:ext uri="{FF2B5EF4-FFF2-40B4-BE49-F238E27FC236}">
                    <a16:creationId xmlns:a16="http://schemas.microsoft.com/office/drawing/2014/main" id="{F5A38315-B27A-A2B0-48E3-3979E6412D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8476" name="Group 48">
                <a:extLst>
                  <a:ext uri="{FF2B5EF4-FFF2-40B4-BE49-F238E27FC236}">
                    <a16:creationId xmlns:a16="http://schemas.microsoft.com/office/drawing/2014/main" id="{B2115DC2-B638-9FD5-6F38-FBDE545831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78" name="Line 49">
                  <a:extLst>
                    <a:ext uri="{FF2B5EF4-FFF2-40B4-BE49-F238E27FC236}">
                      <a16:creationId xmlns:a16="http://schemas.microsoft.com/office/drawing/2014/main" id="{514163A4-3E96-5C2B-4917-CB59237F1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79" name="Text Box 50">
                  <a:extLst>
                    <a:ext uri="{FF2B5EF4-FFF2-40B4-BE49-F238E27FC236}">
                      <a16:creationId xmlns:a16="http://schemas.microsoft.com/office/drawing/2014/main" id="{18859174-B5D9-1B74-9195-A36A47CE08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77" name="Line 51">
                <a:extLst>
                  <a:ext uri="{FF2B5EF4-FFF2-40B4-BE49-F238E27FC236}">
                    <a16:creationId xmlns:a16="http://schemas.microsoft.com/office/drawing/2014/main" id="{1BC92435-7486-2913-270C-25C6E4C09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9988" name="Group 52">
            <a:extLst>
              <a:ext uri="{FF2B5EF4-FFF2-40B4-BE49-F238E27FC236}">
                <a16:creationId xmlns:a16="http://schemas.microsoft.com/office/drawing/2014/main" id="{9934D5A9-A57F-CD1C-0A10-B6CCCCB8130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267200"/>
            <a:ext cx="1143000" cy="762000"/>
            <a:chOff x="3648" y="2688"/>
            <a:chExt cx="720" cy="480"/>
          </a:xfrm>
        </p:grpSpPr>
        <p:sp>
          <p:nvSpPr>
            <p:cNvPr id="18466" name="Line 53">
              <a:extLst>
                <a:ext uri="{FF2B5EF4-FFF2-40B4-BE49-F238E27FC236}">
                  <a16:creationId xmlns:a16="http://schemas.microsoft.com/office/drawing/2014/main" id="{DBE8BAED-A6CE-16A7-B6BB-4473A28DAF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88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67" name="Group 54">
              <a:extLst>
                <a:ext uri="{FF2B5EF4-FFF2-40B4-BE49-F238E27FC236}">
                  <a16:creationId xmlns:a16="http://schemas.microsoft.com/office/drawing/2014/main" id="{BDCD4B47-0A67-228E-D67A-CCF5CA794F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880"/>
              <a:ext cx="528" cy="288"/>
              <a:chOff x="3360" y="1248"/>
              <a:chExt cx="528" cy="288"/>
            </a:xfrm>
          </p:grpSpPr>
          <p:sp>
            <p:nvSpPr>
              <p:cNvPr id="18468" name="Text Box 55">
                <a:extLst>
                  <a:ext uri="{FF2B5EF4-FFF2-40B4-BE49-F238E27FC236}">
                    <a16:creationId xmlns:a16="http://schemas.microsoft.com/office/drawing/2014/main" id="{60CA58F8-FFBB-55C7-4DEB-B050B685D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8469" name="Group 56">
                <a:extLst>
                  <a:ext uri="{FF2B5EF4-FFF2-40B4-BE49-F238E27FC236}">
                    <a16:creationId xmlns:a16="http://schemas.microsoft.com/office/drawing/2014/main" id="{62443BAF-590B-E433-3895-F8FEE4D73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71" name="Line 57">
                  <a:extLst>
                    <a:ext uri="{FF2B5EF4-FFF2-40B4-BE49-F238E27FC236}">
                      <a16:creationId xmlns:a16="http://schemas.microsoft.com/office/drawing/2014/main" id="{D4751140-EBE8-A405-FEA7-B8C1127CE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72" name="Text Box 58">
                  <a:extLst>
                    <a:ext uri="{FF2B5EF4-FFF2-40B4-BE49-F238E27FC236}">
                      <a16:creationId xmlns:a16="http://schemas.microsoft.com/office/drawing/2014/main" id="{286B5A5E-8EA2-C567-EC5F-6DF7143451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70" name="Line 59">
                <a:extLst>
                  <a:ext uri="{FF2B5EF4-FFF2-40B4-BE49-F238E27FC236}">
                    <a16:creationId xmlns:a16="http://schemas.microsoft.com/office/drawing/2014/main" id="{40C2FAA8-2A48-50A0-4767-26B229B2E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9996" name="Group 60">
            <a:extLst>
              <a:ext uri="{FF2B5EF4-FFF2-40B4-BE49-F238E27FC236}">
                <a16:creationId xmlns:a16="http://schemas.microsoft.com/office/drawing/2014/main" id="{69B0CC43-3477-E789-9914-F03B3529D499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5181600"/>
            <a:ext cx="1524000" cy="457200"/>
            <a:chOff x="3648" y="3264"/>
            <a:chExt cx="960" cy="288"/>
          </a:xfrm>
        </p:grpSpPr>
        <p:sp>
          <p:nvSpPr>
            <p:cNvPr id="18459" name="Line 61">
              <a:extLst>
                <a:ext uri="{FF2B5EF4-FFF2-40B4-BE49-F238E27FC236}">
                  <a16:creationId xmlns:a16="http://schemas.microsoft.com/office/drawing/2014/main" id="{1C671C1A-B664-66EB-716F-E052C8F0AD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264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60" name="Group 62">
              <a:extLst>
                <a:ext uri="{FF2B5EF4-FFF2-40B4-BE49-F238E27FC236}">
                  <a16:creationId xmlns:a16="http://schemas.microsoft.com/office/drawing/2014/main" id="{9D993CCA-0786-8164-AD92-D860F26AF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3264"/>
              <a:ext cx="528" cy="288"/>
              <a:chOff x="3360" y="1248"/>
              <a:chExt cx="528" cy="288"/>
            </a:xfrm>
          </p:grpSpPr>
          <p:sp>
            <p:nvSpPr>
              <p:cNvPr id="18461" name="Text Box 63">
                <a:extLst>
                  <a:ext uri="{FF2B5EF4-FFF2-40B4-BE49-F238E27FC236}">
                    <a16:creationId xmlns:a16="http://schemas.microsoft.com/office/drawing/2014/main" id="{5421F820-B0C7-35B7-4F8D-5696388A2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8462" name="Group 64">
                <a:extLst>
                  <a:ext uri="{FF2B5EF4-FFF2-40B4-BE49-F238E27FC236}">
                    <a16:creationId xmlns:a16="http://schemas.microsoft.com/office/drawing/2014/main" id="{FB72D6BF-07D6-29F5-35B5-D9F365B6C4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64" name="Line 65">
                  <a:extLst>
                    <a:ext uri="{FF2B5EF4-FFF2-40B4-BE49-F238E27FC236}">
                      <a16:creationId xmlns:a16="http://schemas.microsoft.com/office/drawing/2014/main" id="{1BE779CA-41DF-4C57-5521-EBD302A6A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65" name="Text Box 66">
                  <a:extLst>
                    <a:ext uri="{FF2B5EF4-FFF2-40B4-BE49-F238E27FC236}">
                      <a16:creationId xmlns:a16="http://schemas.microsoft.com/office/drawing/2014/main" id="{17C5DCEA-3AE4-8736-2526-F6501D66B3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63" name="Line 67">
                <a:extLst>
                  <a:ext uri="{FF2B5EF4-FFF2-40B4-BE49-F238E27FC236}">
                    <a16:creationId xmlns:a16="http://schemas.microsoft.com/office/drawing/2014/main" id="{42FF6AFF-0B4E-D1E7-727C-2751F0F71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80004" name="Group 68">
            <a:extLst>
              <a:ext uri="{FF2B5EF4-FFF2-40B4-BE49-F238E27FC236}">
                <a16:creationId xmlns:a16="http://schemas.microsoft.com/office/drawing/2014/main" id="{0A4580F3-6A90-8CCD-CB6D-0E0CBACB5706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191000"/>
            <a:ext cx="1219200" cy="685800"/>
            <a:chOff x="4272" y="2640"/>
            <a:chExt cx="768" cy="432"/>
          </a:xfrm>
        </p:grpSpPr>
        <p:grpSp>
          <p:nvGrpSpPr>
            <p:cNvPr id="18452" name="Group 69">
              <a:extLst>
                <a:ext uri="{FF2B5EF4-FFF2-40B4-BE49-F238E27FC236}">
                  <a16:creationId xmlns:a16="http://schemas.microsoft.com/office/drawing/2014/main" id="{D214F3DC-D097-508F-B4BE-3C09BF9BBA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688"/>
              <a:ext cx="528" cy="288"/>
              <a:chOff x="4896" y="2976"/>
              <a:chExt cx="528" cy="288"/>
            </a:xfrm>
          </p:grpSpPr>
          <p:sp>
            <p:nvSpPr>
              <p:cNvPr id="18454" name="Text Box 70">
                <a:extLst>
                  <a:ext uri="{FF2B5EF4-FFF2-40B4-BE49-F238E27FC236}">
                    <a16:creationId xmlns:a16="http://schemas.microsoft.com/office/drawing/2014/main" id="{1394C62B-E4F9-B699-A01D-45D034EA55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8455" name="Group 71">
                <a:extLst>
                  <a:ext uri="{FF2B5EF4-FFF2-40B4-BE49-F238E27FC236}">
                    <a16:creationId xmlns:a16="http://schemas.microsoft.com/office/drawing/2014/main" id="{7CBDBD0D-D171-0FF0-829A-0456A10C57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18457" name="Line 72">
                  <a:extLst>
                    <a:ext uri="{FF2B5EF4-FFF2-40B4-BE49-F238E27FC236}">
                      <a16:creationId xmlns:a16="http://schemas.microsoft.com/office/drawing/2014/main" id="{DE7E335C-EB6F-3EA5-24F2-67C14D856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58" name="Text Box 73">
                  <a:extLst>
                    <a:ext uri="{FF2B5EF4-FFF2-40B4-BE49-F238E27FC236}">
                      <a16:creationId xmlns:a16="http://schemas.microsoft.com/office/drawing/2014/main" id="{F6A67962-796E-E4E6-172C-9F0D4A9A80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8456" name="Line 74">
                <a:extLst>
                  <a:ext uri="{FF2B5EF4-FFF2-40B4-BE49-F238E27FC236}">
                    <a16:creationId xmlns:a16="http://schemas.microsoft.com/office/drawing/2014/main" id="{3F03697B-788D-10ED-D6B8-CE727E27D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453" name="Line 75">
              <a:extLst>
                <a:ext uri="{FF2B5EF4-FFF2-40B4-BE49-F238E27FC236}">
                  <a16:creationId xmlns:a16="http://schemas.microsoft.com/office/drawing/2014/main" id="{D1671D06-A859-C3D6-5E65-1A788CFAF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72" y="2640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0012" name="Group 76">
            <a:extLst>
              <a:ext uri="{FF2B5EF4-FFF2-40B4-BE49-F238E27FC236}">
                <a16:creationId xmlns:a16="http://schemas.microsoft.com/office/drawing/2014/main" id="{5DE2D0C3-D66D-CCB9-4FA6-491714EE2E3C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5181600"/>
            <a:ext cx="914400" cy="838200"/>
            <a:chOff x="4560" y="3264"/>
            <a:chExt cx="576" cy="528"/>
          </a:xfrm>
        </p:grpSpPr>
        <p:sp>
          <p:nvSpPr>
            <p:cNvPr id="18445" name="Freeform 77">
              <a:extLst>
                <a:ext uri="{FF2B5EF4-FFF2-40B4-BE49-F238E27FC236}">
                  <a16:creationId xmlns:a16="http://schemas.microsoft.com/office/drawing/2014/main" id="{C96E7E7E-7B07-A5E8-0372-3A9FEC340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3264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46" name="Group 78">
              <a:extLst>
                <a:ext uri="{FF2B5EF4-FFF2-40B4-BE49-F238E27FC236}">
                  <a16:creationId xmlns:a16="http://schemas.microsoft.com/office/drawing/2014/main" id="{34879AA1-0B68-B6B7-49DE-18B0F73A5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504"/>
              <a:ext cx="528" cy="288"/>
              <a:chOff x="3360" y="1248"/>
              <a:chExt cx="528" cy="288"/>
            </a:xfrm>
          </p:grpSpPr>
          <p:sp>
            <p:nvSpPr>
              <p:cNvPr id="18447" name="Text Box 79">
                <a:extLst>
                  <a:ext uri="{FF2B5EF4-FFF2-40B4-BE49-F238E27FC236}">
                    <a16:creationId xmlns:a16="http://schemas.microsoft.com/office/drawing/2014/main" id="{5A6D655E-40A6-381F-57BC-49624526CC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8448" name="Group 80">
                <a:extLst>
                  <a:ext uri="{FF2B5EF4-FFF2-40B4-BE49-F238E27FC236}">
                    <a16:creationId xmlns:a16="http://schemas.microsoft.com/office/drawing/2014/main" id="{20C58B4E-8D74-3E0D-8DE8-83F06294EF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50" name="Line 81">
                  <a:extLst>
                    <a:ext uri="{FF2B5EF4-FFF2-40B4-BE49-F238E27FC236}">
                      <a16:creationId xmlns:a16="http://schemas.microsoft.com/office/drawing/2014/main" id="{CA415C76-9602-AF4B-7AE3-5B9AFA5200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51" name="Text Box 82">
                  <a:extLst>
                    <a:ext uri="{FF2B5EF4-FFF2-40B4-BE49-F238E27FC236}">
                      <a16:creationId xmlns:a16="http://schemas.microsoft.com/office/drawing/2014/main" id="{08467FFE-CB42-2276-32CC-8273C5BD56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49" name="Line 83">
                <a:extLst>
                  <a:ext uri="{FF2B5EF4-FFF2-40B4-BE49-F238E27FC236}">
                    <a16:creationId xmlns:a16="http://schemas.microsoft.com/office/drawing/2014/main" id="{2EB869C4-1D14-7946-6775-5937F0D45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7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7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7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7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68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2" dur="500"/>
                                        <p:tgtEl>
                                          <p:spTgt spid="68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灯片编号占位符 5">
            <a:extLst>
              <a:ext uri="{FF2B5EF4-FFF2-40B4-BE49-F238E27FC236}">
                <a16:creationId xmlns:a16="http://schemas.microsoft.com/office/drawing/2014/main" id="{2851B4AD-6233-A3B4-BA51-C2723416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A902E48-0DB1-4449-9D8C-2902705AE353}" type="slidenum">
              <a:rPr lang="en-US" altLang="zh-CN" sz="1000" smtClean="0"/>
              <a:pPr>
                <a:defRPr/>
              </a:pPr>
              <a:t>14</a:t>
            </a:fld>
            <a:endParaRPr lang="en-US" altLang="zh-CN" sz="1000"/>
          </a:p>
        </p:txBody>
      </p:sp>
      <p:sp>
        <p:nvSpPr>
          <p:cNvPr id="680962" name="Rectangle 2">
            <a:extLst>
              <a:ext uri="{FF2B5EF4-FFF2-40B4-BE49-F238E27FC236}">
                <a16:creationId xmlns:a16="http://schemas.microsoft.com/office/drawing/2014/main" id="{27B630F4-DDFD-2ABC-9B64-9DB2B0558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grpSp>
        <p:nvGrpSpPr>
          <p:cNvPr id="680963" name="Group 3">
            <a:extLst>
              <a:ext uri="{FF2B5EF4-FFF2-40B4-BE49-F238E27FC236}">
                <a16:creationId xmlns:a16="http://schemas.microsoft.com/office/drawing/2014/main" id="{049966F4-D20E-2B2C-9E12-9B520C6B576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143000"/>
            <a:ext cx="6324600" cy="2630488"/>
            <a:chOff x="96" y="2064"/>
            <a:chExt cx="5616" cy="1917"/>
          </a:xfrm>
        </p:grpSpPr>
        <p:grpSp>
          <p:nvGrpSpPr>
            <p:cNvPr id="19517" name="Group 4">
              <a:extLst>
                <a:ext uri="{FF2B5EF4-FFF2-40B4-BE49-F238E27FC236}">
                  <a16:creationId xmlns:a16="http://schemas.microsoft.com/office/drawing/2014/main" id="{0FB86857-E7C7-E1C5-FE52-751E89623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112"/>
              <a:ext cx="384" cy="384"/>
              <a:chOff x="2640" y="1872"/>
              <a:chExt cx="384" cy="384"/>
            </a:xfrm>
          </p:grpSpPr>
          <p:sp>
            <p:nvSpPr>
              <p:cNvPr id="19608" name="Oval 5">
                <a:extLst>
                  <a:ext uri="{FF2B5EF4-FFF2-40B4-BE49-F238E27FC236}">
                    <a16:creationId xmlns:a16="http://schemas.microsoft.com/office/drawing/2014/main" id="{366DA117-5CA0-553F-F1B5-12B5971C9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8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9" name="Text Box 6">
                <a:extLst>
                  <a:ext uri="{FF2B5EF4-FFF2-40B4-BE49-F238E27FC236}">
                    <a16:creationId xmlns:a16="http://schemas.microsoft.com/office/drawing/2014/main" id="{E8A4DD4D-477C-14C6-4762-6A0E175737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920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9518" name="Group 7">
              <a:extLst>
                <a:ext uri="{FF2B5EF4-FFF2-40B4-BE49-F238E27FC236}">
                  <a16:creationId xmlns:a16="http://schemas.microsoft.com/office/drawing/2014/main" id="{1D2E8485-A76D-19FF-71CA-05DACC7B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448"/>
              <a:ext cx="384" cy="384"/>
              <a:chOff x="1440" y="2448"/>
              <a:chExt cx="384" cy="384"/>
            </a:xfrm>
          </p:grpSpPr>
          <p:sp>
            <p:nvSpPr>
              <p:cNvPr id="19606" name="Oval 8">
                <a:extLst>
                  <a:ext uri="{FF2B5EF4-FFF2-40B4-BE49-F238E27FC236}">
                    <a16:creationId xmlns:a16="http://schemas.microsoft.com/office/drawing/2014/main" id="{C8CD31FB-8D36-34B5-19DB-54163B2F2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7" name="Text Box 9">
                <a:extLst>
                  <a:ext uri="{FF2B5EF4-FFF2-40B4-BE49-F238E27FC236}">
                    <a16:creationId xmlns:a16="http://schemas.microsoft.com/office/drawing/2014/main" id="{524A4CFA-4C23-630F-AC36-3F9BE61960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7"/>
                <a:ext cx="238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19519" name="Group 10">
              <a:extLst>
                <a:ext uri="{FF2B5EF4-FFF2-40B4-BE49-F238E27FC236}">
                  <a16:creationId xmlns:a16="http://schemas.microsoft.com/office/drawing/2014/main" id="{47810233-02E7-05EB-F4C7-8965E77F8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2448"/>
              <a:ext cx="384" cy="384"/>
              <a:chOff x="3984" y="2448"/>
              <a:chExt cx="384" cy="384"/>
            </a:xfrm>
          </p:grpSpPr>
          <p:sp>
            <p:nvSpPr>
              <p:cNvPr id="19604" name="Oval 11">
                <a:extLst>
                  <a:ext uri="{FF2B5EF4-FFF2-40B4-BE49-F238E27FC236}">
                    <a16:creationId xmlns:a16="http://schemas.microsoft.com/office/drawing/2014/main" id="{4188B7DF-C055-15ED-CB35-055F909DB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5" name="Text Box 12">
                <a:extLst>
                  <a:ext uri="{FF2B5EF4-FFF2-40B4-BE49-F238E27FC236}">
                    <a16:creationId xmlns:a16="http://schemas.microsoft.com/office/drawing/2014/main" id="{F893C381-2576-209E-5391-C4F81BC6C2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2" y="2497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9520" name="Group 13">
              <a:extLst>
                <a:ext uri="{FF2B5EF4-FFF2-40B4-BE49-F238E27FC236}">
                  <a16:creationId xmlns:a16="http://schemas.microsoft.com/office/drawing/2014/main" id="{EF92B8E8-2988-BC9C-AEB3-BE82F4E2CB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072"/>
              <a:ext cx="384" cy="384"/>
              <a:chOff x="768" y="3072"/>
              <a:chExt cx="384" cy="384"/>
            </a:xfrm>
          </p:grpSpPr>
          <p:sp>
            <p:nvSpPr>
              <p:cNvPr id="19602" name="Oval 14">
                <a:extLst>
                  <a:ext uri="{FF2B5EF4-FFF2-40B4-BE49-F238E27FC236}">
                    <a16:creationId xmlns:a16="http://schemas.microsoft.com/office/drawing/2014/main" id="{27D579E9-48D9-5E34-8349-C0D2B9113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0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3" name="Text Box 15">
                <a:extLst>
                  <a:ext uri="{FF2B5EF4-FFF2-40B4-BE49-F238E27FC236}">
                    <a16:creationId xmlns:a16="http://schemas.microsoft.com/office/drawing/2014/main" id="{074288B0-36DB-FE2B-736F-C915FBDBA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312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19521" name="Group 16">
              <a:extLst>
                <a:ext uri="{FF2B5EF4-FFF2-40B4-BE49-F238E27FC236}">
                  <a16:creationId xmlns:a16="http://schemas.microsoft.com/office/drawing/2014/main" id="{3E290466-95F1-9E49-303C-CF63946C8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3024"/>
              <a:ext cx="384" cy="384"/>
              <a:chOff x="1968" y="3024"/>
              <a:chExt cx="384" cy="384"/>
            </a:xfrm>
          </p:grpSpPr>
          <p:sp>
            <p:nvSpPr>
              <p:cNvPr id="19600" name="Oval 17">
                <a:extLst>
                  <a:ext uri="{FF2B5EF4-FFF2-40B4-BE49-F238E27FC236}">
                    <a16:creationId xmlns:a16="http://schemas.microsoft.com/office/drawing/2014/main" id="{2D034C4B-9AD6-E24C-3E05-00B3D5C4F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1" name="Text Box 18">
                <a:extLst>
                  <a:ext uri="{FF2B5EF4-FFF2-40B4-BE49-F238E27FC236}">
                    <a16:creationId xmlns:a16="http://schemas.microsoft.com/office/drawing/2014/main" id="{C907FB66-F000-E171-BFF4-D17F2AFC4E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" y="307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19522" name="Group 19">
              <a:extLst>
                <a:ext uri="{FF2B5EF4-FFF2-40B4-BE49-F238E27FC236}">
                  <a16:creationId xmlns:a16="http://schemas.microsoft.com/office/drawing/2014/main" id="{CD007C1A-CC5F-15D9-FC77-FFC81CEF43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024"/>
              <a:ext cx="384" cy="384"/>
              <a:chOff x="3312" y="3024"/>
              <a:chExt cx="384" cy="384"/>
            </a:xfrm>
          </p:grpSpPr>
          <p:sp>
            <p:nvSpPr>
              <p:cNvPr id="19598" name="Oval 20">
                <a:extLst>
                  <a:ext uri="{FF2B5EF4-FFF2-40B4-BE49-F238E27FC236}">
                    <a16:creationId xmlns:a16="http://schemas.microsoft.com/office/drawing/2014/main" id="{5467ECC6-D140-9283-3896-65E05E511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599" name="Text Box 21">
                <a:extLst>
                  <a:ext uri="{FF2B5EF4-FFF2-40B4-BE49-F238E27FC236}">
                    <a16:creationId xmlns:a16="http://schemas.microsoft.com/office/drawing/2014/main" id="{CE004256-EF4D-662C-64A6-0CB748F72E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19523" name="Group 22">
              <a:extLst>
                <a:ext uri="{FF2B5EF4-FFF2-40B4-BE49-F238E27FC236}">
                  <a16:creationId xmlns:a16="http://schemas.microsoft.com/office/drawing/2014/main" id="{FAB15982-EECF-5F55-9DFB-ACED06AD5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024"/>
              <a:ext cx="384" cy="384"/>
              <a:chOff x="4608" y="3024"/>
              <a:chExt cx="384" cy="384"/>
            </a:xfrm>
          </p:grpSpPr>
          <p:sp>
            <p:nvSpPr>
              <p:cNvPr id="19596" name="Oval 23">
                <a:extLst>
                  <a:ext uri="{FF2B5EF4-FFF2-40B4-BE49-F238E27FC236}">
                    <a16:creationId xmlns:a16="http://schemas.microsoft.com/office/drawing/2014/main" id="{4CD55DE0-AE54-AB96-7CA7-423777CED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597" name="Text Box 24">
                <a:extLst>
                  <a:ext uri="{FF2B5EF4-FFF2-40B4-BE49-F238E27FC236}">
                    <a16:creationId xmlns:a16="http://schemas.microsoft.com/office/drawing/2014/main" id="{51675C9B-FC85-F46A-F372-E0A9E0F638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19524" name="Line 25">
              <a:extLst>
                <a:ext uri="{FF2B5EF4-FFF2-40B4-BE49-F238E27FC236}">
                  <a16:creationId xmlns:a16="http://schemas.microsoft.com/office/drawing/2014/main" id="{E0307E21-2A42-195B-86D7-E79BF67F2D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304"/>
              <a:ext cx="864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5" name="Line 26">
              <a:extLst>
                <a:ext uri="{FF2B5EF4-FFF2-40B4-BE49-F238E27FC236}">
                  <a16:creationId xmlns:a16="http://schemas.microsoft.com/office/drawing/2014/main" id="{B19DADE6-A584-A74C-D060-2881C0C96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304"/>
              <a:ext cx="960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6" name="Line 27">
              <a:extLst>
                <a:ext uri="{FF2B5EF4-FFF2-40B4-BE49-F238E27FC236}">
                  <a16:creationId xmlns:a16="http://schemas.microsoft.com/office/drawing/2014/main" id="{11F46114-3117-2AE7-50EE-DAADFBE043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736"/>
              <a:ext cx="384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7" name="Line 28">
              <a:extLst>
                <a:ext uri="{FF2B5EF4-FFF2-40B4-BE49-F238E27FC236}">
                  <a16:creationId xmlns:a16="http://schemas.microsoft.com/office/drawing/2014/main" id="{BF3F4ECC-74BA-438E-4FD0-9F3364C87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784"/>
              <a:ext cx="288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8" name="Line 29">
              <a:extLst>
                <a:ext uri="{FF2B5EF4-FFF2-40B4-BE49-F238E27FC236}">
                  <a16:creationId xmlns:a16="http://schemas.microsoft.com/office/drawing/2014/main" id="{691AA98A-9E32-851C-9C74-2BC74D68A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784"/>
              <a:ext cx="432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9" name="Line 30">
              <a:extLst>
                <a:ext uri="{FF2B5EF4-FFF2-40B4-BE49-F238E27FC236}">
                  <a16:creationId xmlns:a16="http://schemas.microsoft.com/office/drawing/2014/main" id="{8DDF008C-B7BB-A7E9-0EB1-7FFA2BD6D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736"/>
              <a:ext cx="384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0" name="Group 31">
              <a:extLst>
                <a:ext uri="{FF2B5EF4-FFF2-40B4-BE49-F238E27FC236}">
                  <a16:creationId xmlns:a16="http://schemas.microsoft.com/office/drawing/2014/main" id="{DB8E7549-38DE-68AE-05DE-D53C86B91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064"/>
              <a:ext cx="529" cy="381"/>
              <a:chOff x="1823" y="1200"/>
              <a:chExt cx="529" cy="381"/>
            </a:xfrm>
          </p:grpSpPr>
          <p:sp>
            <p:nvSpPr>
              <p:cNvPr id="19593" name="Text Box 32">
                <a:extLst>
                  <a:ext uri="{FF2B5EF4-FFF2-40B4-BE49-F238E27FC236}">
                    <a16:creationId xmlns:a16="http://schemas.microsoft.com/office/drawing/2014/main" id="{53B4CE54-2E48-05FE-46B5-7429D284BF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3" y="120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94" name="Line 33">
                <a:extLst>
                  <a:ext uri="{FF2B5EF4-FFF2-40B4-BE49-F238E27FC236}">
                    <a16:creationId xmlns:a16="http://schemas.microsoft.com/office/drawing/2014/main" id="{598A39D4-EF5F-A768-53F5-E70EA98EE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95" name="Text Box 34">
                <a:extLst>
                  <a:ext uri="{FF2B5EF4-FFF2-40B4-BE49-F238E27FC236}">
                    <a16:creationId xmlns:a16="http://schemas.microsoft.com/office/drawing/2014/main" id="{281526FF-38DE-6A1A-77C3-CCA1CFFEF3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1" y="1247"/>
                <a:ext cx="24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31" name="Group 35">
              <a:extLst>
                <a:ext uri="{FF2B5EF4-FFF2-40B4-BE49-F238E27FC236}">
                  <a16:creationId xmlns:a16="http://schemas.microsoft.com/office/drawing/2014/main" id="{ACB94062-1248-610E-AFB9-BD7C84AE7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1" y="2640"/>
              <a:ext cx="433" cy="381"/>
              <a:chOff x="911" y="1824"/>
              <a:chExt cx="433" cy="381"/>
            </a:xfrm>
          </p:grpSpPr>
          <p:sp>
            <p:nvSpPr>
              <p:cNvPr id="19590" name="Text Box 36">
                <a:extLst>
                  <a:ext uri="{FF2B5EF4-FFF2-40B4-BE49-F238E27FC236}">
                    <a16:creationId xmlns:a16="http://schemas.microsoft.com/office/drawing/2014/main" id="{91F044C5-A051-2F09-74C5-C66A50822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182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91" name="Line 37">
                <a:extLst>
                  <a:ext uri="{FF2B5EF4-FFF2-40B4-BE49-F238E27FC236}">
                    <a16:creationId xmlns:a16="http://schemas.microsoft.com/office/drawing/2014/main" id="{7672E5BE-448C-7951-8907-B27412908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92" name="Text Box 38">
                <a:extLst>
                  <a:ext uri="{FF2B5EF4-FFF2-40B4-BE49-F238E27FC236}">
                    <a16:creationId xmlns:a16="http://schemas.microsoft.com/office/drawing/2014/main" id="{EDAE0103-C7CB-5DE8-483B-0C4F6A2A75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3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32" name="Group 39">
              <a:extLst>
                <a:ext uri="{FF2B5EF4-FFF2-40B4-BE49-F238E27FC236}">
                  <a16:creationId xmlns:a16="http://schemas.microsoft.com/office/drawing/2014/main" id="{E196178A-1DB0-4182-3E23-7DD42117F4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640"/>
              <a:ext cx="482" cy="381"/>
              <a:chOff x="1919" y="1824"/>
              <a:chExt cx="482" cy="381"/>
            </a:xfrm>
          </p:grpSpPr>
          <p:sp>
            <p:nvSpPr>
              <p:cNvPr id="19587" name="Text Box 40">
                <a:extLst>
                  <a:ext uri="{FF2B5EF4-FFF2-40B4-BE49-F238E27FC236}">
                    <a16:creationId xmlns:a16="http://schemas.microsoft.com/office/drawing/2014/main" id="{97E93DD3-E947-268A-ECAD-625567B58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9" y="1824"/>
                <a:ext cx="433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88" name="Line 41">
                <a:extLst>
                  <a:ext uri="{FF2B5EF4-FFF2-40B4-BE49-F238E27FC236}">
                    <a16:creationId xmlns:a16="http://schemas.microsoft.com/office/drawing/2014/main" id="{6FE75A3F-F29E-AAFF-F3AB-A1798CC8B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9" name="Text Box 42">
                <a:extLst>
                  <a:ext uri="{FF2B5EF4-FFF2-40B4-BE49-F238E27FC236}">
                    <a16:creationId xmlns:a16="http://schemas.microsoft.com/office/drawing/2014/main" id="{396E4BE8-DEA1-8FFD-D18D-A231C6F27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3" name="Freeform 43">
              <a:extLst>
                <a:ext uri="{FF2B5EF4-FFF2-40B4-BE49-F238E27FC236}">
                  <a16:creationId xmlns:a16="http://schemas.microsoft.com/office/drawing/2014/main" id="{90997280-0BA7-F73C-375A-8AFCAF3C0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" y="3072"/>
              <a:ext cx="296" cy="424"/>
            </a:xfrm>
            <a:custGeom>
              <a:avLst/>
              <a:gdLst>
                <a:gd name="T0" fmla="*/ 248 w 296"/>
                <a:gd name="T1" fmla="*/ 64 h 424"/>
                <a:gd name="T2" fmla="*/ 104 w 296"/>
                <a:gd name="T3" fmla="*/ 16 h 424"/>
                <a:gd name="T4" fmla="*/ 8 w 296"/>
                <a:gd name="T5" fmla="*/ 160 h 424"/>
                <a:gd name="T6" fmla="*/ 56 w 296"/>
                <a:gd name="T7" fmla="*/ 400 h 424"/>
                <a:gd name="T8" fmla="*/ 296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4" name="Group 44">
              <a:extLst>
                <a:ext uri="{FF2B5EF4-FFF2-40B4-BE49-F238E27FC236}">
                  <a16:creationId xmlns:a16="http://schemas.microsoft.com/office/drawing/2014/main" id="{AB23D8EB-D8F3-5331-32BA-86CDD41971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120"/>
              <a:ext cx="480" cy="381"/>
              <a:chOff x="96" y="2304"/>
              <a:chExt cx="480" cy="381"/>
            </a:xfrm>
          </p:grpSpPr>
          <p:sp>
            <p:nvSpPr>
              <p:cNvPr id="19584" name="Text Box 45">
                <a:extLst>
                  <a:ext uri="{FF2B5EF4-FFF2-40B4-BE49-F238E27FC236}">
                    <a16:creationId xmlns:a16="http://schemas.microsoft.com/office/drawing/2014/main" id="{6533A2E0-C865-564D-CACD-E829BE1BA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30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85" name="Line 46">
                <a:extLst>
                  <a:ext uri="{FF2B5EF4-FFF2-40B4-BE49-F238E27FC236}">
                    <a16:creationId xmlns:a16="http://schemas.microsoft.com/office/drawing/2014/main" id="{AEE0817F-2270-FB37-71E5-1E648AC17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6" name="Text Box 47">
                <a:extLst>
                  <a:ext uri="{FF2B5EF4-FFF2-40B4-BE49-F238E27FC236}">
                    <a16:creationId xmlns:a16="http://schemas.microsoft.com/office/drawing/2014/main" id="{80B7E1D2-A864-3DC2-0A08-74A3B1452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" y="235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5" name="Line 48">
              <a:extLst>
                <a:ext uri="{FF2B5EF4-FFF2-40B4-BE49-F238E27FC236}">
                  <a16:creationId xmlns:a16="http://schemas.microsoft.com/office/drawing/2014/main" id="{718BB325-233C-C703-5F28-12F26D40C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264"/>
              <a:ext cx="81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6" name="Group 49">
              <a:extLst>
                <a:ext uri="{FF2B5EF4-FFF2-40B4-BE49-F238E27FC236}">
                  <a16:creationId xmlns:a16="http://schemas.microsoft.com/office/drawing/2014/main" id="{C475938F-3673-3B9B-1CB6-F13E83692C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28"/>
              <a:ext cx="479" cy="381"/>
              <a:chOff x="1344" y="2112"/>
              <a:chExt cx="479" cy="381"/>
            </a:xfrm>
          </p:grpSpPr>
          <p:sp>
            <p:nvSpPr>
              <p:cNvPr id="19581" name="Text Box 50">
                <a:extLst>
                  <a:ext uri="{FF2B5EF4-FFF2-40B4-BE49-F238E27FC236}">
                    <a16:creationId xmlns:a16="http://schemas.microsoft.com/office/drawing/2014/main" id="{76240C57-B15E-4AF7-CB23-85E1D300B7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112"/>
                <a:ext cx="336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82" name="Line 51">
                <a:extLst>
                  <a:ext uri="{FF2B5EF4-FFF2-40B4-BE49-F238E27FC236}">
                    <a16:creationId xmlns:a16="http://schemas.microsoft.com/office/drawing/2014/main" id="{8549550F-A225-19A2-D7E7-72124DE3D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8" y="216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3" name="Text Box 52">
                <a:extLst>
                  <a:ext uri="{FF2B5EF4-FFF2-40B4-BE49-F238E27FC236}">
                    <a16:creationId xmlns:a16="http://schemas.microsoft.com/office/drawing/2014/main" id="{8EF4C6F6-ABC6-BAAA-2757-D154AD9AC5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2160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7" name="Line 53">
              <a:extLst>
                <a:ext uri="{FF2B5EF4-FFF2-40B4-BE49-F238E27FC236}">
                  <a16:creationId xmlns:a16="http://schemas.microsoft.com/office/drawing/2014/main" id="{9F9611AB-55FB-BD97-EB3B-6C4DB5822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16"/>
              <a:ext cx="96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8" name="Group 54">
              <a:extLst>
                <a:ext uri="{FF2B5EF4-FFF2-40B4-BE49-F238E27FC236}">
                  <a16:creationId xmlns:a16="http://schemas.microsoft.com/office/drawing/2014/main" id="{C483545A-D028-2800-CEC6-D8DA523848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880"/>
              <a:ext cx="481" cy="380"/>
              <a:chOff x="2544" y="2064"/>
              <a:chExt cx="481" cy="380"/>
            </a:xfrm>
          </p:grpSpPr>
          <p:sp>
            <p:nvSpPr>
              <p:cNvPr id="19578" name="Text Box 55">
                <a:extLst>
                  <a:ext uri="{FF2B5EF4-FFF2-40B4-BE49-F238E27FC236}">
                    <a16:creationId xmlns:a16="http://schemas.microsoft.com/office/drawing/2014/main" id="{2EE65C09-91B5-297F-43D4-765BEF5F5E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064"/>
                <a:ext cx="33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79" name="Line 56">
                <a:extLst>
                  <a:ext uri="{FF2B5EF4-FFF2-40B4-BE49-F238E27FC236}">
                    <a16:creationId xmlns:a16="http://schemas.microsoft.com/office/drawing/2014/main" id="{0A2CB5D9-CE75-62DA-ADD4-6C804919C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0" name="Text Box 57">
                <a:extLst>
                  <a:ext uri="{FF2B5EF4-FFF2-40B4-BE49-F238E27FC236}">
                    <a16:creationId xmlns:a16="http://schemas.microsoft.com/office/drawing/2014/main" id="{B7114AB4-3669-4BD1-DCEA-B7B768A054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2111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9" name="Freeform 58">
              <a:extLst>
                <a:ext uri="{FF2B5EF4-FFF2-40B4-BE49-F238E27FC236}">
                  <a16:creationId xmlns:a16="http://schemas.microsoft.com/office/drawing/2014/main" id="{AD1D305D-396C-B7A0-189D-BEF96A233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408"/>
              <a:ext cx="2656" cy="480"/>
            </a:xfrm>
            <a:custGeom>
              <a:avLst/>
              <a:gdLst>
                <a:gd name="T0" fmla="*/ 0 w 2656"/>
                <a:gd name="T1" fmla="*/ 0 h 296"/>
                <a:gd name="T2" fmla="*/ 192 w 2656"/>
                <a:gd name="T3" fmla="*/ 2147483646 h 296"/>
                <a:gd name="T4" fmla="*/ 624 w 2656"/>
                <a:gd name="T5" fmla="*/ 2147483646 h 296"/>
                <a:gd name="T6" fmla="*/ 2256 w 2656"/>
                <a:gd name="T7" fmla="*/ 2147483646 h 296"/>
                <a:gd name="T8" fmla="*/ 2592 w 2656"/>
                <a:gd name="T9" fmla="*/ 2147483646 h 296"/>
                <a:gd name="T10" fmla="*/ 2640 w 2656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56" h="296">
                  <a:moveTo>
                    <a:pt x="0" y="0"/>
                  </a:moveTo>
                  <a:cubicBezTo>
                    <a:pt x="44" y="96"/>
                    <a:pt x="88" y="192"/>
                    <a:pt x="192" y="240"/>
                  </a:cubicBezTo>
                  <a:cubicBezTo>
                    <a:pt x="296" y="288"/>
                    <a:pt x="280" y="280"/>
                    <a:pt x="624" y="288"/>
                  </a:cubicBezTo>
                  <a:cubicBezTo>
                    <a:pt x="968" y="296"/>
                    <a:pt x="1928" y="296"/>
                    <a:pt x="2256" y="288"/>
                  </a:cubicBezTo>
                  <a:cubicBezTo>
                    <a:pt x="2584" y="280"/>
                    <a:pt x="2528" y="288"/>
                    <a:pt x="2592" y="240"/>
                  </a:cubicBezTo>
                  <a:cubicBezTo>
                    <a:pt x="2656" y="192"/>
                    <a:pt x="2648" y="96"/>
                    <a:pt x="2640" y="0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0" name="Group 59">
              <a:extLst>
                <a:ext uri="{FF2B5EF4-FFF2-40B4-BE49-F238E27FC236}">
                  <a16:creationId xmlns:a16="http://schemas.microsoft.com/office/drawing/2014/main" id="{293F8FDB-ACD3-14D4-822C-53C33A8738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600"/>
              <a:ext cx="480" cy="381"/>
              <a:chOff x="3360" y="3024"/>
              <a:chExt cx="480" cy="381"/>
            </a:xfrm>
          </p:grpSpPr>
          <p:sp>
            <p:nvSpPr>
              <p:cNvPr id="19575" name="Text Box 60">
                <a:extLst>
                  <a:ext uri="{FF2B5EF4-FFF2-40B4-BE49-F238E27FC236}">
                    <a16:creationId xmlns:a16="http://schemas.microsoft.com/office/drawing/2014/main" id="{BF5FFDB7-FEB3-193E-4A86-A8C9DE6EDF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024"/>
                <a:ext cx="337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76" name="Line 61">
                <a:extLst>
                  <a:ext uri="{FF2B5EF4-FFF2-40B4-BE49-F238E27FC236}">
                    <a16:creationId xmlns:a16="http://schemas.microsoft.com/office/drawing/2014/main" id="{1FED3509-CA46-746E-CFED-9F6A2B4E01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4" y="30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77" name="Text Box 62">
                <a:extLst>
                  <a:ext uri="{FF2B5EF4-FFF2-40B4-BE49-F238E27FC236}">
                    <a16:creationId xmlns:a16="http://schemas.microsoft.com/office/drawing/2014/main" id="{655414C4-90DB-9AFF-AE2D-7C8AC69F41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1" y="30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41" name="Group 63">
              <a:extLst>
                <a:ext uri="{FF2B5EF4-FFF2-40B4-BE49-F238E27FC236}">
                  <a16:creationId xmlns:a16="http://schemas.microsoft.com/office/drawing/2014/main" id="{8A70D3A8-7263-53B4-C4F1-F15E2E364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2640"/>
              <a:ext cx="482" cy="333"/>
              <a:chOff x="3503" y="2640"/>
              <a:chExt cx="482" cy="333"/>
            </a:xfrm>
          </p:grpSpPr>
          <p:sp>
            <p:nvSpPr>
              <p:cNvPr id="19572" name="Text Box 64">
                <a:extLst>
                  <a:ext uri="{FF2B5EF4-FFF2-40B4-BE49-F238E27FC236}">
                    <a16:creationId xmlns:a16="http://schemas.microsoft.com/office/drawing/2014/main" id="{7E3B3E4F-A2E7-8C28-693E-F026F68A9C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3" y="2640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73" name="Line 65">
                <a:extLst>
                  <a:ext uri="{FF2B5EF4-FFF2-40B4-BE49-F238E27FC236}">
                    <a16:creationId xmlns:a16="http://schemas.microsoft.com/office/drawing/2014/main" id="{141789C2-E361-B5E5-AE1D-368EBE52E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8" y="264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74" name="Text Box 66">
                <a:extLst>
                  <a:ext uri="{FF2B5EF4-FFF2-40B4-BE49-F238E27FC236}">
                    <a16:creationId xmlns:a16="http://schemas.microsoft.com/office/drawing/2014/main" id="{F563BE3C-EDC3-15CC-52AB-8B1553934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64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42" name="Group 67">
              <a:extLst>
                <a:ext uri="{FF2B5EF4-FFF2-40B4-BE49-F238E27FC236}">
                  <a16:creationId xmlns:a16="http://schemas.microsoft.com/office/drawing/2014/main" id="{12CDD216-6DFB-2CC0-5C63-D3D4A36BB9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640"/>
              <a:ext cx="528" cy="381"/>
              <a:chOff x="4512" y="1824"/>
              <a:chExt cx="528" cy="381"/>
            </a:xfrm>
          </p:grpSpPr>
          <p:sp>
            <p:nvSpPr>
              <p:cNvPr id="19569" name="Text Box 68">
                <a:extLst>
                  <a:ext uri="{FF2B5EF4-FFF2-40B4-BE49-F238E27FC236}">
                    <a16:creationId xmlns:a16="http://schemas.microsoft.com/office/drawing/2014/main" id="{749A32F1-E227-F6C6-B876-A7557628A3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824"/>
                <a:ext cx="38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70" name="Line 69">
                <a:extLst>
                  <a:ext uri="{FF2B5EF4-FFF2-40B4-BE49-F238E27FC236}">
                    <a16:creationId xmlns:a16="http://schemas.microsoft.com/office/drawing/2014/main" id="{5072204C-488D-BDEF-3609-100670367F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71" name="Text Box 70">
                <a:extLst>
                  <a:ext uri="{FF2B5EF4-FFF2-40B4-BE49-F238E27FC236}">
                    <a16:creationId xmlns:a16="http://schemas.microsoft.com/office/drawing/2014/main" id="{93CA98C5-8846-6806-4422-8C76C94C3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8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43" name="Freeform 71">
              <a:extLst>
                <a:ext uri="{FF2B5EF4-FFF2-40B4-BE49-F238E27FC236}">
                  <a16:creationId xmlns:a16="http://schemas.microsoft.com/office/drawing/2014/main" id="{E5EF1E95-7984-97F1-27D5-671B7CB67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3408"/>
              <a:ext cx="2448" cy="432"/>
            </a:xfrm>
            <a:custGeom>
              <a:avLst/>
              <a:gdLst>
                <a:gd name="T0" fmla="*/ 2448 w 2448"/>
                <a:gd name="T1" fmla="*/ 0 h 384"/>
                <a:gd name="T2" fmla="*/ 2304 w 2448"/>
                <a:gd name="T3" fmla="*/ 48753 h 384"/>
                <a:gd name="T4" fmla="*/ 2160 w 2448"/>
                <a:gd name="T5" fmla="*/ 73243 h 384"/>
                <a:gd name="T6" fmla="*/ 1632 w 2448"/>
                <a:gd name="T7" fmla="*/ 85190 h 384"/>
                <a:gd name="T8" fmla="*/ 480 w 2448"/>
                <a:gd name="T9" fmla="*/ 85190 h 384"/>
                <a:gd name="T10" fmla="*/ 0 w 2448"/>
                <a:gd name="T11" fmla="*/ 12373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4" name="Group 72">
              <a:extLst>
                <a:ext uri="{FF2B5EF4-FFF2-40B4-BE49-F238E27FC236}">
                  <a16:creationId xmlns:a16="http://schemas.microsoft.com/office/drawing/2014/main" id="{F7ACB99E-28E1-6420-8B43-0AAD067B8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3504"/>
              <a:ext cx="529" cy="381"/>
              <a:chOff x="1487" y="2928"/>
              <a:chExt cx="529" cy="381"/>
            </a:xfrm>
          </p:grpSpPr>
          <p:sp>
            <p:nvSpPr>
              <p:cNvPr id="19566" name="Line 73">
                <a:extLst>
                  <a:ext uri="{FF2B5EF4-FFF2-40B4-BE49-F238E27FC236}">
                    <a16:creationId xmlns:a16="http://schemas.microsoft.com/office/drawing/2014/main" id="{D1D8AB92-60EF-E791-891B-2E1E539D2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67" name="Text Box 74">
                <a:extLst>
                  <a:ext uri="{FF2B5EF4-FFF2-40B4-BE49-F238E27FC236}">
                    <a16:creationId xmlns:a16="http://schemas.microsoft.com/office/drawing/2014/main" id="{FAD3B448-DDC0-6738-846C-11DB66D8B0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7" y="2975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68" name="Text Box 75">
                <a:extLst>
                  <a:ext uri="{FF2B5EF4-FFF2-40B4-BE49-F238E27FC236}">
                    <a16:creationId xmlns:a16="http://schemas.microsoft.com/office/drawing/2014/main" id="{D42B75E6-7763-E4DE-FE89-9E1A9B6C62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7" y="2928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45" name="Freeform 76">
              <a:extLst>
                <a:ext uri="{FF2B5EF4-FFF2-40B4-BE49-F238E27FC236}">
                  <a16:creationId xmlns:a16="http://schemas.microsoft.com/office/drawing/2014/main" id="{732939FA-E7B3-BF3B-C6DC-AF7A4A058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312"/>
              <a:ext cx="1056" cy="288"/>
            </a:xfrm>
            <a:custGeom>
              <a:avLst/>
              <a:gdLst>
                <a:gd name="T0" fmla="*/ 0 w 2448"/>
                <a:gd name="T1" fmla="*/ 0 h 384"/>
                <a:gd name="T2" fmla="*/ 0 w 2448"/>
                <a:gd name="T3" fmla="*/ 2 h 384"/>
                <a:gd name="T4" fmla="*/ 0 w 2448"/>
                <a:gd name="T5" fmla="*/ 2 h 384"/>
                <a:gd name="T6" fmla="*/ 0 w 2448"/>
                <a:gd name="T7" fmla="*/ 2 h 384"/>
                <a:gd name="T8" fmla="*/ 0 w 2448"/>
                <a:gd name="T9" fmla="*/ 2 h 384"/>
                <a:gd name="T10" fmla="*/ 0 w 2448"/>
                <a:gd name="T11" fmla="*/ 2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6" name="Group 77">
              <a:extLst>
                <a:ext uri="{FF2B5EF4-FFF2-40B4-BE49-F238E27FC236}">
                  <a16:creationId xmlns:a16="http://schemas.microsoft.com/office/drawing/2014/main" id="{E940D7B7-E03C-A96C-FC07-FC5025BA9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3263"/>
              <a:ext cx="528" cy="382"/>
              <a:chOff x="2592" y="2447"/>
              <a:chExt cx="528" cy="382"/>
            </a:xfrm>
          </p:grpSpPr>
          <p:sp>
            <p:nvSpPr>
              <p:cNvPr id="19563" name="Line 78">
                <a:extLst>
                  <a:ext uri="{FF2B5EF4-FFF2-40B4-BE49-F238E27FC236}">
                    <a16:creationId xmlns:a16="http://schemas.microsoft.com/office/drawing/2014/main" id="{B4CA4526-7099-8808-C122-B6307F56E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4" y="249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64" name="Text Box 79">
                <a:extLst>
                  <a:ext uri="{FF2B5EF4-FFF2-40B4-BE49-F238E27FC236}">
                    <a16:creationId xmlns:a16="http://schemas.microsoft.com/office/drawing/2014/main" id="{054800AC-3C3F-EA5A-1E91-251C2B3632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496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65" name="Text Box 80">
                <a:extLst>
                  <a:ext uri="{FF2B5EF4-FFF2-40B4-BE49-F238E27FC236}">
                    <a16:creationId xmlns:a16="http://schemas.microsoft.com/office/drawing/2014/main" id="{3AFF2AC2-AA20-FFEE-823A-1BEB2CBB54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447"/>
                <a:ext cx="19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9547" name="Line 81">
              <a:extLst>
                <a:ext uri="{FF2B5EF4-FFF2-40B4-BE49-F238E27FC236}">
                  <a16:creationId xmlns:a16="http://schemas.microsoft.com/office/drawing/2014/main" id="{6979ABCF-9F8C-37FA-1E39-7920A12A4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216"/>
              <a:ext cx="91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8" name="Group 82">
              <a:extLst>
                <a:ext uri="{FF2B5EF4-FFF2-40B4-BE49-F238E27FC236}">
                  <a16:creationId xmlns:a16="http://schemas.microsoft.com/office/drawing/2014/main" id="{C4B787B0-8252-CD3C-3E50-6355A94A0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5" y="2928"/>
              <a:ext cx="527" cy="333"/>
              <a:chOff x="3985" y="2112"/>
              <a:chExt cx="527" cy="333"/>
            </a:xfrm>
          </p:grpSpPr>
          <p:sp>
            <p:nvSpPr>
              <p:cNvPr id="19560" name="Text Box 83">
                <a:extLst>
                  <a:ext uri="{FF2B5EF4-FFF2-40B4-BE49-F238E27FC236}">
                    <a16:creationId xmlns:a16="http://schemas.microsoft.com/office/drawing/2014/main" id="{2DFBACB0-3D46-1B2D-93F5-1CA19C342F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112"/>
                <a:ext cx="38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61" name="Line 84">
                <a:extLst>
                  <a:ext uri="{FF2B5EF4-FFF2-40B4-BE49-F238E27FC236}">
                    <a16:creationId xmlns:a16="http://schemas.microsoft.com/office/drawing/2014/main" id="{67B60B2F-B3B9-C194-BF01-16D5A47D0B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62" name="Text Box 85">
                <a:extLst>
                  <a:ext uri="{FF2B5EF4-FFF2-40B4-BE49-F238E27FC236}">
                    <a16:creationId xmlns:a16="http://schemas.microsoft.com/office/drawing/2014/main" id="{24EAB997-A0B7-013A-41A8-0CA047545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3" y="211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9549" name="Freeform 86">
              <a:extLst>
                <a:ext uri="{FF2B5EF4-FFF2-40B4-BE49-F238E27FC236}">
                  <a16:creationId xmlns:a16="http://schemas.microsoft.com/office/drawing/2014/main" id="{F5DC10C1-773C-2329-17A3-2268868B0B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44" y="3072"/>
              <a:ext cx="280" cy="424"/>
            </a:xfrm>
            <a:custGeom>
              <a:avLst/>
              <a:gdLst>
                <a:gd name="T0" fmla="*/ 19 w 296"/>
                <a:gd name="T1" fmla="*/ 64 h 424"/>
                <a:gd name="T2" fmla="*/ 9 w 296"/>
                <a:gd name="T3" fmla="*/ 16 h 424"/>
                <a:gd name="T4" fmla="*/ 8 w 296"/>
                <a:gd name="T5" fmla="*/ 160 h 424"/>
                <a:gd name="T6" fmla="*/ 9 w 296"/>
                <a:gd name="T7" fmla="*/ 400 h 424"/>
                <a:gd name="T8" fmla="*/ 22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50" name="Group 87">
              <a:extLst>
                <a:ext uri="{FF2B5EF4-FFF2-40B4-BE49-F238E27FC236}">
                  <a16:creationId xmlns:a16="http://schemas.microsoft.com/office/drawing/2014/main" id="{AA60BF06-3388-B3C7-21EF-6C0AA4EF6D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3120"/>
              <a:ext cx="480" cy="382"/>
              <a:chOff x="5232" y="2304"/>
              <a:chExt cx="480" cy="382"/>
            </a:xfrm>
          </p:grpSpPr>
          <p:sp>
            <p:nvSpPr>
              <p:cNvPr id="19557" name="Line 88">
                <a:extLst>
                  <a:ext uri="{FF2B5EF4-FFF2-40B4-BE49-F238E27FC236}">
                    <a16:creationId xmlns:a16="http://schemas.microsoft.com/office/drawing/2014/main" id="{5A7B5E19-F910-BD52-0279-5890B3261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76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58" name="Text Box 89">
                <a:extLst>
                  <a:ext uri="{FF2B5EF4-FFF2-40B4-BE49-F238E27FC236}">
                    <a16:creationId xmlns:a16="http://schemas.microsoft.com/office/drawing/2014/main" id="{02B8D08D-8799-1506-F25B-5A2203046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" y="235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59" name="Text Box 90">
                <a:extLst>
                  <a:ext uri="{FF2B5EF4-FFF2-40B4-BE49-F238E27FC236}">
                    <a16:creationId xmlns:a16="http://schemas.microsoft.com/office/drawing/2014/main" id="{64D0465D-B139-6A3F-9E0A-2B20B7010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2304"/>
                <a:ext cx="384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9551" name="Group 91">
              <a:extLst>
                <a:ext uri="{FF2B5EF4-FFF2-40B4-BE49-F238E27FC236}">
                  <a16:creationId xmlns:a16="http://schemas.microsoft.com/office/drawing/2014/main" id="{88DC6630-27A5-30B5-4018-EC786A38C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1"/>
              <a:ext cx="529" cy="335"/>
              <a:chOff x="3360" y="1247"/>
              <a:chExt cx="529" cy="335"/>
            </a:xfrm>
          </p:grpSpPr>
          <p:sp>
            <p:nvSpPr>
              <p:cNvPr id="19552" name="Text Box 92">
                <a:extLst>
                  <a:ext uri="{FF2B5EF4-FFF2-40B4-BE49-F238E27FC236}">
                    <a16:creationId xmlns:a16="http://schemas.microsoft.com/office/drawing/2014/main" id="{E775A702-ECA9-CF39-DE29-3AC5B66014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9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553" name="Group 93">
                <a:extLst>
                  <a:ext uri="{FF2B5EF4-FFF2-40B4-BE49-F238E27FC236}">
                    <a16:creationId xmlns:a16="http://schemas.microsoft.com/office/drawing/2014/main" id="{B24EF1A3-6E5D-F1B6-6006-2FEF02AD35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7"/>
                <a:ext cx="337" cy="334"/>
                <a:chOff x="4416" y="2543"/>
                <a:chExt cx="337" cy="334"/>
              </a:xfrm>
            </p:grpSpPr>
            <p:sp>
              <p:nvSpPr>
                <p:cNvPr id="19555" name="Line 94">
                  <a:extLst>
                    <a:ext uri="{FF2B5EF4-FFF2-40B4-BE49-F238E27FC236}">
                      <a16:creationId xmlns:a16="http://schemas.microsoft.com/office/drawing/2014/main" id="{10B6D524-C6FF-3653-3C86-0367B237F0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56" name="Text Box 95">
                  <a:extLst>
                    <a:ext uri="{FF2B5EF4-FFF2-40B4-BE49-F238E27FC236}">
                      <a16:creationId xmlns:a16="http://schemas.microsoft.com/office/drawing/2014/main" id="{DA09CBE5-C564-2E36-F64D-1BD6E86C77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3"/>
                  <a:ext cx="241" cy="3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554" name="Line 96">
                <a:extLst>
                  <a:ext uri="{FF2B5EF4-FFF2-40B4-BE49-F238E27FC236}">
                    <a16:creationId xmlns:a16="http://schemas.microsoft.com/office/drawing/2014/main" id="{7CD21B5E-B2F8-7715-8AD5-EF46C2717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81057" name="Group 97">
            <a:extLst>
              <a:ext uri="{FF2B5EF4-FFF2-40B4-BE49-F238E27FC236}">
                <a16:creationId xmlns:a16="http://schemas.microsoft.com/office/drawing/2014/main" id="{8D702664-EC55-91B8-00E2-9AFC4D6A7136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886200"/>
            <a:ext cx="2895600" cy="2895600"/>
            <a:chOff x="3696" y="2112"/>
            <a:chExt cx="1824" cy="1824"/>
          </a:xfrm>
        </p:grpSpPr>
        <p:grpSp>
          <p:nvGrpSpPr>
            <p:cNvPr id="19466" name="Group 98">
              <a:extLst>
                <a:ext uri="{FF2B5EF4-FFF2-40B4-BE49-F238E27FC236}">
                  <a16:creationId xmlns:a16="http://schemas.microsoft.com/office/drawing/2014/main" id="{3E97FACA-C7A9-FB28-F0B4-1D0ACB9FCD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19515" name="Text Box 99">
                <a:extLst>
                  <a:ext uri="{FF2B5EF4-FFF2-40B4-BE49-F238E27FC236}">
                    <a16:creationId xmlns:a16="http://schemas.microsoft.com/office/drawing/2014/main" id="{1635CEDC-C38A-C847-1037-1D6B8D4400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16" name="Oval 100">
                <a:extLst>
                  <a:ext uri="{FF2B5EF4-FFF2-40B4-BE49-F238E27FC236}">
                    <a16:creationId xmlns:a16="http://schemas.microsoft.com/office/drawing/2014/main" id="{B8E57993-7A17-1886-7D48-2FEBCE9E1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9467" name="Group 101">
              <a:extLst>
                <a:ext uri="{FF2B5EF4-FFF2-40B4-BE49-F238E27FC236}">
                  <a16:creationId xmlns:a16="http://schemas.microsoft.com/office/drawing/2014/main" id="{8C868257-A6D4-EE97-EEC4-E885A22E0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19513" name="Text Box 102">
                <a:extLst>
                  <a:ext uri="{FF2B5EF4-FFF2-40B4-BE49-F238E27FC236}">
                    <a16:creationId xmlns:a16="http://schemas.microsoft.com/office/drawing/2014/main" id="{F74F393D-5CBF-58CD-AE02-127DEA8D90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9514" name="Oval 103">
                <a:extLst>
                  <a:ext uri="{FF2B5EF4-FFF2-40B4-BE49-F238E27FC236}">
                    <a16:creationId xmlns:a16="http://schemas.microsoft.com/office/drawing/2014/main" id="{52C5EA6D-2B97-3059-7573-7F4E43741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9468" name="Group 104">
              <a:extLst>
                <a:ext uri="{FF2B5EF4-FFF2-40B4-BE49-F238E27FC236}">
                  <a16:creationId xmlns:a16="http://schemas.microsoft.com/office/drawing/2014/main" id="{091115C7-0C2C-957A-2597-554E95461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19511" name="Text Box 105">
                <a:extLst>
                  <a:ext uri="{FF2B5EF4-FFF2-40B4-BE49-F238E27FC236}">
                    <a16:creationId xmlns:a16="http://schemas.microsoft.com/office/drawing/2014/main" id="{2EBFE9B0-361D-7040-8370-7369BBCF4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9512" name="Oval 106">
                <a:extLst>
                  <a:ext uri="{FF2B5EF4-FFF2-40B4-BE49-F238E27FC236}">
                    <a16:creationId xmlns:a16="http://schemas.microsoft.com/office/drawing/2014/main" id="{510A6C90-848C-8E7B-6649-2C2E70CB2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19469" name="Line 107">
              <a:extLst>
                <a:ext uri="{FF2B5EF4-FFF2-40B4-BE49-F238E27FC236}">
                  <a16:creationId xmlns:a16="http://schemas.microsoft.com/office/drawing/2014/main" id="{108F4EEF-E1D3-29D1-292C-AACA699D66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Freeform 108">
              <a:extLst>
                <a:ext uri="{FF2B5EF4-FFF2-40B4-BE49-F238E27FC236}">
                  <a16:creationId xmlns:a16="http://schemas.microsoft.com/office/drawing/2014/main" id="{B67F9A46-BA95-3334-6C6D-D371E670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71" name="Group 109">
              <a:extLst>
                <a:ext uri="{FF2B5EF4-FFF2-40B4-BE49-F238E27FC236}">
                  <a16:creationId xmlns:a16="http://schemas.microsoft.com/office/drawing/2014/main" id="{41196F45-4CB0-D33E-CAA8-03F628AED8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19506" name="Text Box 110">
                <a:extLst>
                  <a:ext uri="{FF2B5EF4-FFF2-40B4-BE49-F238E27FC236}">
                    <a16:creationId xmlns:a16="http://schemas.microsoft.com/office/drawing/2014/main" id="{C2A16DE0-EDD2-CE6B-AEBF-2462F0314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9507" name="Group 111">
                <a:extLst>
                  <a:ext uri="{FF2B5EF4-FFF2-40B4-BE49-F238E27FC236}">
                    <a16:creationId xmlns:a16="http://schemas.microsoft.com/office/drawing/2014/main" id="{89D7E047-3120-1082-B82F-3145702206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509" name="Line 112">
                  <a:extLst>
                    <a:ext uri="{FF2B5EF4-FFF2-40B4-BE49-F238E27FC236}">
                      <a16:creationId xmlns:a16="http://schemas.microsoft.com/office/drawing/2014/main" id="{E434EF75-00AA-945B-A0D7-FDD9FD8A9A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10" name="Text Box 113">
                  <a:extLst>
                    <a:ext uri="{FF2B5EF4-FFF2-40B4-BE49-F238E27FC236}">
                      <a16:creationId xmlns:a16="http://schemas.microsoft.com/office/drawing/2014/main" id="{F25310A0-8960-58E3-B266-1B2FE479AB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508" name="Line 114">
                <a:extLst>
                  <a:ext uri="{FF2B5EF4-FFF2-40B4-BE49-F238E27FC236}">
                    <a16:creationId xmlns:a16="http://schemas.microsoft.com/office/drawing/2014/main" id="{CFDCD1E6-9256-5AA9-83B5-8A0083B176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72" name="Group 115">
              <a:extLst>
                <a:ext uri="{FF2B5EF4-FFF2-40B4-BE49-F238E27FC236}">
                  <a16:creationId xmlns:a16="http://schemas.microsoft.com/office/drawing/2014/main" id="{183F7D41-7B65-5284-E169-E37CD0044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19501" name="Text Box 116">
                <a:extLst>
                  <a:ext uri="{FF2B5EF4-FFF2-40B4-BE49-F238E27FC236}">
                    <a16:creationId xmlns:a16="http://schemas.microsoft.com/office/drawing/2014/main" id="{801DB67A-7ED8-F41E-66D7-B5EB20ADA7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502" name="Group 117">
                <a:extLst>
                  <a:ext uri="{FF2B5EF4-FFF2-40B4-BE49-F238E27FC236}">
                    <a16:creationId xmlns:a16="http://schemas.microsoft.com/office/drawing/2014/main" id="{37218E1B-F132-8F6E-399A-268CE86670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504" name="Line 118">
                  <a:extLst>
                    <a:ext uri="{FF2B5EF4-FFF2-40B4-BE49-F238E27FC236}">
                      <a16:creationId xmlns:a16="http://schemas.microsoft.com/office/drawing/2014/main" id="{155C382F-8420-B895-A76D-3395A9ED75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05" name="Text Box 119">
                  <a:extLst>
                    <a:ext uri="{FF2B5EF4-FFF2-40B4-BE49-F238E27FC236}">
                      <a16:creationId xmlns:a16="http://schemas.microsoft.com/office/drawing/2014/main" id="{274ECFF9-E692-20AA-F358-6191D92E8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503" name="Line 120">
                <a:extLst>
                  <a:ext uri="{FF2B5EF4-FFF2-40B4-BE49-F238E27FC236}">
                    <a16:creationId xmlns:a16="http://schemas.microsoft.com/office/drawing/2014/main" id="{7EA65686-7A02-BBA5-BDCF-B656FA3C1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473" name="Line 121">
              <a:extLst>
                <a:ext uri="{FF2B5EF4-FFF2-40B4-BE49-F238E27FC236}">
                  <a16:creationId xmlns:a16="http://schemas.microsoft.com/office/drawing/2014/main" id="{83BE15D0-89C5-368B-F5E8-03021EB272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74" name="Group 122">
              <a:extLst>
                <a:ext uri="{FF2B5EF4-FFF2-40B4-BE49-F238E27FC236}">
                  <a16:creationId xmlns:a16="http://schemas.microsoft.com/office/drawing/2014/main" id="{698B2957-1F8D-CEF0-92A5-D93C3DF26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19496" name="Text Box 123">
                <a:extLst>
                  <a:ext uri="{FF2B5EF4-FFF2-40B4-BE49-F238E27FC236}">
                    <a16:creationId xmlns:a16="http://schemas.microsoft.com/office/drawing/2014/main" id="{D2C4FA54-4232-6FE1-E850-30F580F9B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9497" name="Group 124">
                <a:extLst>
                  <a:ext uri="{FF2B5EF4-FFF2-40B4-BE49-F238E27FC236}">
                    <a16:creationId xmlns:a16="http://schemas.microsoft.com/office/drawing/2014/main" id="{70CB97B3-A428-91DD-47C2-6CDC4551DE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499" name="Line 125">
                  <a:extLst>
                    <a:ext uri="{FF2B5EF4-FFF2-40B4-BE49-F238E27FC236}">
                      <a16:creationId xmlns:a16="http://schemas.microsoft.com/office/drawing/2014/main" id="{9F312902-3059-F2CF-B8E1-199CDFD6B3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00" name="Text Box 126">
                  <a:extLst>
                    <a:ext uri="{FF2B5EF4-FFF2-40B4-BE49-F238E27FC236}">
                      <a16:creationId xmlns:a16="http://schemas.microsoft.com/office/drawing/2014/main" id="{04164730-A13E-5127-9125-F521E905F0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498" name="Line 127">
                <a:extLst>
                  <a:ext uri="{FF2B5EF4-FFF2-40B4-BE49-F238E27FC236}">
                    <a16:creationId xmlns:a16="http://schemas.microsoft.com/office/drawing/2014/main" id="{C355F438-6948-087F-5009-4FEFCF1AE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475" name="Line 128">
              <a:extLst>
                <a:ext uri="{FF2B5EF4-FFF2-40B4-BE49-F238E27FC236}">
                  <a16:creationId xmlns:a16="http://schemas.microsoft.com/office/drawing/2014/main" id="{255EFB54-AAF1-76F1-4EAB-CDBD47C41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76" name="Group 129">
              <a:extLst>
                <a:ext uri="{FF2B5EF4-FFF2-40B4-BE49-F238E27FC236}">
                  <a16:creationId xmlns:a16="http://schemas.microsoft.com/office/drawing/2014/main" id="{84746404-FE0E-F869-4742-FFB528F1F8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19491" name="Text Box 130">
                <a:extLst>
                  <a:ext uri="{FF2B5EF4-FFF2-40B4-BE49-F238E27FC236}">
                    <a16:creationId xmlns:a16="http://schemas.microsoft.com/office/drawing/2014/main" id="{A46AF055-B535-E4F2-99A9-9B97B74B63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492" name="Group 131">
                <a:extLst>
                  <a:ext uri="{FF2B5EF4-FFF2-40B4-BE49-F238E27FC236}">
                    <a16:creationId xmlns:a16="http://schemas.microsoft.com/office/drawing/2014/main" id="{FE57F4A7-CDC1-B1C1-19E5-6671CCE7E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494" name="Line 132">
                  <a:extLst>
                    <a:ext uri="{FF2B5EF4-FFF2-40B4-BE49-F238E27FC236}">
                      <a16:creationId xmlns:a16="http://schemas.microsoft.com/office/drawing/2014/main" id="{EBD5AA3F-6DA5-33BF-B407-E97E59764B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95" name="Text Box 133">
                  <a:extLst>
                    <a:ext uri="{FF2B5EF4-FFF2-40B4-BE49-F238E27FC236}">
                      <a16:creationId xmlns:a16="http://schemas.microsoft.com/office/drawing/2014/main" id="{3DF7511D-9576-22F6-40EE-C4383FDD4C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493" name="Line 134">
                <a:extLst>
                  <a:ext uri="{FF2B5EF4-FFF2-40B4-BE49-F238E27FC236}">
                    <a16:creationId xmlns:a16="http://schemas.microsoft.com/office/drawing/2014/main" id="{4363B6BF-E550-25BA-3307-A40E87C17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77" name="Group 135">
              <a:extLst>
                <a:ext uri="{FF2B5EF4-FFF2-40B4-BE49-F238E27FC236}">
                  <a16:creationId xmlns:a16="http://schemas.microsoft.com/office/drawing/2014/main" id="{6740DFC0-9ECD-2521-021D-E8CF9C25C1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19486" name="Text Box 136">
                <a:extLst>
                  <a:ext uri="{FF2B5EF4-FFF2-40B4-BE49-F238E27FC236}">
                    <a16:creationId xmlns:a16="http://schemas.microsoft.com/office/drawing/2014/main" id="{CE6BED98-741E-5F6B-B761-82A372B092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9487" name="Group 137">
                <a:extLst>
                  <a:ext uri="{FF2B5EF4-FFF2-40B4-BE49-F238E27FC236}">
                    <a16:creationId xmlns:a16="http://schemas.microsoft.com/office/drawing/2014/main" id="{C14B1B3B-AE89-7F88-C29B-FFC19E5DA1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19489" name="Line 138">
                  <a:extLst>
                    <a:ext uri="{FF2B5EF4-FFF2-40B4-BE49-F238E27FC236}">
                      <a16:creationId xmlns:a16="http://schemas.microsoft.com/office/drawing/2014/main" id="{AF300712-CEAE-0437-0750-2C3BDB00E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90" name="Text Box 139">
                  <a:extLst>
                    <a:ext uri="{FF2B5EF4-FFF2-40B4-BE49-F238E27FC236}">
                      <a16:creationId xmlns:a16="http://schemas.microsoft.com/office/drawing/2014/main" id="{B4338DCB-9D84-C258-F91D-5FA480B331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9488" name="Line 140">
                <a:extLst>
                  <a:ext uri="{FF2B5EF4-FFF2-40B4-BE49-F238E27FC236}">
                    <a16:creationId xmlns:a16="http://schemas.microsoft.com/office/drawing/2014/main" id="{6C022777-21FD-6BC0-D51A-FC2EAFBE3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478" name="Line 141">
              <a:extLst>
                <a:ext uri="{FF2B5EF4-FFF2-40B4-BE49-F238E27FC236}">
                  <a16:creationId xmlns:a16="http://schemas.microsoft.com/office/drawing/2014/main" id="{10FCA3E2-5D33-143C-59FC-0711263A9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Freeform 142">
              <a:extLst>
                <a:ext uri="{FF2B5EF4-FFF2-40B4-BE49-F238E27FC236}">
                  <a16:creationId xmlns:a16="http://schemas.microsoft.com/office/drawing/2014/main" id="{25433CE8-8201-4727-C614-1C26D3403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80" name="Group 143">
              <a:extLst>
                <a:ext uri="{FF2B5EF4-FFF2-40B4-BE49-F238E27FC236}">
                  <a16:creationId xmlns:a16="http://schemas.microsoft.com/office/drawing/2014/main" id="{3FCE5E4A-6AD4-5956-9300-C739784E1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19481" name="Text Box 144">
                <a:extLst>
                  <a:ext uri="{FF2B5EF4-FFF2-40B4-BE49-F238E27FC236}">
                    <a16:creationId xmlns:a16="http://schemas.microsoft.com/office/drawing/2014/main" id="{18C561F2-A5F8-2F63-4896-A17860D3E8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482" name="Group 145">
                <a:extLst>
                  <a:ext uri="{FF2B5EF4-FFF2-40B4-BE49-F238E27FC236}">
                    <a16:creationId xmlns:a16="http://schemas.microsoft.com/office/drawing/2014/main" id="{2B2BE9C9-4FCE-AA10-D2F4-5F9D513C8E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484" name="Line 146">
                  <a:extLst>
                    <a:ext uri="{FF2B5EF4-FFF2-40B4-BE49-F238E27FC236}">
                      <a16:creationId xmlns:a16="http://schemas.microsoft.com/office/drawing/2014/main" id="{573016DC-7F3B-0B40-2DC6-78E3C2EB28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85" name="Text Box 147">
                  <a:extLst>
                    <a:ext uri="{FF2B5EF4-FFF2-40B4-BE49-F238E27FC236}">
                      <a16:creationId xmlns:a16="http://schemas.microsoft.com/office/drawing/2014/main" id="{F870FAB3-D6AC-8042-AE00-B9C586BE98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483" name="Line 148">
                <a:extLst>
                  <a:ext uri="{FF2B5EF4-FFF2-40B4-BE49-F238E27FC236}">
                    <a16:creationId xmlns:a16="http://schemas.microsoft.com/office/drawing/2014/main" id="{114C7411-4843-6A07-8C97-EC8635314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81109" name="Rectangle 149">
            <a:extLst>
              <a:ext uri="{FF2B5EF4-FFF2-40B4-BE49-F238E27FC236}">
                <a16:creationId xmlns:a16="http://schemas.microsoft.com/office/drawing/2014/main" id="{81E9E3C6-D137-D51C-2174-7D9020A68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35814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原始状态图和最简状态图比较</a:t>
            </a:r>
          </a:p>
        </p:txBody>
      </p:sp>
      <p:sp>
        <p:nvSpPr>
          <p:cNvPr id="681110" name="Rectangle 150">
            <a:extLst>
              <a:ext uri="{FF2B5EF4-FFF2-40B4-BE49-F238E27FC236}">
                <a16:creationId xmlns:a16="http://schemas.microsoft.com/office/drawing/2014/main" id="{5BB91013-A6FE-FFB2-E8AD-1428B134B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419600"/>
            <a:ext cx="19018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{a,b,d,f }</a:t>
            </a:r>
          </a:p>
        </p:txBody>
      </p:sp>
      <p:sp>
        <p:nvSpPr>
          <p:cNvPr id="681111" name="Rectangle 151">
            <a:extLst>
              <a:ext uri="{FF2B5EF4-FFF2-40B4-BE49-F238E27FC236}">
                <a16:creationId xmlns:a16="http://schemas.microsoft.com/office/drawing/2014/main" id="{0CEF009E-7BDB-AD94-C4B9-0390F95DF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876800"/>
            <a:ext cx="15525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{ c,e }</a:t>
            </a:r>
          </a:p>
        </p:txBody>
      </p:sp>
      <p:sp>
        <p:nvSpPr>
          <p:cNvPr id="681112" name="Rectangle 152">
            <a:extLst>
              <a:ext uri="{FF2B5EF4-FFF2-40B4-BE49-F238E27FC236}">
                <a16:creationId xmlns:a16="http://schemas.microsoft.com/office/drawing/2014/main" id="{5025A7C5-8F16-0F85-20A9-81FF346E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34000"/>
            <a:ext cx="1358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 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{ g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8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1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1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1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1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1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110" grpId="0" autoUpdateAnimBg="0"/>
      <p:bldP spid="681111" grpId="0" autoUpdateAnimBg="0"/>
      <p:bldP spid="6811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9" name="Rectangle 3">
            <a:extLst>
              <a:ext uri="{FF2B5EF4-FFF2-40B4-BE49-F238E27FC236}">
                <a16:creationId xmlns:a16="http://schemas.microsoft.com/office/drawing/2014/main" id="{EC359C8D-573C-FDD2-EDE5-BBB90EA62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第四步：状态分配：给简化后的状态用一个二进制数来编码。</a:t>
            </a:r>
          </a:p>
          <a:p>
            <a:pPr marL="1216025" lvl="1" indent="-457200" eaLnBrk="1" hangingPunct="1">
              <a:defRPr/>
            </a:pPr>
            <a:r>
              <a:rPr lang="zh-CN" altLang="en-US" dirty="0"/>
              <a:t>对所确定的状态</a:t>
            </a:r>
            <a:r>
              <a:rPr lang="en-US" altLang="zh-CN" b="1" dirty="0"/>
              <a:t>S</a:t>
            </a:r>
            <a:r>
              <a:rPr lang="en-US" altLang="zh-CN" b="1" baseline="-25000" dirty="0"/>
              <a:t>1</a:t>
            </a:r>
            <a:r>
              <a:rPr lang="en-US" altLang="zh-CN" dirty="0"/>
              <a:t> </a:t>
            </a:r>
            <a:r>
              <a:rPr lang="en-US" altLang="zh-CN" b="1" dirty="0"/>
              <a:t>S</a:t>
            </a:r>
            <a:r>
              <a:rPr lang="en-US" altLang="zh-CN" b="1" baseline="-25000" dirty="0"/>
              <a:t>2</a:t>
            </a:r>
            <a:r>
              <a:rPr lang="en-US" altLang="zh-CN" dirty="0"/>
              <a:t> </a:t>
            </a:r>
            <a:r>
              <a:rPr lang="en-US" altLang="zh-CN" b="1" dirty="0"/>
              <a:t>S</a:t>
            </a:r>
            <a:r>
              <a:rPr lang="en-US" altLang="zh-CN" b="1" baseline="-25000" dirty="0"/>
              <a:t>3 </a:t>
            </a:r>
            <a:r>
              <a:rPr lang="zh-CN" altLang="en-US" b="1" dirty="0"/>
              <a:t>给出二进制编码</a:t>
            </a:r>
            <a:r>
              <a:rPr lang="zh-CN" altLang="en-US" dirty="0"/>
              <a:t> 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84C4ECB0-DE88-BE4A-419B-3C4F03A7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DAC525B5-4223-4583-9F5C-E19C4C5A3E2F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15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A12D292E-BF96-09CC-96B7-695CB16A2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551945" name="Rectangle 9">
            <a:extLst>
              <a:ext uri="{FF2B5EF4-FFF2-40B4-BE49-F238E27FC236}">
                <a16:creationId xmlns:a16="http://schemas.microsoft.com/office/drawing/2014/main" id="{F4CE01D3-9289-3BAA-9153-DAC7D35C7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03550"/>
            <a:ext cx="7391400" cy="11874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85763" indent="-385763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同步时序电路的状态是通过触发器实现的，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种状态至少需要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个触发器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y1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y2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两个触发器的输出</a:t>
            </a: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Q1</a:t>
            </a: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共有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种组合：</a:t>
            </a:r>
          </a:p>
        </p:txBody>
      </p:sp>
      <p:sp>
        <p:nvSpPr>
          <p:cNvPr id="551946" name="Rectangle 10">
            <a:extLst>
              <a:ext uri="{FF2B5EF4-FFF2-40B4-BE49-F238E27FC236}">
                <a16:creationId xmlns:a16="http://schemas.microsoft.com/office/drawing/2014/main" id="{C685F230-5B9F-895B-EBE2-77995ED9A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4764088"/>
            <a:ext cx="8056884" cy="12372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要将这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种编码分配给三个状态。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问题：究竟选用什么样的编码方案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编码方案的不同可能会影响到所设计电路的经济性</a:t>
            </a:r>
          </a:p>
        </p:txBody>
      </p:sp>
      <p:grpSp>
        <p:nvGrpSpPr>
          <p:cNvPr id="63495" name="组合 5">
            <a:extLst>
              <a:ext uri="{FF2B5EF4-FFF2-40B4-BE49-F238E27FC236}">
                <a16:creationId xmlns:a16="http://schemas.microsoft.com/office/drawing/2014/main" id="{FA0AC4EF-7D7C-3C41-1CA8-6C5D922DC363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4087813"/>
            <a:ext cx="6186488" cy="633412"/>
            <a:chOff x="1691679" y="4210754"/>
            <a:chExt cx="6187120" cy="634048"/>
          </a:xfrm>
        </p:grpSpPr>
        <p:sp>
          <p:nvSpPr>
            <p:cNvPr id="20488" name="文本框 2">
              <a:extLst>
                <a:ext uri="{FF2B5EF4-FFF2-40B4-BE49-F238E27FC236}">
                  <a16:creationId xmlns:a16="http://schemas.microsoft.com/office/drawing/2014/main" id="{CAA327D0-82EE-8893-ABA5-0B9727BBC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79" y="4365104"/>
              <a:ext cx="4989487" cy="400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00</a:t>
              </a:r>
              <a:r>
                <a:rPr lang="zh-CN" altLang="en-US" sz="2000"/>
                <a:t>      </a:t>
              </a:r>
              <a:r>
                <a:rPr lang="en-US" altLang="zh-CN" sz="2000"/>
                <a:t>                10                      11</a:t>
              </a:r>
              <a:endParaRPr lang="zh-CN" altLang="en-US" sz="2000"/>
            </a:p>
          </p:txBody>
        </p:sp>
        <p:sp>
          <p:nvSpPr>
            <p:cNvPr id="20489" name="文本框 3">
              <a:extLst>
                <a:ext uri="{FF2B5EF4-FFF2-40B4-BE49-F238E27FC236}">
                  <a16:creationId xmlns:a16="http://schemas.microsoft.com/office/drawing/2014/main" id="{13107F59-22EC-977C-4C8B-2E0349252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979712" y="4239508"/>
              <a:ext cx="1886721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— —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（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r>
                <a:rPr lang="zh-CN" altLang="en-US" sz="2000"/>
                <a:t>）  </a:t>
              </a:r>
              <a:endParaRPr lang="en-US" altLang="zh-CN" sz="2000"/>
            </a:p>
          </p:txBody>
        </p:sp>
        <p:sp>
          <p:nvSpPr>
            <p:cNvPr id="20490" name="矩形 4">
              <a:extLst>
                <a:ext uri="{FF2B5EF4-FFF2-40B4-BE49-F238E27FC236}">
                  <a16:creationId xmlns:a16="http://schemas.microsoft.com/office/drawing/2014/main" id="{2CE876E7-6986-20B6-A7CE-BF25A6F2A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911" y="4210754"/>
              <a:ext cx="1819201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—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（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r>
                <a:rPr lang="zh-CN" altLang="en-US" sz="2000"/>
                <a:t>）</a:t>
              </a:r>
              <a:endParaRPr lang="en-US" altLang="zh-CN" sz="2000"/>
            </a:p>
          </p:txBody>
        </p:sp>
        <p:sp>
          <p:nvSpPr>
            <p:cNvPr id="20491" name="矩形 15">
              <a:extLst>
                <a:ext uri="{FF2B5EF4-FFF2-40B4-BE49-F238E27FC236}">
                  <a16:creationId xmlns:a16="http://schemas.microsoft.com/office/drawing/2014/main" id="{C0369EB6-668A-F308-9EB9-BB13575D5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9598" y="4216268"/>
              <a:ext cx="1819201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（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r>
                <a:rPr lang="zh-CN" altLang="en-US" sz="2000"/>
                <a:t>）</a:t>
              </a:r>
              <a:endParaRPr lang="en-US" altLang="zh-CN" sz="20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5" grpId="0" autoUpdateAnimBg="0"/>
      <p:bldP spid="55194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5">
            <a:extLst>
              <a:ext uri="{FF2B5EF4-FFF2-40B4-BE49-F238E27FC236}">
                <a16:creationId xmlns:a16="http://schemas.microsoft.com/office/drawing/2014/main" id="{1A55070E-A532-C12E-2D22-1A07A8BF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C2E0B659-2A5D-46DC-9872-21376AD09388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16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22074582-19FA-7883-8685-92EC1B710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88C32802-2A2A-D53F-0B5B-6523AFB24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8153400" cy="5181600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第四步：状态分配：给简化后的状态用一个二进制数来编码。</a:t>
            </a:r>
          </a:p>
          <a:p>
            <a:pPr marL="1216025" lvl="1" indent="-457200" eaLnBrk="1" hangingPunct="1">
              <a:defRPr/>
            </a:pPr>
            <a:endParaRPr lang="en-US" altLang="zh-CN" dirty="0"/>
          </a:p>
        </p:txBody>
      </p:sp>
      <p:sp>
        <p:nvSpPr>
          <p:cNvPr id="552964" name="Rectangle 4">
            <a:extLst>
              <a:ext uri="{FF2B5EF4-FFF2-40B4-BE49-F238E27FC236}">
                <a16:creationId xmlns:a16="http://schemas.microsoft.com/office/drawing/2014/main" id="{A654B7E4-9F29-C707-E61F-D47CA69D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05000"/>
            <a:ext cx="7924800" cy="7493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假定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2400" b="1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3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11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可以画出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110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序列检测器的组成框图。</a:t>
            </a:r>
          </a:p>
        </p:txBody>
      </p:sp>
      <p:grpSp>
        <p:nvGrpSpPr>
          <p:cNvPr id="22534" name="组合 1">
            <a:extLst>
              <a:ext uri="{FF2B5EF4-FFF2-40B4-BE49-F238E27FC236}">
                <a16:creationId xmlns:a16="http://schemas.microsoft.com/office/drawing/2014/main" id="{923382CF-8AB0-4403-4179-6B86B32AD8DE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819400"/>
            <a:ext cx="6781800" cy="3825875"/>
            <a:chOff x="990600" y="2819400"/>
            <a:chExt cx="6781800" cy="3825195"/>
          </a:xfrm>
        </p:grpSpPr>
        <p:grpSp>
          <p:nvGrpSpPr>
            <p:cNvPr id="22535" name="Group 76">
              <a:extLst>
                <a:ext uri="{FF2B5EF4-FFF2-40B4-BE49-F238E27FC236}">
                  <a16:creationId xmlns:a16="http://schemas.microsoft.com/office/drawing/2014/main" id="{8FE90A14-DC23-419C-04AF-462310045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0600" y="2819400"/>
              <a:ext cx="6781800" cy="3810000"/>
              <a:chOff x="624" y="1776"/>
              <a:chExt cx="4272" cy="2400"/>
            </a:xfrm>
          </p:grpSpPr>
          <p:sp>
            <p:nvSpPr>
              <p:cNvPr id="22540" name="Rectangle 19">
                <a:extLst>
                  <a:ext uri="{FF2B5EF4-FFF2-40B4-BE49-F238E27FC236}">
                    <a16:creationId xmlns:a16="http://schemas.microsoft.com/office/drawing/2014/main" id="{EB117AC3-E44C-A691-F3DD-030E8487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624" cy="7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2980" name="Text Box 20">
                <a:extLst>
                  <a:ext uri="{FF2B5EF4-FFF2-40B4-BE49-F238E27FC236}">
                    <a16:creationId xmlns:a16="http://schemas.microsoft.com/office/drawing/2014/main" id="{13F76363-105F-E975-9C9A-1A17F2D4C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920"/>
                <a:ext cx="624" cy="51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组合逻辑</a:t>
                </a:r>
              </a:p>
            </p:txBody>
          </p:sp>
          <p:sp>
            <p:nvSpPr>
              <p:cNvPr id="22542" name="Line 21">
                <a:extLst>
                  <a:ext uri="{FF2B5EF4-FFF2-40B4-BE49-F238E27FC236}">
                    <a16:creationId xmlns:a16="http://schemas.microsoft.com/office/drawing/2014/main" id="{FA1016A3-93D2-39BC-AC3B-EB540CCCC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235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3" name="Line 22">
                <a:extLst>
                  <a:ext uri="{FF2B5EF4-FFF2-40B4-BE49-F238E27FC236}">
                    <a16:creationId xmlns:a16="http://schemas.microsoft.com/office/drawing/2014/main" id="{85D357AE-31D2-C7E9-8443-1CF20F72B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35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4" name="Line 37">
                <a:extLst>
                  <a:ext uri="{FF2B5EF4-FFF2-40B4-BE49-F238E27FC236}">
                    <a16:creationId xmlns:a16="http://schemas.microsoft.com/office/drawing/2014/main" id="{4E16A457-87B8-F59A-5D81-5818498AC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2928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5" name="Line 38">
                <a:extLst>
                  <a:ext uri="{FF2B5EF4-FFF2-40B4-BE49-F238E27FC236}">
                    <a16:creationId xmlns:a16="http://schemas.microsoft.com/office/drawing/2014/main" id="{A21AF264-ACCF-C8EA-F5AF-14E2477BE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31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6" name="Line 39">
                <a:extLst>
                  <a:ext uri="{FF2B5EF4-FFF2-40B4-BE49-F238E27FC236}">
                    <a16:creationId xmlns:a16="http://schemas.microsoft.com/office/drawing/2014/main" id="{3F1D31A9-3DBC-C28E-438D-EFC5388D9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256"/>
                <a:ext cx="0" cy="10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7" name="Line 40">
                <a:extLst>
                  <a:ext uri="{FF2B5EF4-FFF2-40B4-BE49-F238E27FC236}">
                    <a16:creationId xmlns:a16="http://schemas.microsoft.com/office/drawing/2014/main" id="{4C0EE396-9B8C-AF84-D309-61E0DB805E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2256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8" name="Line 41">
                <a:extLst>
                  <a:ext uri="{FF2B5EF4-FFF2-40B4-BE49-F238E27FC236}">
                    <a16:creationId xmlns:a16="http://schemas.microsoft.com/office/drawing/2014/main" id="{707C4BAD-BA06-55FA-D4A0-5AD44DF33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3648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9" name="Line 42">
                <a:extLst>
                  <a:ext uri="{FF2B5EF4-FFF2-40B4-BE49-F238E27FC236}">
                    <a16:creationId xmlns:a16="http://schemas.microsoft.com/office/drawing/2014/main" id="{F649F9F5-3AD7-64DC-651E-8E2A232AF2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2160"/>
                <a:ext cx="0" cy="14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0" name="Line 43">
                <a:extLst>
                  <a:ext uri="{FF2B5EF4-FFF2-40B4-BE49-F238E27FC236}">
                    <a16:creationId xmlns:a16="http://schemas.microsoft.com/office/drawing/2014/main" id="{B295751F-EC2B-C2E3-0FCD-338E5ECC7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2160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1" name="Line 44">
                <a:extLst>
                  <a:ext uri="{FF2B5EF4-FFF2-40B4-BE49-F238E27FC236}">
                    <a16:creationId xmlns:a16="http://schemas.microsoft.com/office/drawing/2014/main" id="{3F25E420-3305-9C3D-24A0-58E593DF8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8" y="4032"/>
                <a:ext cx="6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2" name="Line 45">
                <a:extLst>
                  <a:ext uri="{FF2B5EF4-FFF2-40B4-BE49-F238E27FC236}">
                    <a16:creationId xmlns:a16="http://schemas.microsoft.com/office/drawing/2014/main" id="{AC802CAE-F9AE-E381-0D71-687792FEAD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064"/>
                <a:ext cx="0" cy="1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3" name="Line 46">
                <a:extLst>
                  <a:ext uri="{FF2B5EF4-FFF2-40B4-BE49-F238E27FC236}">
                    <a16:creationId xmlns:a16="http://schemas.microsoft.com/office/drawing/2014/main" id="{F40DB260-63D3-0B66-DFF2-5AA9354205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8" y="2064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4" name="Line 47">
                <a:extLst>
                  <a:ext uri="{FF2B5EF4-FFF2-40B4-BE49-F238E27FC236}">
                    <a16:creationId xmlns:a16="http://schemas.microsoft.com/office/drawing/2014/main" id="{335F6C0B-4AB9-6EC6-7E89-666099853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4" y="1920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5" name="Line 48">
                <a:extLst>
                  <a:ext uri="{FF2B5EF4-FFF2-40B4-BE49-F238E27FC236}">
                    <a16:creationId xmlns:a16="http://schemas.microsoft.com/office/drawing/2014/main" id="{F236B13B-D026-F03C-323A-0F5BAC477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1920"/>
                <a:ext cx="17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6" name="Line 50">
                <a:extLst>
                  <a:ext uri="{FF2B5EF4-FFF2-40B4-BE49-F238E27FC236}">
                    <a16:creationId xmlns:a16="http://schemas.microsoft.com/office/drawing/2014/main" id="{097C5EAE-27E6-85BE-1306-012302A96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400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7" name="Line 51">
                <a:extLst>
                  <a:ext uri="{FF2B5EF4-FFF2-40B4-BE49-F238E27FC236}">
                    <a16:creationId xmlns:a16="http://schemas.microsoft.com/office/drawing/2014/main" id="{FDE76C8E-4E79-3E46-231D-39FBBFAF1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4" y="2928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8" name="Line 52">
                <a:extLst>
                  <a:ext uri="{FF2B5EF4-FFF2-40B4-BE49-F238E27FC236}">
                    <a16:creationId xmlns:a16="http://schemas.microsoft.com/office/drawing/2014/main" id="{E6F637B0-3128-CF92-0129-949BEEAA4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400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9" name="Line 55">
                <a:extLst>
                  <a:ext uri="{FF2B5EF4-FFF2-40B4-BE49-F238E27FC236}">
                    <a16:creationId xmlns:a16="http://schemas.microsoft.com/office/drawing/2014/main" id="{E7D20BD3-264F-350A-F4AA-CCCC0DEC2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208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0" name="Line 56">
                <a:extLst>
                  <a:ext uri="{FF2B5EF4-FFF2-40B4-BE49-F238E27FC236}">
                    <a16:creationId xmlns:a16="http://schemas.microsoft.com/office/drawing/2014/main" id="{170FFF42-7FE2-4339-B614-1DDD2FF2C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208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1" name="Line 57">
                <a:extLst>
                  <a:ext uri="{FF2B5EF4-FFF2-40B4-BE49-F238E27FC236}">
                    <a16:creationId xmlns:a16="http://schemas.microsoft.com/office/drawing/2014/main" id="{5A440E2A-3B7E-438E-0AFE-883FD0B4C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8" y="364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2" name="Line 61">
                <a:extLst>
                  <a:ext uri="{FF2B5EF4-FFF2-40B4-BE49-F238E27FC236}">
                    <a16:creationId xmlns:a16="http://schemas.microsoft.com/office/drawing/2014/main" id="{EA08DDA6-0424-DB12-6B0D-09C918059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120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3" name="Line 62">
                <a:extLst>
                  <a:ext uri="{FF2B5EF4-FFF2-40B4-BE49-F238E27FC236}">
                    <a16:creationId xmlns:a16="http://schemas.microsoft.com/office/drawing/2014/main" id="{B3A611A8-EA71-06C5-C908-20F87600EB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840"/>
                <a:ext cx="17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4" name="Oval 63">
                <a:extLst>
                  <a:ext uri="{FF2B5EF4-FFF2-40B4-BE49-F238E27FC236}">
                    <a16:creationId xmlns:a16="http://schemas.microsoft.com/office/drawing/2014/main" id="{FB367144-1956-1615-825D-DD3BB2DA6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024" name="Text Box 64">
                <a:extLst>
                  <a:ext uri="{FF2B5EF4-FFF2-40B4-BE49-F238E27FC236}">
                    <a16:creationId xmlns:a16="http://schemas.microsoft.com/office/drawing/2014/main" id="{93F76A90-B004-7C5C-A1C3-091C8EFD5E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3600"/>
                <a:ext cx="52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553025" name="Text Box 65">
                <a:extLst>
                  <a:ext uri="{FF2B5EF4-FFF2-40B4-BE49-F238E27FC236}">
                    <a16:creationId xmlns:a16="http://schemas.microsoft.com/office/drawing/2014/main" id="{EADBD378-2082-A814-33D3-C225B709D0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52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553026" name="Text Box 66">
                <a:extLst>
                  <a:ext uri="{FF2B5EF4-FFF2-40B4-BE49-F238E27FC236}">
                    <a16:creationId xmlns:a16="http://schemas.microsoft.com/office/drawing/2014/main" id="{0FEE9408-4AC1-B9EF-124E-897073602B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1776"/>
                <a:ext cx="52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Z</a:t>
                </a:r>
              </a:p>
            </p:txBody>
          </p:sp>
          <p:grpSp>
            <p:nvGrpSpPr>
              <p:cNvPr id="22568" name="Group 75">
                <a:extLst>
                  <a:ext uri="{FF2B5EF4-FFF2-40B4-BE49-F238E27FC236}">
                    <a16:creationId xmlns:a16="http://schemas.microsoft.com/office/drawing/2014/main" id="{5263BDCC-7E00-50E2-5718-4549B57330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2688"/>
                <a:ext cx="1381" cy="1488"/>
                <a:chOff x="3851" y="2688"/>
                <a:chExt cx="1381" cy="1488"/>
              </a:xfrm>
            </p:grpSpPr>
            <p:sp>
              <p:nvSpPr>
                <p:cNvPr id="22569" name="Line 15">
                  <a:extLst>
                    <a:ext uri="{FF2B5EF4-FFF2-40B4-BE49-F238E27FC236}">
                      <a16:creationId xmlns:a16="http://schemas.microsoft.com/office/drawing/2014/main" id="{B9A07BE5-7857-23B6-D915-608925A7E7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52" y="3120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0" name="Line 17">
                  <a:extLst>
                    <a:ext uri="{FF2B5EF4-FFF2-40B4-BE49-F238E27FC236}">
                      <a16:creationId xmlns:a16="http://schemas.microsoft.com/office/drawing/2014/main" id="{26912ED2-9BC2-D79F-1AB3-46AF9BB4F9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928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1" name="Line 33">
                  <a:extLst>
                    <a:ext uri="{FF2B5EF4-FFF2-40B4-BE49-F238E27FC236}">
                      <a16:creationId xmlns:a16="http://schemas.microsoft.com/office/drawing/2014/main" id="{974AC049-D6C4-DAB0-8CAC-6F29A3B20F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52" y="3840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2" name="Line 35">
                  <a:extLst>
                    <a:ext uri="{FF2B5EF4-FFF2-40B4-BE49-F238E27FC236}">
                      <a16:creationId xmlns:a16="http://schemas.microsoft.com/office/drawing/2014/main" id="{8E4A632D-9F48-2301-92D2-22A546C196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3648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573" name="Group 73">
                  <a:extLst>
                    <a:ext uri="{FF2B5EF4-FFF2-40B4-BE49-F238E27FC236}">
                      <a16:creationId xmlns:a16="http://schemas.microsoft.com/office/drawing/2014/main" id="{4E8059AC-FF39-BD24-A240-9E130E2441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1" y="2688"/>
                  <a:ext cx="1381" cy="1488"/>
                  <a:chOff x="1680" y="2688"/>
                  <a:chExt cx="1381" cy="1488"/>
                </a:xfrm>
              </p:grpSpPr>
              <p:sp>
                <p:nvSpPr>
                  <p:cNvPr id="22574" name="Rectangle 6">
                    <a:extLst>
                      <a:ext uri="{FF2B5EF4-FFF2-40B4-BE49-F238E27FC236}">
                        <a16:creationId xmlns:a16="http://schemas.microsoft.com/office/drawing/2014/main" id="{C9BA73CB-C07E-68B6-A42A-C1CC14149E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0" y="2832"/>
                    <a:ext cx="632" cy="6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5" name="Line 7">
                    <a:extLst>
                      <a:ext uri="{FF2B5EF4-FFF2-40B4-BE49-F238E27FC236}">
                        <a16:creationId xmlns:a16="http://schemas.microsoft.com/office/drawing/2014/main" id="{3B04CB73-3771-3BED-B94C-7961696B11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3135"/>
                    <a:ext cx="84" cy="3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76" name="Line 8">
                    <a:extLst>
                      <a:ext uri="{FF2B5EF4-FFF2-40B4-BE49-F238E27FC236}">
                        <a16:creationId xmlns:a16="http://schemas.microsoft.com/office/drawing/2014/main" id="{47E1DE09-9B03-09CA-65A0-CCAC1ABAB29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92" y="3055"/>
                    <a:ext cx="84" cy="65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77" name="Text Box 9">
                    <a:extLst>
                      <a:ext uri="{FF2B5EF4-FFF2-40B4-BE49-F238E27FC236}">
                        <a16:creationId xmlns:a16="http://schemas.microsoft.com/office/drawing/2014/main" id="{FC4D6010-9861-4A59-BCC7-A51684D035B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6" y="2832"/>
                    <a:ext cx="211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578" name="Text Box 11">
                    <a:extLst>
                      <a:ext uri="{FF2B5EF4-FFF2-40B4-BE49-F238E27FC236}">
                        <a16:creationId xmlns:a16="http://schemas.microsoft.com/office/drawing/2014/main" id="{580BFFEB-2B91-81FB-5482-0CADBB48C8C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52" y="3024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CP</a:t>
                    </a:r>
                  </a:p>
                </p:txBody>
              </p:sp>
              <p:sp>
                <p:nvSpPr>
                  <p:cNvPr id="22579" name="Line 14">
                    <a:extLst>
                      <a:ext uri="{FF2B5EF4-FFF2-40B4-BE49-F238E27FC236}">
                        <a16:creationId xmlns:a16="http://schemas.microsoft.com/office/drawing/2014/main" id="{1CF59EFE-BB9B-156D-A327-47DC018A60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2931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0" name="Line 16">
                    <a:extLst>
                      <a:ext uri="{FF2B5EF4-FFF2-40B4-BE49-F238E27FC236}">
                        <a16:creationId xmlns:a16="http://schemas.microsoft.com/office/drawing/2014/main" id="{8A3B796A-1014-9E98-08C0-A311C89EEC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3312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1" name="Rectangle 24">
                    <a:extLst>
                      <a:ext uri="{FF2B5EF4-FFF2-40B4-BE49-F238E27FC236}">
                        <a16:creationId xmlns:a16="http://schemas.microsoft.com/office/drawing/2014/main" id="{1CDF8B0E-3FCA-2D3D-335F-D9362BE3C2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0" y="3552"/>
                    <a:ext cx="632" cy="6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82" name="Line 25">
                    <a:extLst>
                      <a:ext uri="{FF2B5EF4-FFF2-40B4-BE49-F238E27FC236}">
                        <a16:creationId xmlns:a16="http://schemas.microsoft.com/office/drawing/2014/main" id="{F8332924-1DA6-88BF-71CB-3D93A3C7A4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3855"/>
                    <a:ext cx="84" cy="3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3" name="Line 26">
                    <a:extLst>
                      <a:ext uri="{FF2B5EF4-FFF2-40B4-BE49-F238E27FC236}">
                        <a16:creationId xmlns:a16="http://schemas.microsoft.com/office/drawing/2014/main" id="{3EA4BB78-A200-7EA6-1F14-AB32A69CBC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92" y="3775"/>
                    <a:ext cx="84" cy="65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4" name="Text Box 27">
                    <a:extLst>
                      <a:ext uri="{FF2B5EF4-FFF2-40B4-BE49-F238E27FC236}">
                        <a16:creationId xmlns:a16="http://schemas.microsoft.com/office/drawing/2014/main" id="{C6D39283-EAF6-8B67-015D-F9E4D60AD5E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6" y="3552"/>
                    <a:ext cx="211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585" name="Text Box 29">
                    <a:extLst>
                      <a:ext uri="{FF2B5EF4-FFF2-40B4-BE49-F238E27FC236}">
                        <a16:creationId xmlns:a16="http://schemas.microsoft.com/office/drawing/2014/main" id="{C1B4B4CA-731D-25DD-6759-80A68CB32F5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52" y="3744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CP</a:t>
                    </a:r>
                  </a:p>
                </p:txBody>
              </p:sp>
              <p:sp>
                <p:nvSpPr>
                  <p:cNvPr id="22586" name="Line 32">
                    <a:extLst>
                      <a:ext uri="{FF2B5EF4-FFF2-40B4-BE49-F238E27FC236}">
                        <a16:creationId xmlns:a16="http://schemas.microsoft.com/office/drawing/2014/main" id="{93BE8BC0-75FC-D509-4757-45E2BF2EFD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3651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7" name="Line 34">
                    <a:extLst>
                      <a:ext uri="{FF2B5EF4-FFF2-40B4-BE49-F238E27FC236}">
                        <a16:creationId xmlns:a16="http://schemas.microsoft.com/office/drawing/2014/main" id="{3013A65A-D235-FDEC-1CDE-86F6464A63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4032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8" name="Rectangle 67">
                    <a:extLst>
                      <a:ext uri="{FF2B5EF4-FFF2-40B4-BE49-F238E27FC236}">
                        <a16:creationId xmlns:a16="http://schemas.microsoft.com/office/drawing/2014/main" id="{6CAF46D9-914E-056E-2464-4CB03BA285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36" y="2688"/>
                    <a:ext cx="30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D1</a:t>
                    </a:r>
                  </a:p>
                </p:txBody>
              </p:sp>
              <p:sp>
                <p:nvSpPr>
                  <p:cNvPr id="22589" name="Rectangle 68">
                    <a:extLst>
                      <a:ext uri="{FF2B5EF4-FFF2-40B4-BE49-F238E27FC236}">
                        <a16:creationId xmlns:a16="http://schemas.microsoft.com/office/drawing/2014/main" id="{433B6C6E-6408-8D00-237C-DF2FD13FE6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36" y="3446"/>
                    <a:ext cx="32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D2</a:t>
                    </a:r>
                  </a:p>
                </p:txBody>
              </p:sp>
              <p:sp>
                <p:nvSpPr>
                  <p:cNvPr id="22590" name="Rectangle 71">
                    <a:extLst>
                      <a:ext uri="{FF2B5EF4-FFF2-40B4-BE49-F238E27FC236}">
                        <a16:creationId xmlns:a16="http://schemas.microsoft.com/office/drawing/2014/main" id="{70F5BA1D-4F32-52CE-2F8A-74AAC3BBD5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2688"/>
                    <a:ext cx="30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Q1</a:t>
                    </a:r>
                  </a:p>
                </p:txBody>
              </p:sp>
              <p:sp>
                <p:nvSpPr>
                  <p:cNvPr id="22591" name="Rectangle 72">
                    <a:extLst>
                      <a:ext uri="{FF2B5EF4-FFF2-40B4-BE49-F238E27FC236}">
                        <a16:creationId xmlns:a16="http://schemas.microsoft.com/office/drawing/2014/main" id="{29D0E701-C63B-B87F-70F2-E0B993111E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3408"/>
                    <a:ext cx="32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Georgia" panose="02040502050405020303" pitchFamily="18" charset="0"/>
                      </a:rPr>
                      <a:t>Q2</a:t>
                    </a:r>
                  </a:p>
                </p:txBody>
              </p:sp>
            </p:grpSp>
          </p:grpSp>
        </p:grpSp>
        <p:sp>
          <p:nvSpPr>
            <p:cNvPr id="22536" name="文本框 63">
              <a:extLst>
                <a:ext uri="{FF2B5EF4-FFF2-40B4-BE49-F238E27FC236}">
                  <a16:creationId xmlns:a16="http://schemas.microsoft.com/office/drawing/2014/main" id="{63BDC980-D284-360E-525D-8E4AF4122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17053" y="4874626"/>
              <a:ext cx="792719" cy="620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2537" name="文本框 64">
              <a:extLst>
                <a:ext uri="{FF2B5EF4-FFF2-40B4-BE49-F238E27FC236}">
                  <a16:creationId xmlns:a16="http://schemas.microsoft.com/office/drawing/2014/main" id="{EE13DBF9-F96C-4882-B994-5F796F2FD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54183" y="4604187"/>
              <a:ext cx="714761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2538" name="文本框 65">
              <a:extLst>
                <a:ext uri="{FF2B5EF4-FFF2-40B4-BE49-F238E27FC236}">
                  <a16:creationId xmlns:a16="http://schemas.microsoft.com/office/drawing/2014/main" id="{8F0D9EB7-5889-6F95-F298-7A810ABC9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149844" y="6023656"/>
              <a:ext cx="875811" cy="620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—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Q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2539" name="文本框 66">
              <a:extLst>
                <a:ext uri="{FF2B5EF4-FFF2-40B4-BE49-F238E27FC236}">
                  <a16:creationId xmlns:a16="http://schemas.microsoft.com/office/drawing/2014/main" id="{90109C95-6F5A-2702-1699-A8AC0566A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52788" y="5495565"/>
              <a:ext cx="731878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 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id="{B080966A-1182-695A-DCE7-B6821E60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C4A897B-BF0B-4EF1-817E-BA20877C735E}" type="slidenum">
              <a:rPr lang="en-US" altLang="zh-CN" sz="1000" smtClean="0"/>
              <a:pPr>
                <a:defRPr/>
              </a:pPr>
              <a:t>17</a:t>
            </a:fld>
            <a:endParaRPr lang="en-US" altLang="zh-CN" sz="1000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2CF073C2-260B-FBCF-6CF0-E12E5B3C5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C7409BEF-F330-7A8E-B3F0-245EF084C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第五步：求出激励函数和输出函数：根据选用的触发器激励表和电路的状态表，综合出电路中各个触发器的激励函数和电路的输出函数。</a:t>
            </a:r>
          </a:p>
        </p:txBody>
      </p:sp>
      <p:grpSp>
        <p:nvGrpSpPr>
          <p:cNvPr id="684036" name="Group 4">
            <a:extLst>
              <a:ext uri="{FF2B5EF4-FFF2-40B4-BE49-F238E27FC236}">
                <a16:creationId xmlns:a16="http://schemas.microsoft.com/office/drawing/2014/main" id="{CD0F545B-4732-0D7F-DAA7-BBF5E92EF80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648200"/>
            <a:ext cx="4114800" cy="1828800"/>
            <a:chOff x="1200" y="2736"/>
            <a:chExt cx="2592" cy="1152"/>
          </a:xfrm>
        </p:grpSpPr>
        <p:sp>
          <p:nvSpPr>
            <p:cNvPr id="24583" name="Rectangle 5">
              <a:extLst>
                <a:ext uri="{FF2B5EF4-FFF2-40B4-BE49-F238E27FC236}">
                  <a16:creationId xmlns:a16="http://schemas.microsoft.com/office/drawing/2014/main" id="{5E584C75-F556-0B7B-177A-755E49E60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2736"/>
              <a:ext cx="624" cy="1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4038" name="Text Box 6">
              <a:extLst>
                <a:ext uri="{FF2B5EF4-FFF2-40B4-BE49-F238E27FC236}">
                  <a16:creationId xmlns:a16="http://schemas.microsoft.com/office/drawing/2014/main" id="{F50DFCD3-9601-D041-200B-7378093CF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2880"/>
              <a:ext cx="624" cy="5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组合逻辑</a:t>
              </a:r>
            </a:p>
          </p:txBody>
        </p:sp>
        <p:sp>
          <p:nvSpPr>
            <p:cNvPr id="24585" name="Line 7">
              <a:extLst>
                <a:ext uri="{FF2B5EF4-FFF2-40B4-BE49-F238E27FC236}">
                  <a16:creationId xmlns:a16="http://schemas.microsoft.com/office/drawing/2014/main" id="{DAA226C5-99C3-97C5-2A1E-77F7593E9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74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4040" name="Text Box 8">
              <a:extLst>
                <a:ext uri="{FF2B5EF4-FFF2-40B4-BE49-F238E27FC236}">
                  <a16:creationId xmlns:a16="http://schemas.microsoft.com/office/drawing/2014/main" id="{FC467C80-8B4D-B0F1-28C2-D50C565B4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27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84041" name="Text Box 9">
              <a:extLst>
                <a:ext uri="{FF2B5EF4-FFF2-40B4-BE49-F238E27FC236}">
                  <a16:creationId xmlns:a16="http://schemas.microsoft.com/office/drawing/2014/main" id="{836CD126-E07E-3438-D773-28637A7DC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277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24588" name="Line 10">
              <a:extLst>
                <a:ext uri="{FF2B5EF4-FFF2-40B4-BE49-F238E27FC236}">
                  <a16:creationId xmlns:a16="http://schemas.microsoft.com/office/drawing/2014/main" id="{E95726E8-9D52-8F71-9994-4DF65CCA08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45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89" name="Line 11">
              <a:extLst>
                <a:ext uri="{FF2B5EF4-FFF2-40B4-BE49-F238E27FC236}">
                  <a16:creationId xmlns:a16="http://schemas.microsoft.com/office/drawing/2014/main" id="{0ADBEAE7-F796-EC66-F4E7-4F73D3C40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26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0" name="Line 12">
              <a:extLst>
                <a:ext uri="{FF2B5EF4-FFF2-40B4-BE49-F238E27FC236}">
                  <a16:creationId xmlns:a16="http://schemas.microsoft.com/office/drawing/2014/main" id="{CFC5BF95-B48F-EE62-79E0-48ED92665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02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1" name="Line 13">
              <a:extLst>
                <a:ext uri="{FF2B5EF4-FFF2-40B4-BE49-F238E27FC236}">
                  <a16:creationId xmlns:a16="http://schemas.microsoft.com/office/drawing/2014/main" id="{36A6D880-4A4A-2E42-1770-B7ADA5F01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2880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2" name="Line 14">
              <a:extLst>
                <a:ext uri="{FF2B5EF4-FFF2-40B4-BE49-F238E27FC236}">
                  <a16:creationId xmlns:a16="http://schemas.microsoft.com/office/drawing/2014/main" id="{6F5F7881-2007-B867-CC43-1018F36E3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4" y="3628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3" name="Line 15">
              <a:extLst>
                <a:ext uri="{FF2B5EF4-FFF2-40B4-BE49-F238E27FC236}">
                  <a16:creationId xmlns:a16="http://schemas.microsoft.com/office/drawing/2014/main" id="{1D960596-8A9B-0318-27E4-D1569C465C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4" y="324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4" name="Line 16">
              <a:extLst>
                <a:ext uri="{FF2B5EF4-FFF2-40B4-BE49-F238E27FC236}">
                  <a16:creationId xmlns:a16="http://schemas.microsoft.com/office/drawing/2014/main" id="{8C1912BC-A869-967F-F1DF-CF8C92820C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4" y="2918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5" name="Rectangle 17">
              <a:extLst>
                <a:ext uri="{FF2B5EF4-FFF2-40B4-BE49-F238E27FC236}">
                  <a16:creationId xmlns:a16="http://schemas.microsoft.com/office/drawing/2014/main" id="{9F693378-9D73-3CCA-6D52-58C80F719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3138"/>
              <a:ext cx="3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24596" name="Rectangle 18">
              <a:extLst>
                <a:ext uri="{FF2B5EF4-FFF2-40B4-BE49-F238E27FC236}">
                  <a16:creationId xmlns:a16="http://schemas.microsoft.com/office/drawing/2014/main" id="{CFD7CBC6-9E60-971A-0A28-F40FF7EDD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494"/>
              <a:ext cx="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D2</a:t>
              </a:r>
            </a:p>
          </p:txBody>
        </p:sp>
        <p:sp>
          <p:nvSpPr>
            <p:cNvPr id="24597" name="Rectangle 19">
              <a:extLst>
                <a:ext uri="{FF2B5EF4-FFF2-40B4-BE49-F238E27FC236}">
                  <a16:creationId xmlns:a16="http://schemas.microsoft.com/office/drawing/2014/main" id="{76D41012-5263-1CA3-287B-E5319421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" y="2918"/>
              <a:ext cx="3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Q1</a:t>
              </a:r>
            </a:p>
          </p:txBody>
        </p:sp>
        <p:sp>
          <p:nvSpPr>
            <p:cNvPr id="24598" name="Rectangle 20">
              <a:extLst>
                <a:ext uri="{FF2B5EF4-FFF2-40B4-BE49-F238E27FC236}">
                  <a16:creationId xmlns:a16="http://schemas.microsoft.com/office/drawing/2014/main" id="{EED9A0C2-75EA-D40E-3B90-7889383C5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50"/>
              <a:ext cx="3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Q2</a:t>
              </a:r>
            </a:p>
          </p:txBody>
        </p:sp>
        <p:grpSp>
          <p:nvGrpSpPr>
            <p:cNvPr id="24599" name="Group 21">
              <a:extLst>
                <a:ext uri="{FF2B5EF4-FFF2-40B4-BE49-F238E27FC236}">
                  <a16:creationId xmlns:a16="http://schemas.microsoft.com/office/drawing/2014/main" id="{498E638F-8B5A-84C1-59C4-749BBD03A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0" y="3168"/>
              <a:ext cx="304" cy="250"/>
              <a:chOff x="768" y="3254"/>
              <a:chExt cx="304" cy="250"/>
            </a:xfrm>
          </p:grpSpPr>
          <p:sp>
            <p:nvSpPr>
              <p:cNvPr id="24603" name="Rectangle 22">
                <a:extLst>
                  <a:ext uri="{FF2B5EF4-FFF2-40B4-BE49-F238E27FC236}">
                    <a16:creationId xmlns:a16="http://schemas.microsoft.com/office/drawing/2014/main" id="{9190CEBB-93B9-763D-F86A-3A98A0033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Georgia" panose="02040502050405020303" pitchFamily="18" charset="0"/>
                  </a:rPr>
                  <a:t>Q1</a:t>
                </a:r>
              </a:p>
            </p:txBody>
          </p:sp>
          <p:sp>
            <p:nvSpPr>
              <p:cNvPr id="24604" name="Line 23">
                <a:extLst>
                  <a:ext uri="{FF2B5EF4-FFF2-40B4-BE49-F238E27FC236}">
                    <a16:creationId xmlns:a16="http://schemas.microsoft.com/office/drawing/2014/main" id="{27EAEBB6-6EDB-8602-FBC2-12B87E986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600" name="Group 24">
              <a:extLst>
                <a:ext uri="{FF2B5EF4-FFF2-40B4-BE49-F238E27FC236}">
                  <a16:creationId xmlns:a16="http://schemas.microsoft.com/office/drawing/2014/main" id="{75EC4B3F-FD03-CA44-3924-D6F8F3A4A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0" y="3590"/>
              <a:ext cx="324" cy="250"/>
              <a:chOff x="768" y="3254"/>
              <a:chExt cx="324" cy="250"/>
            </a:xfrm>
          </p:grpSpPr>
          <p:sp>
            <p:nvSpPr>
              <p:cNvPr id="24601" name="Rectangle 25">
                <a:extLst>
                  <a:ext uri="{FF2B5EF4-FFF2-40B4-BE49-F238E27FC236}">
                    <a16:creationId xmlns:a16="http://schemas.microsoft.com/office/drawing/2014/main" id="{D9A9AFFB-3927-6C29-971A-51377C7EC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Georgia" panose="02040502050405020303" pitchFamily="18" charset="0"/>
                  </a:rPr>
                  <a:t>Q2</a:t>
                </a:r>
              </a:p>
            </p:txBody>
          </p:sp>
          <p:sp>
            <p:nvSpPr>
              <p:cNvPr id="24602" name="Line 26">
                <a:extLst>
                  <a:ext uri="{FF2B5EF4-FFF2-40B4-BE49-F238E27FC236}">
                    <a16:creationId xmlns:a16="http://schemas.microsoft.com/office/drawing/2014/main" id="{C7F27D81-3C65-8AA8-1494-5FDDA9629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84059" name="Rectangle 27">
            <a:extLst>
              <a:ext uri="{FF2B5EF4-FFF2-40B4-BE49-F238E27FC236}">
                <a16:creationId xmlns:a16="http://schemas.microsoft.com/office/drawing/2014/main" id="{98DB3C30-D423-08F1-139B-9EADB1581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95600"/>
            <a:ext cx="7772400" cy="1552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为了确定输出函数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Z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和激励函数（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和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的表达式），需要利用编码状态给定现态和次态，并利用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触发器的激励表，找出输入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X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现态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Q1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Q2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与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的真值关系。设计一个组合逻辑电路。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5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2C0A06EC-38E6-D973-B150-ADC87012D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9189F76-903C-4FBE-9A7F-FD68D0400152}" type="slidenum">
              <a:rPr lang="en-US" altLang="zh-CN" sz="1000" smtClean="0"/>
              <a:pPr>
                <a:defRPr/>
              </a:pPr>
              <a:t>18</a:t>
            </a:fld>
            <a:endParaRPr lang="en-US" altLang="zh-CN" sz="1000"/>
          </a:p>
        </p:txBody>
      </p:sp>
      <p:sp>
        <p:nvSpPr>
          <p:cNvPr id="602114" name="Rectangle 2">
            <a:extLst>
              <a:ext uri="{FF2B5EF4-FFF2-40B4-BE49-F238E27FC236}">
                <a16:creationId xmlns:a16="http://schemas.microsoft.com/office/drawing/2014/main" id="{9254A748-00DB-A17D-A15E-2AF86E2F7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同步时序电路的分析与设计方法（</a:t>
            </a:r>
            <a:r>
              <a:rPr lang="en-US" altLang="zh-CN" sz="3600"/>
              <a:t>5</a:t>
            </a:r>
            <a:r>
              <a:rPr lang="zh-CN" altLang="en-US" sz="3600"/>
              <a:t>）</a:t>
            </a:r>
          </a:p>
        </p:txBody>
      </p:sp>
      <p:sp>
        <p:nvSpPr>
          <p:cNvPr id="602115" name="Rectangle 3">
            <a:extLst>
              <a:ext uri="{FF2B5EF4-FFF2-40B4-BE49-F238E27FC236}">
                <a16:creationId xmlns:a16="http://schemas.microsoft.com/office/drawing/2014/main" id="{6FEB4D44-7110-2889-EB06-8283EA5F0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触发器</a:t>
            </a:r>
            <a:r>
              <a:rPr lang="zh-CN" altLang="en-US" dirty="0"/>
              <a:t>的功能表、激励表</a:t>
            </a:r>
          </a:p>
        </p:txBody>
      </p:sp>
      <p:graphicFrame>
        <p:nvGraphicFramePr>
          <p:cNvPr id="602116" name="Group 4">
            <a:extLst>
              <a:ext uri="{FF2B5EF4-FFF2-40B4-BE49-F238E27FC236}">
                <a16:creationId xmlns:a16="http://schemas.microsoft.com/office/drawing/2014/main" id="{8B59A5C4-DF56-7812-2118-6CE42705D9ED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3200400"/>
          <a:ext cx="2514600" cy="2611440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10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4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2127" name="Text Box 15">
            <a:extLst>
              <a:ext uri="{FF2B5EF4-FFF2-40B4-BE49-F238E27FC236}">
                <a16:creationId xmlns:a16="http://schemas.microsoft.com/office/drawing/2014/main" id="{7E4BF076-398D-E028-74DA-867A86AA8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743200"/>
            <a:ext cx="2362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触发器功能表</a:t>
            </a:r>
          </a:p>
        </p:txBody>
      </p:sp>
      <p:sp>
        <p:nvSpPr>
          <p:cNvPr id="602128" name="Text Box 16">
            <a:extLst>
              <a:ext uri="{FF2B5EF4-FFF2-40B4-BE49-F238E27FC236}">
                <a16:creationId xmlns:a16="http://schemas.microsoft.com/office/drawing/2014/main" id="{22AE0079-B2BC-ED39-891C-4FC4240A6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943600"/>
            <a:ext cx="20875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(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简化功能表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graphicFrame>
        <p:nvGraphicFramePr>
          <p:cNvPr id="602143" name="Group 31">
            <a:extLst>
              <a:ext uri="{FF2B5EF4-FFF2-40B4-BE49-F238E27FC236}">
                <a16:creationId xmlns:a16="http://schemas.microsoft.com/office/drawing/2014/main" id="{4F24F870-E625-1BE9-5BE5-AE8B0630DD85}"/>
              </a:ext>
            </a:extLst>
          </p:cNvPr>
          <p:cNvGraphicFramePr>
            <a:graphicFrameLocks noGrp="1"/>
          </p:cNvGraphicFramePr>
          <p:nvPr/>
        </p:nvGraphicFramePr>
        <p:xfrm>
          <a:off x="5172075" y="3230563"/>
          <a:ext cx="2447925" cy="2590802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4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4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0      1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29" name="Text Box 28">
            <a:extLst>
              <a:ext uri="{FF2B5EF4-FFF2-40B4-BE49-F238E27FC236}">
                <a16:creationId xmlns:a16="http://schemas.microsoft.com/office/drawing/2014/main" id="{2583DD92-AD8A-3098-E765-B8F641DC5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743200"/>
            <a:ext cx="1366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激励表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848DF5E3-DE41-679B-90E6-EBDEDDDF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AC83116-B902-4657-97B8-8ED5D2339C18}" type="slidenum">
              <a:rPr lang="en-US" altLang="zh-CN" sz="1000" smtClean="0"/>
              <a:pPr>
                <a:defRPr/>
              </a:pPr>
              <a:t>19</a:t>
            </a:fld>
            <a:endParaRPr lang="en-US" altLang="zh-CN" sz="1000"/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E35C19BF-6B3A-490F-2FE9-49764A5B5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F9A232D2-2B83-DCF4-818D-730F1A806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第五步：求出激励函数和输出函数（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触发器</a:t>
            </a:r>
            <a:r>
              <a:rPr lang="zh-CN" altLang="en-US" sz="2800" b="1" dirty="0">
                <a:solidFill>
                  <a:srgbClr val="FFFF00"/>
                </a:solidFill>
              </a:rPr>
              <a:t>）</a:t>
            </a:r>
          </a:p>
        </p:txBody>
      </p:sp>
      <p:grpSp>
        <p:nvGrpSpPr>
          <p:cNvPr id="685060" name="Group 4">
            <a:extLst>
              <a:ext uri="{FF2B5EF4-FFF2-40B4-BE49-F238E27FC236}">
                <a16:creationId xmlns:a16="http://schemas.microsoft.com/office/drawing/2014/main" id="{69F525E2-136D-A271-8D3F-0F639FD4510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057400"/>
            <a:ext cx="6248400" cy="3429000"/>
            <a:chOff x="96" y="1296"/>
            <a:chExt cx="3936" cy="2160"/>
          </a:xfrm>
        </p:grpSpPr>
        <p:sp>
          <p:nvSpPr>
            <p:cNvPr id="26685" name="Line 5">
              <a:extLst>
                <a:ext uri="{FF2B5EF4-FFF2-40B4-BE49-F238E27FC236}">
                  <a16:creationId xmlns:a16="http://schemas.microsoft.com/office/drawing/2014/main" id="{E91532D7-22E0-F222-7C39-A06B5ED9D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296"/>
              <a:ext cx="38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6" name="Line 6">
              <a:extLst>
                <a:ext uri="{FF2B5EF4-FFF2-40B4-BE49-F238E27FC236}">
                  <a16:creationId xmlns:a16="http://schemas.microsoft.com/office/drawing/2014/main" id="{D261D444-1DE8-23AF-2389-C1C79901D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584"/>
              <a:ext cx="38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5063" name="Text Box 7">
              <a:extLst>
                <a:ext uri="{FF2B5EF4-FFF2-40B4-BE49-F238E27FC236}">
                  <a16:creationId xmlns:a16="http://schemas.microsoft.com/office/drawing/2014/main" id="{EC2F7555-33C4-35C1-F29C-376475FBA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296"/>
              <a:ext cx="37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   D1         Z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6688" name="Line 8">
              <a:extLst>
                <a:ext uri="{FF2B5EF4-FFF2-40B4-BE49-F238E27FC236}">
                  <a16:creationId xmlns:a16="http://schemas.microsoft.com/office/drawing/2014/main" id="{0DECB87B-E70F-5BF0-308A-C71CE580B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296"/>
              <a:ext cx="0" cy="2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9" name="Line 9">
              <a:extLst>
                <a:ext uri="{FF2B5EF4-FFF2-40B4-BE49-F238E27FC236}">
                  <a16:creationId xmlns:a16="http://schemas.microsoft.com/office/drawing/2014/main" id="{5BEE1907-82D7-8404-D586-2DC69F9C7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296"/>
              <a:ext cx="0" cy="2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90" name="Line 10">
              <a:extLst>
                <a:ext uri="{FF2B5EF4-FFF2-40B4-BE49-F238E27FC236}">
                  <a16:creationId xmlns:a16="http://schemas.microsoft.com/office/drawing/2014/main" id="{3A4FBB61-1EBB-A5A9-6BE8-9E84D890F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296"/>
              <a:ext cx="0" cy="2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5067" name="Text Box 11">
              <a:extLst>
                <a:ext uri="{FF2B5EF4-FFF2-40B4-BE49-F238E27FC236}">
                  <a16:creationId xmlns:a16="http://schemas.microsoft.com/office/drawing/2014/main" id="{239B9266-4F47-2048-2A5D-933D985CA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584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      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0     0            0</a:t>
              </a:r>
              <a:endParaRPr lang="en-US" altLang="zh-CN" sz="1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85068" name="Text Box 12">
              <a:extLst>
                <a:ext uri="{FF2B5EF4-FFF2-40B4-BE49-F238E27FC236}">
                  <a16:creationId xmlns:a16="http://schemas.microsoft.com/office/drawing/2014/main" id="{1BFAA179-9FB1-A70D-347A-0358D0807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776"/>
              <a:ext cx="37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 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      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0     0            0</a:t>
              </a:r>
              <a:endParaRPr lang="en-US" altLang="zh-CN" sz="1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85069" name="Text Box 13">
              <a:extLst>
                <a:ext uri="{FF2B5EF4-FFF2-40B4-BE49-F238E27FC236}">
                  <a16:creationId xmlns:a16="http://schemas.microsoft.com/office/drawing/2014/main" id="{637D0870-CA0A-80CD-7CFA-6A2981946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01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0  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0     0            1</a:t>
              </a:r>
            </a:p>
          </p:txBody>
        </p:sp>
        <p:sp>
          <p:nvSpPr>
            <p:cNvPr id="685070" name="Text Box 14">
              <a:extLst>
                <a:ext uri="{FF2B5EF4-FFF2-40B4-BE49-F238E27FC236}">
                  <a16:creationId xmlns:a16="http://schemas.microsoft.com/office/drawing/2014/main" id="{75E5038C-151D-581D-B730-5F6BC5A28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25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0         1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0            0</a:t>
              </a:r>
            </a:p>
          </p:txBody>
        </p:sp>
        <p:sp>
          <p:nvSpPr>
            <p:cNvPr id="685071" name="Text Box 15">
              <a:extLst>
                <a:ext uri="{FF2B5EF4-FFF2-40B4-BE49-F238E27FC236}">
                  <a16:creationId xmlns:a16="http://schemas.microsoft.com/office/drawing/2014/main" id="{B695B5E9-68A1-BBC8-06D7-ED0EF3098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49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0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1          1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1            0</a:t>
              </a:r>
            </a:p>
          </p:txBody>
        </p:sp>
        <p:sp>
          <p:nvSpPr>
            <p:cNvPr id="685072" name="Text Box 16">
              <a:extLst>
                <a:ext uri="{FF2B5EF4-FFF2-40B4-BE49-F238E27FC236}">
                  <a16:creationId xmlns:a16="http://schemas.microsoft.com/office/drawing/2014/main" id="{4D6B2FAC-A24A-2063-BF66-01A9029F3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73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1          1   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1          1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1            0</a:t>
              </a:r>
            </a:p>
          </p:txBody>
        </p:sp>
        <p:sp>
          <p:nvSpPr>
            <p:cNvPr id="685073" name="Text Box 17">
              <a:extLst>
                <a:ext uri="{FF2B5EF4-FFF2-40B4-BE49-F238E27FC236}">
                  <a16:creationId xmlns:a16="http://schemas.microsoft.com/office/drawing/2014/main" id="{2BFB3036-053E-7871-3C7A-738A33DEE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976"/>
              <a:ext cx="388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0    0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 ×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    ×</a:t>
              </a:r>
            </a:p>
          </p:txBody>
        </p:sp>
        <p:sp>
          <p:nvSpPr>
            <p:cNvPr id="685074" name="Text Box 18">
              <a:extLst>
                <a:ext uri="{FF2B5EF4-FFF2-40B4-BE49-F238E27FC236}">
                  <a16:creationId xmlns:a16="http://schemas.microsoft.com/office/drawing/2014/main" id="{B3499E9F-7D0F-0AD8-B819-51BDF058B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168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 × 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    ×</a:t>
              </a:r>
            </a:p>
          </p:txBody>
        </p:sp>
        <p:sp>
          <p:nvSpPr>
            <p:cNvPr id="26699" name="Line 19">
              <a:extLst>
                <a:ext uri="{FF2B5EF4-FFF2-40B4-BE49-F238E27FC236}">
                  <a16:creationId xmlns:a16="http://schemas.microsoft.com/office/drawing/2014/main" id="{CEFBD51A-02F5-98BF-D1EB-7840250C0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456"/>
              <a:ext cx="38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5076" name="Group 20">
            <a:extLst>
              <a:ext uri="{FF2B5EF4-FFF2-40B4-BE49-F238E27FC236}">
                <a16:creationId xmlns:a16="http://schemas.microsoft.com/office/drawing/2014/main" id="{A1944826-0CD9-A20A-020A-75F46003995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715000"/>
            <a:ext cx="4953000" cy="457200"/>
            <a:chOff x="432" y="3600"/>
            <a:chExt cx="3120" cy="288"/>
          </a:xfrm>
        </p:grpSpPr>
        <p:sp>
          <p:nvSpPr>
            <p:cNvPr id="685077" name="Text Box 21">
              <a:extLst>
                <a:ext uri="{FF2B5EF4-FFF2-40B4-BE49-F238E27FC236}">
                  <a16:creationId xmlns:a16="http://schemas.microsoft.com/office/drawing/2014/main" id="{7D00C0B5-4880-C279-93F0-8FE3750EE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00"/>
              <a:ext cx="312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D2=X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D1=XQ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2N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Z=X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</a:p>
          </p:txBody>
        </p:sp>
        <p:sp>
          <p:nvSpPr>
            <p:cNvPr id="26684" name="Line 22">
              <a:extLst>
                <a:ext uri="{FF2B5EF4-FFF2-40B4-BE49-F238E27FC236}">
                  <a16:creationId xmlns:a16="http://schemas.microsoft.com/office/drawing/2014/main" id="{40185476-32DD-1C3E-C312-C96AED78E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64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5079" name="Group 23">
            <a:extLst>
              <a:ext uri="{FF2B5EF4-FFF2-40B4-BE49-F238E27FC236}">
                <a16:creationId xmlns:a16="http://schemas.microsoft.com/office/drawing/2014/main" id="{B3BB39EE-77A8-468E-42A3-FE46DE409AA1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438400"/>
            <a:ext cx="2895600" cy="2895600"/>
            <a:chOff x="3696" y="2112"/>
            <a:chExt cx="1824" cy="1824"/>
          </a:xfrm>
        </p:grpSpPr>
        <p:grpSp>
          <p:nvGrpSpPr>
            <p:cNvPr id="26632" name="Group 24">
              <a:extLst>
                <a:ext uri="{FF2B5EF4-FFF2-40B4-BE49-F238E27FC236}">
                  <a16:creationId xmlns:a16="http://schemas.microsoft.com/office/drawing/2014/main" id="{FABF49B4-4EEF-7162-39FF-A32DEFFDC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26681" name="Text Box 25">
                <a:extLst>
                  <a:ext uri="{FF2B5EF4-FFF2-40B4-BE49-F238E27FC236}">
                    <a16:creationId xmlns:a16="http://schemas.microsoft.com/office/drawing/2014/main" id="{CD8154CE-8425-B085-6C30-3FD481F19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6682" name="Oval 26">
                <a:extLst>
                  <a:ext uri="{FF2B5EF4-FFF2-40B4-BE49-F238E27FC236}">
                    <a16:creationId xmlns:a16="http://schemas.microsoft.com/office/drawing/2014/main" id="{E50EB997-009B-0B85-6155-8B4F8E8CD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3" name="Group 27">
              <a:extLst>
                <a:ext uri="{FF2B5EF4-FFF2-40B4-BE49-F238E27FC236}">
                  <a16:creationId xmlns:a16="http://schemas.microsoft.com/office/drawing/2014/main" id="{75204CC4-A55D-208E-CE87-C1A95D788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26679" name="Text Box 28">
                <a:extLst>
                  <a:ext uri="{FF2B5EF4-FFF2-40B4-BE49-F238E27FC236}">
                    <a16:creationId xmlns:a16="http://schemas.microsoft.com/office/drawing/2014/main" id="{50F2BF73-59A9-2977-DFE2-EA494FD9E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6680" name="Oval 29">
                <a:extLst>
                  <a:ext uri="{FF2B5EF4-FFF2-40B4-BE49-F238E27FC236}">
                    <a16:creationId xmlns:a16="http://schemas.microsoft.com/office/drawing/2014/main" id="{A4AB2C20-AB84-832A-D8A4-E17824F28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4" name="Group 30">
              <a:extLst>
                <a:ext uri="{FF2B5EF4-FFF2-40B4-BE49-F238E27FC236}">
                  <a16:creationId xmlns:a16="http://schemas.microsoft.com/office/drawing/2014/main" id="{546E224C-235D-A73B-774D-9EAFEFD16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26677" name="Text Box 31">
                <a:extLst>
                  <a:ext uri="{FF2B5EF4-FFF2-40B4-BE49-F238E27FC236}">
                    <a16:creationId xmlns:a16="http://schemas.microsoft.com/office/drawing/2014/main" id="{1039F70B-16D2-F1A8-402D-160BBCEC1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6678" name="Oval 32">
                <a:extLst>
                  <a:ext uri="{FF2B5EF4-FFF2-40B4-BE49-F238E27FC236}">
                    <a16:creationId xmlns:a16="http://schemas.microsoft.com/office/drawing/2014/main" id="{FCD9C463-C10B-DF5A-5E7C-1948CB5E7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6635" name="Line 33">
              <a:extLst>
                <a:ext uri="{FF2B5EF4-FFF2-40B4-BE49-F238E27FC236}">
                  <a16:creationId xmlns:a16="http://schemas.microsoft.com/office/drawing/2014/main" id="{49A545AB-B95E-0D6E-6FCF-4F3E462B5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Freeform 34">
              <a:extLst>
                <a:ext uri="{FF2B5EF4-FFF2-40B4-BE49-F238E27FC236}">
                  <a16:creationId xmlns:a16="http://schemas.microsoft.com/office/drawing/2014/main" id="{B4E0912A-D105-7FA6-05FE-5E02EAD56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37" name="Group 35">
              <a:extLst>
                <a:ext uri="{FF2B5EF4-FFF2-40B4-BE49-F238E27FC236}">
                  <a16:creationId xmlns:a16="http://schemas.microsoft.com/office/drawing/2014/main" id="{57E73DAF-5B30-3FAC-A0BF-B62B186EA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26672" name="Text Box 36">
                <a:extLst>
                  <a:ext uri="{FF2B5EF4-FFF2-40B4-BE49-F238E27FC236}">
                    <a16:creationId xmlns:a16="http://schemas.microsoft.com/office/drawing/2014/main" id="{B092EABF-1539-8B6D-7055-5333A67205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73" name="Group 37">
                <a:extLst>
                  <a:ext uri="{FF2B5EF4-FFF2-40B4-BE49-F238E27FC236}">
                    <a16:creationId xmlns:a16="http://schemas.microsoft.com/office/drawing/2014/main" id="{06D4492C-5D0F-A6F3-B5CB-D8E7BA55F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5" name="Line 38">
                  <a:extLst>
                    <a:ext uri="{FF2B5EF4-FFF2-40B4-BE49-F238E27FC236}">
                      <a16:creationId xmlns:a16="http://schemas.microsoft.com/office/drawing/2014/main" id="{15E459C2-18C3-2904-64CD-EFCB97EE68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6" name="Text Box 39">
                  <a:extLst>
                    <a:ext uri="{FF2B5EF4-FFF2-40B4-BE49-F238E27FC236}">
                      <a16:creationId xmlns:a16="http://schemas.microsoft.com/office/drawing/2014/main" id="{AE35789C-4B37-BE1F-8E1C-2393163ABA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74" name="Line 40">
                <a:extLst>
                  <a:ext uri="{FF2B5EF4-FFF2-40B4-BE49-F238E27FC236}">
                    <a16:creationId xmlns:a16="http://schemas.microsoft.com/office/drawing/2014/main" id="{0753FC11-FA29-3EA0-E456-F5910107B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38" name="Group 41">
              <a:extLst>
                <a:ext uri="{FF2B5EF4-FFF2-40B4-BE49-F238E27FC236}">
                  <a16:creationId xmlns:a16="http://schemas.microsoft.com/office/drawing/2014/main" id="{EB51859E-F9A7-E2D7-0E02-DC972C6E9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26667" name="Text Box 42">
                <a:extLst>
                  <a:ext uri="{FF2B5EF4-FFF2-40B4-BE49-F238E27FC236}">
                    <a16:creationId xmlns:a16="http://schemas.microsoft.com/office/drawing/2014/main" id="{06E1E6FF-B20D-B7E9-06F3-F53DDD7221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68" name="Group 43">
                <a:extLst>
                  <a:ext uri="{FF2B5EF4-FFF2-40B4-BE49-F238E27FC236}">
                    <a16:creationId xmlns:a16="http://schemas.microsoft.com/office/drawing/2014/main" id="{525A0C2B-D129-FE98-FC1A-C8F10BDA8C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0" name="Line 44">
                  <a:extLst>
                    <a:ext uri="{FF2B5EF4-FFF2-40B4-BE49-F238E27FC236}">
                      <a16:creationId xmlns:a16="http://schemas.microsoft.com/office/drawing/2014/main" id="{AEA7A2CB-90BC-13D8-EF59-80D21C6DA6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1" name="Text Box 45">
                  <a:extLst>
                    <a:ext uri="{FF2B5EF4-FFF2-40B4-BE49-F238E27FC236}">
                      <a16:creationId xmlns:a16="http://schemas.microsoft.com/office/drawing/2014/main" id="{4C5EB723-1BD9-C5AA-E04C-CADA2DC992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9" name="Line 46">
                <a:extLst>
                  <a:ext uri="{FF2B5EF4-FFF2-40B4-BE49-F238E27FC236}">
                    <a16:creationId xmlns:a16="http://schemas.microsoft.com/office/drawing/2014/main" id="{9F974DEE-9B4F-3EB1-448F-6713367A6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39" name="Line 47">
              <a:extLst>
                <a:ext uri="{FF2B5EF4-FFF2-40B4-BE49-F238E27FC236}">
                  <a16:creationId xmlns:a16="http://schemas.microsoft.com/office/drawing/2014/main" id="{52C36F44-25FA-F6A3-1B47-421DC97EE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0" name="Group 48">
              <a:extLst>
                <a:ext uri="{FF2B5EF4-FFF2-40B4-BE49-F238E27FC236}">
                  <a16:creationId xmlns:a16="http://schemas.microsoft.com/office/drawing/2014/main" id="{A2EF6F62-9733-A60B-EE6E-431EFFF3B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26662" name="Text Box 49">
                <a:extLst>
                  <a:ext uri="{FF2B5EF4-FFF2-40B4-BE49-F238E27FC236}">
                    <a16:creationId xmlns:a16="http://schemas.microsoft.com/office/drawing/2014/main" id="{DC687DA1-F428-CD1D-922D-69F25C9ABF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63" name="Group 50">
                <a:extLst>
                  <a:ext uri="{FF2B5EF4-FFF2-40B4-BE49-F238E27FC236}">
                    <a16:creationId xmlns:a16="http://schemas.microsoft.com/office/drawing/2014/main" id="{FB5CFDF9-44BE-AD2E-0A29-E8B65A4546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5" name="Line 51">
                  <a:extLst>
                    <a:ext uri="{FF2B5EF4-FFF2-40B4-BE49-F238E27FC236}">
                      <a16:creationId xmlns:a16="http://schemas.microsoft.com/office/drawing/2014/main" id="{CF89C19D-12DC-FEEE-01A7-CBA9C7AC9B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6" name="Text Box 52">
                  <a:extLst>
                    <a:ext uri="{FF2B5EF4-FFF2-40B4-BE49-F238E27FC236}">
                      <a16:creationId xmlns:a16="http://schemas.microsoft.com/office/drawing/2014/main" id="{DAA35591-F7F7-1903-4D2E-2F00D94528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4" name="Line 53">
                <a:extLst>
                  <a:ext uri="{FF2B5EF4-FFF2-40B4-BE49-F238E27FC236}">
                    <a16:creationId xmlns:a16="http://schemas.microsoft.com/office/drawing/2014/main" id="{82D68D82-4BD2-EFDE-97DE-8B322881B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1" name="Line 54">
              <a:extLst>
                <a:ext uri="{FF2B5EF4-FFF2-40B4-BE49-F238E27FC236}">
                  <a16:creationId xmlns:a16="http://schemas.microsoft.com/office/drawing/2014/main" id="{FCBAFB85-90F6-8525-3E87-22B7313EC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2" name="Group 55">
              <a:extLst>
                <a:ext uri="{FF2B5EF4-FFF2-40B4-BE49-F238E27FC236}">
                  <a16:creationId xmlns:a16="http://schemas.microsoft.com/office/drawing/2014/main" id="{54FD8C28-2203-C78D-E686-80AA160FE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26657" name="Text Box 56">
                <a:extLst>
                  <a:ext uri="{FF2B5EF4-FFF2-40B4-BE49-F238E27FC236}">
                    <a16:creationId xmlns:a16="http://schemas.microsoft.com/office/drawing/2014/main" id="{521CEE3D-06BF-AA9B-92A9-2DAB743F25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58" name="Group 57">
                <a:extLst>
                  <a:ext uri="{FF2B5EF4-FFF2-40B4-BE49-F238E27FC236}">
                    <a16:creationId xmlns:a16="http://schemas.microsoft.com/office/drawing/2014/main" id="{375419B4-1640-ADCB-FCB2-496473D72F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0" name="Line 58">
                  <a:extLst>
                    <a:ext uri="{FF2B5EF4-FFF2-40B4-BE49-F238E27FC236}">
                      <a16:creationId xmlns:a16="http://schemas.microsoft.com/office/drawing/2014/main" id="{9FF232EA-2A2E-1934-2B70-B728C6B487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1" name="Text Box 59">
                  <a:extLst>
                    <a:ext uri="{FF2B5EF4-FFF2-40B4-BE49-F238E27FC236}">
                      <a16:creationId xmlns:a16="http://schemas.microsoft.com/office/drawing/2014/main" id="{35C80E31-6120-8E8A-1AAF-FAE1FB0220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59" name="Line 60">
                <a:extLst>
                  <a:ext uri="{FF2B5EF4-FFF2-40B4-BE49-F238E27FC236}">
                    <a16:creationId xmlns:a16="http://schemas.microsoft.com/office/drawing/2014/main" id="{FC37D156-901B-5423-2159-F2FEE98E1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43" name="Group 61">
              <a:extLst>
                <a:ext uri="{FF2B5EF4-FFF2-40B4-BE49-F238E27FC236}">
                  <a16:creationId xmlns:a16="http://schemas.microsoft.com/office/drawing/2014/main" id="{24ABCFDF-4DAD-CB9A-FEE6-54F44DA56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26652" name="Text Box 62">
                <a:extLst>
                  <a:ext uri="{FF2B5EF4-FFF2-40B4-BE49-F238E27FC236}">
                    <a16:creationId xmlns:a16="http://schemas.microsoft.com/office/drawing/2014/main" id="{E6A6D513-CF7A-731C-6E40-634C88B5CC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53" name="Group 63">
                <a:extLst>
                  <a:ext uri="{FF2B5EF4-FFF2-40B4-BE49-F238E27FC236}">
                    <a16:creationId xmlns:a16="http://schemas.microsoft.com/office/drawing/2014/main" id="{296265AF-3B3A-5447-D37F-95460FD8E3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26655" name="Line 64">
                  <a:extLst>
                    <a:ext uri="{FF2B5EF4-FFF2-40B4-BE49-F238E27FC236}">
                      <a16:creationId xmlns:a16="http://schemas.microsoft.com/office/drawing/2014/main" id="{103EA9CD-082F-E27A-E7DB-F367473AB7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6" name="Text Box 65">
                  <a:extLst>
                    <a:ext uri="{FF2B5EF4-FFF2-40B4-BE49-F238E27FC236}">
                      <a16:creationId xmlns:a16="http://schemas.microsoft.com/office/drawing/2014/main" id="{A61ABD5B-4757-FB1C-F3DC-375D5D9114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26654" name="Line 66">
                <a:extLst>
                  <a:ext uri="{FF2B5EF4-FFF2-40B4-BE49-F238E27FC236}">
                    <a16:creationId xmlns:a16="http://schemas.microsoft.com/office/drawing/2014/main" id="{D5B20118-73FD-50AD-65D0-1F6609B7F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4" name="Line 67">
              <a:extLst>
                <a:ext uri="{FF2B5EF4-FFF2-40B4-BE49-F238E27FC236}">
                  <a16:creationId xmlns:a16="http://schemas.microsoft.com/office/drawing/2014/main" id="{EF934CA9-752F-06FA-0AAA-6EB2BAAC62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68">
              <a:extLst>
                <a:ext uri="{FF2B5EF4-FFF2-40B4-BE49-F238E27FC236}">
                  <a16:creationId xmlns:a16="http://schemas.microsoft.com/office/drawing/2014/main" id="{CCF1C5D9-445D-7AFD-4304-158B19C99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6" name="Group 69">
              <a:extLst>
                <a:ext uri="{FF2B5EF4-FFF2-40B4-BE49-F238E27FC236}">
                  <a16:creationId xmlns:a16="http://schemas.microsoft.com/office/drawing/2014/main" id="{163D4519-1746-10AB-3A2E-A5E0F6C8F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26647" name="Text Box 70">
                <a:extLst>
                  <a:ext uri="{FF2B5EF4-FFF2-40B4-BE49-F238E27FC236}">
                    <a16:creationId xmlns:a16="http://schemas.microsoft.com/office/drawing/2014/main" id="{332FCED5-CD8C-DD81-30BA-CF60885F7F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48" name="Group 71">
                <a:extLst>
                  <a:ext uri="{FF2B5EF4-FFF2-40B4-BE49-F238E27FC236}">
                    <a16:creationId xmlns:a16="http://schemas.microsoft.com/office/drawing/2014/main" id="{D987CAE2-392A-8986-F658-67395C4C28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50" name="Line 72">
                  <a:extLst>
                    <a:ext uri="{FF2B5EF4-FFF2-40B4-BE49-F238E27FC236}">
                      <a16:creationId xmlns:a16="http://schemas.microsoft.com/office/drawing/2014/main" id="{C2C098A0-7A5B-347D-A4DF-26ACE2185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1" name="Text Box 73">
                  <a:extLst>
                    <a:ext uri="{FF2B5EF4-FFF2-40B4-BE49-F238E27FC236}">
                      <a16:creationId xmlns:a16="http://schemas.microsoft.com/office/drawing/2014/main" id="{7A4EA6FA-C175-1E7E-2C4E-73362DE552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49" name="Line 74">
                <a:extLst>
                  <a:ext uri="{FF2B5EF4-FFF2-40B4-BE49-F238E27FC236}">
                    <a16:creationId xmlns:a16="http://schemas.microsoft.com/office/drawing/2014/main" id="{19868D15-EFDB-9F39-1BA9-D1CCA52FF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26A239B-4B11-D6C5-19A8-FF1AFBC243C2}"/>
              </a:ext>
            </a:extLst>
          </p:cNvPr>
          <p:cNvSpPr txBox="1"/>
          <p:nvPr/>
        </p:nvSpPr>
        <p:spPr>
          <a:xfrm>
            <a:off x="6070055" y="5801379"/>
            <a:ext cx="2426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能否自启动？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0985-2D6A-3A3E-63D0-EB424DB7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1AC19AE3-C092-B1A6-32F2-0475EA58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AC83116-B902-4657-97B8-8ED5D2339C18}" type="slidenum">
              <a:rPr lang="en-US" altLang="zh-CN" sz="1000" smtClean="0"/>
              <a:pPr>
                <a:defRPr/>
              </a:pPr>
              <a:t>20</a:t>
            </a:fld>
            <a:endParaRPr lang="en-US" altLang="zh-CN" sz="1000"/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AAD2AB9D-743B-B07A-2A8A-B9E1C8893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348FAB66-3F28-C864-1C76-ADF3D00FF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6682" y="1465263"/>
            <a:ext cx="7924800" cy="46482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自启动检查（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触发器</a:t>
            </a:r>
            <a:r>
              <a:rPr lang="zh-CN" altLang="en-US" sz="2800" b="1" dirty="0">
                <a:solidFill>
                  <a:srgbClr val="FFFF00"/>
                </a:solidFill>
              </a:rPr>
              <a:t>）</a:t>
            </a:r>
          </a:p>
        </p:txBody>
      </p:sp>
      <p:grpSp>
        <p:nvGrpSpPr>
          <p:cNvPr id="685076" name="Group 20">
            <a:extLst>
              <a:ext uri="{FF2B5EF4-FFF2-40B4-BE49-F238E27FC236}">
                <a16:creationId xmlns:a16="http://schemas.microsoft.com/office/drawing/2014/main" id="{88094198-6734-2011-57F7-FA52BBA15F58}"/>
              </a:ext>
            </a:extLst>
          </p:cNvPr>
          <p:cNvGrpSpPr>
            <a:grpSpLocks/>
          </p:cNvGrpSpPr>
          <p:nvPr/>
        </p:nvGrpSpPr>
        <p:grpSpPr bwMode="auto">
          <a:xfrm>
            <a:off x="190500" y="3865563"/>
            <a:ext cx="4953000" cy="457200"/>
            <a:chOff x="120" y="2435"/>
            <a:chExt cx="3120" cy="288"/>
          </a:xfrm>
        </p:grpSpPr>
        <p:sp>
          <p:nvSpPr>
            <p:cNvPr id="685077" name="Text Box 21">
              <a:extLst>
                <a:ext uri="{FF2B5EF4-FFF2-40B4-BE49-F238E27FC236}">
                  <a16:creationId xmlns:a16="http://schemas.microsoft.com/office/drawing/2014/main" id="{CA4EB58E-DED3-9EEA-152D-A8FB8B05D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" y="2435"/>
              <a:ext cx="312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D2=X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D1=XQ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2N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Z=X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</a:p>
          </p:txBody>
        </p:sp>
        <p:sp>
          <p:nvSpPr>
            <p:cNvPr id="26684" name="Line 22">
              <a:extLst>
                <a:ext uri="{FF2B5EF4-FFF2-40B4-BE49-F238E27FC236}">
                  <a16:creationId xmlns:a16="http://schemas.microsoft.com/office/drawing/2014/main" id="{F24B73B7-4076-0752-2052-4FA4FC8D4F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6" y="249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5079" name="Group 23">
            <a:extLst>
              <a:ext uri="{FF2B5EF4-FFF2-40B4-BE49-F238E27FC236}">
                <a16:creationId xmlns:a16="http://schemas.microsoft.com/office/drawing/2014/main" id="{F8566C13-3793-B437-360E-5AB6B5B718F9}"/>
              </a:ext>
            </a:extLst>
          </p:cNvPr>
          <p:cNvGrpSpPr>
            <a:grpSpLocks/>
          </p:cNvGrpSpPr>
          <p:nvPr/>
        </p:nvGrpSpPr>
        <p:grpSpPr bwMode="auto">
          <a:xfrm>
            <a:off x="3954347" y="3865563"/>
            <a:ext cx="2895600" cy="2895600"/>
            <a:chOff x="3696" y="2112"/>
            <a:chExt cx="1824" cy="1824"/>
          </a:xfrm>
        </p:grpSpPr>
        <p:grpSp>
          <p:nvGrpSpPr>
            <p:cNvPr id="26632" name="Group 24">
              <a:extLst>
                <a:ext uri="{FF2B5EF4-FFF2-40B4-BE49-F238E27FC236}">
                  <a16:creationId xmlns:a16="http://schemas.microsoft.com/office/drawing/2014/main" id="{B4B8BE44-8742-3834-AD06-65F1287998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26681" name="Text Box 25">
                <a:extLst>
                  <a:ext uri="{FF2B5EF4-FFF2-40B4-BE49-F238E27FC236}">
                    <a16:creationId xmlns:a16="http://schemas.microsoft.com/office/drawing/2014/main" id="{7D56648F-47D4-6AE3-4A63-11D1D9B3C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6682" name="Oval 26">
                <a:extLst>
                  <a:ext uri="{FF2B5EF4-FFF2-40B4-BE49-F238E27FC236}">
                    <a16:creationId xmlns:a16="http://schemas.microsoft.com/office/drawing/2014/main" id="{E2B12346-5461-8988-68FA-D737F3721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3" name="Group 27">
              <a:extLst>
                <a:ext uri="{FF2B5EF4-FFF2-40B4-BE49-F238E27FC236}">
                  <a16:creationId xmlns:a16="http://schemas.microsoft.com/office/drawing/2014/main" id="{7399EA04-C7ED-80D7-FDFF-8366B6107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26679" name="Text Box 28">
                <a:extLst>
                  <a:ext uri="{FF2B5EF4-FFF2-40B4-BE49-F238E27FC236}">
                    <a16:creationId xmlns:a16="http://schemas.microsoft.com/office/drawing/2014/main" id="{62F64D32-EEE1-1D57-1D4C-360707F66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6680" name="Oval 29">
                <a:extLst>
                  <a:ext uri="{FF2B5EF4-FFF2-40B4-BE49-F238E27FC236}">
                    <a16:creationId xmlns:a16="http://schemas.microsoft.com/office/drawing/2014/main" id="{E4C4A44B-0D52-85C9-5695-94EB4BB7F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4" name="Group 30">
              <a:extLst>
                <a:ext uri="{FF2B5EF4-FFF2-40B4-BE49-F238E27FC236}">
                  <a16:creationId xmlns:a16="http://schemas.microsoft.com/office/drawing/2014/main" id="{126BD392-C1C0-C9D2-9117-85E0668EA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26677" name="Text Box 31">
                <a:extLst>
                  <a:ext uri="{FF2B5EF4-FFF2-40B4-BE49-F238E27FC236}">
                    <a16:creationId xmlns:a16="http://schemas.microsoft.com/office/drawing/2014/main" id="{936CC088-EF65-4BAE-4894-73468718B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6678" name="Oval 32">
                <a:extLst>
                  <a:ext uri="{FF2B5EF4-FFF2-40B4-BE49-F238E27FC236}">
                    <a16:creationId xmlns:a16="http://schemas.microsoft.com/office/drawing/2014/main" id="{243B682A-56B1-E900-E085-894A6C6A0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6635" name="Line 33">
              <a:extLst>
                <a:ext uri="{FF2B5EF4-FFF2-40B4-BE49-F238E27FC236}">
                  <a16:creationId xmlns:a16="http://schemas.microsoft.com/office/drawing/2014/main" id="{19552E1E-A070-8648-ECF0-F0BE86217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Freeform 34">
              <a:extLst>
                <a:ext uri="{FF2B5EF4-FFF2-40B4-BE49-F238E27FC236}">
                  <a16:creationId xmlns:a16="http://schemas.microsoft.com/office/drawing/2014/main" id="{43830C4B-15B0-2C2E-FC0E-BFA0E50DE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37" name="Group 35">
              <a:extLst>
                <a:ext uri="{FF2B5EF4-FFF2-40B4-BE49-F238E27FC236}">
                  <a16:creationId xmlns:a16="http://schemas.microsoft.com/office/drawing/2014/main" id="{7F4E74BE-EDF6-F2E0-AE0E-C4B5DF2754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26672" name="Text Box 36">
                <a:extLst>
                  <a:ext uri="{FF2B5EF4-FFF2-40B4-BE49-F238E27FC236}">
                    <a16:creationId xmlns:a16="http://schemas.microsoft.com/office/drawing/2014/main" id="{E7D3074F-5AFE-71D9-1608-705759FFB8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73" name="Group 37">
                <a:extLst>
                  <a:ext uri="{FF2B5EF4-FFF2-40B4-BE49-F238E27FC236}">
                    <a16:creationId xmlns:a16="http://schemas.microsoft.com/office/drawing/2014/main" id="{66CD8CA8-EE2D-9DBB-7967-8E0152A282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5" name="Line 38">
                  <a:extLst>
                    <a:ext uri="{FF2B5EF4-FFF2-40B4-BE49-F238E27FC236}">
                      <a16:creationId xmlns:a16="http://schemas.microsoft.com/office/drawing/2014/main" id="{35377B36-2572-B852-7647-9BC436A00B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6" name="Text Box 39">
                  <a:extLst>
                    <a:ext uri="{FF2B5EF4-FFF2-40B4-BE49-F238E27FC236}">
                      <a16:creationId xmlns:a16="http://schemas.microsoft.com/office/drawing/2014/main" id="{9CE70B25-089F-0430-451E-940F169BF2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74" name="Line 40">
                <a:extLst>
                  <a:ext uri="{FF2B5EF4-FFF2-40B4-BE49-F238E27FC236}">
                    <a16:creationId xmlns:a16="http://schemas.microsoft.com/office/drawing/2014/main" id="{CB7955E5-07BB-4A1D-6C9B-3DAE96848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38" name="Group 41">
              <a:extLst>
                <a:ext uri="{FF2B5EF4-FFF2-40B4-BE49-F238E27FC236}">
                  <a16:creationId xmlns:a16="http://schemas.microsoft.com/office/drawing/2014/main" id="{40687646-719A-ED72-2DD0-E64F2E9755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26667" name="Text Box 42">
                <a:extLst>
                  <a:ext uri="{FF2B5EF4-FFF2-40B4-BE49-F238E27FC236}">
                    <a16:creationId xmlns:a16="http://schemas.microsoft.com/office/drawing/2014/main" id="{498E7BA7-8B13-D5D3-E6AD-CC0FC64F6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68" name="Group 43">
                <a:extLst>
                  <a:ext uri="{FF2B5EF4-FFF2-40B4-BE49-F238E27FC236}">
                    <a16:creationId xmlns:a16="http://schemas.microsoft.com/office/drawing/2014/main" id="{FE950A2C-18CD-C17B-C8F9-791E667D48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0" name="Line 44">
                  <a:extLst>
                    <a:ext uri="{FF2B5EF4-FFF2-40B4-BE49-F238E27FC236}">
                      <a16:creationId xmlns:a16="http://schemas.microsoft.com/office/drawing/2014/main" id="{12DE2B80-EA3A-ABC6-2B7A-EE0311F160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1" name="Text Box 45">
                  <a:extLst>
                    <a:ext uri="{FF2B5EF4-FFF2-40B4-BE49-F238E27FC236}">
                      <a16:creationId xmlns:a16="http://schemas.microsoft.com/office/drawing/2014/main" id="{C59E5E61-5CC7-CA3A-89A2-359AE3E9EB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9" name="Line 46">
                <a:extLst>
                  <a:ext uri="{FF2B5EF4-FFF2-40B4-BE49-F238E27FC236}">
                    <a16:creationId xmlns:a16="http://schemas.microsoft.com/office/drawing/2014/main" id="{45D60448-E7E6-B8D4-45B9-6E25A5DC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39" name="Line 47">
              <a:extLst>
                <a:ext uri="{FF2B5EF4-FFF2-40B4-BE49-F238E27FC236}">
                  <a16:creationId xmlns:a16="http://schemas.microsoft.com/office/drawing/2014/main" id="{DCD4C7B6-9DFF-09C6-9FDB-D602F9D97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0" name="Group 48">
              <a:extLst>
                <a:ext uri="{FF2B5EF4-FFF2-40B4-BE49-F238E27FC236}">
                  <a16:creationId xmlns:a16="http://schemas.microsoft.com/office/drawing/2014/main" id="{BE4045D2-1BAC-5796-656D-AEFFCC129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26662" name="Text Box 49">
                <a:extLst>
                  <a:ext uri="{FF2B5EF4-FFF2-40B4-BE49-F238E27FC236}">
                    <a16:creationId xmlns:a16="http://schemas.microsoft.com/office/drawing/2014/main" id="{E08E6A82-7CFF-2975-64DE-F5689C612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63" name="Group 50">
                <a:extLst>
                  <a:ext uri="{FF2B5EF4-FFF2-40B4-BE49-F238E27FC236}">
                    <a16:creationId xmlns:a16="http://schemas.microsoft.com/office/drawing/2014/main" id="{901866DC-C20F-B341-B860-64A4841F08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5" name="Line 51">
                  <a:extLst>
                    <a:ext uri="{FF2B5EF4-FFF2-40B4-BE49-F238E27FC236}">
                      <a16:creationId xmlns:a16="http://schemas.microsoft.com/office/drawing/2014/main" id="{EF80AEB9-D618-E269-D571-5C6DC5C8D9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6" name="Text Box 52">
                  <a:extLst>
                    <a:ext uri="{FF2B5EF4-FFF2-40B4-BE49-F238E27FC236}">
                      <a16:creationId xmlns:a16="http://schemas.microsoft.com/office/drawing/2014/main" id="{E2A63D3D-9D3C-445C-E160-080AE65648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4" name="Line 53">
                <a:extLst>
                  <a:ext uri="{FF2B5EF4-FFF2-40B4-BE49-F238E27FC236}">
                    <a16:creationId xmlns:a16="http://schemas.microsoft.com/office/drawing/2014/main" id="{810FFC11-28A2-EBDD-CCEB-DE4F3DAB8C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1" name="Line 54">
              <a:extLst>
                <a:ext uri="{FF2B5EF4-FFF2-40B4-BE49-F238E27FC236}">
                  <a16:creationId xmlns:a16="http://schemas.microsoft.com/office/drawing/2014/main" id="{E206EBEA-029E-C4F0-FEFD-BDE6DA6A4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2" name="Group 55">
              <a:extLst>
                <a:ext uri="{FF2B5EF4-FFF2-40B4-BE49-F238E27FC236}">
                  <a16:creationId xmlns:a16="http://schemas.microsoft.com/office/drawing/2014/main" id="{41F1CD43-DCC2-6D07-AF94-5879135E4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26657" name="Text Box 56">
                <a:extLst>
                  <a:ext uri="{FF2B5EF4-FFF2-40B4-BE49-F238E27FC236}">
                    <a16:creationId xmlns:a16="http://schemas.microsoft.com/office/drawing/2014/main" id="{687D3BC9-88F5-3E23-7170-9E4F758E51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58" name="Group 57">
                <a:extLst>
                  <a:ext uri="{FF2B5EF4-FFF2-40B4-BE49-F238E27FC236}">
                    <a16:creationId xmlns:a16="http://schemas.microsoft.com/office/drawing/2014/main" id="{A96FAA12-860D-B6AD-75B2-1E22126F82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0" name="Line 58">
                  <a:extLst>
                    <a:ext uri="{FF2B5EF4-FFF2-40B4-BE49-F238E27FC236}">
                      <a16:creationId xmlns:a16="http://schemas.microsoft.com/office/drawing/2014/main" id="{5C62D3F1-901E-8F38-C85C-99FFF282EE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1" name="Text Box 59">
                  <a:extLst>
                    <a:ext uri="{FF2B5EF4-FFF2-40B4-BE49-F238E27FC236}">
                      <a16:creationId xmlns:a16="http://schemas.microsoft.com/office/drawing/2014/main" id="{129D708E-BCE2-5C1E-74FE-A7BAB7D3C3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59" name="Line 60">
                <a:extLst>
                  <a:ext uri="{FF2B5EF4-FFF2-40B4-BE49-F238E27FC236}">
                    <a16:creationId xmlns:a16="http://schemas.microsoft.com/office/drawing/2014/main" id="{9AC5AE82-CE8B-F9C5-F408-0EA60021A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43" name="Group 61">
              <a:extLst>
                <a:ext uri="{FF2B5EF4-FFF2-40B4-BE49-F238E27FC236}">
                  <a16:creationId xmlns:a16="http://schemas.microsoft.com/office/drawing/2014/main" id="{D26EDD8D-8A34-09DA-58DE-F66F1587C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26652" name="Text Box 62">
                <a:extLst>
                  <a:ext uri="{FF2B5EF4-FFF2-40B4-BE49-F238E27FC236}">
                    <a16:creationId xmlns:a16="http://schemas.microsoft.com/office/drawing/2014/main" id="{43AC494B-17F7-93AE-8755-0D1B6E13D2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53" name="Group 63">
                <a:extLst>
                  <a:ext uri="{FF2B5EF4-FFF2-40B4-BE49-F238E27FC236}">
                    <a16:creationId xmlns:a16="http://schemas.microsoft.com/office/drawing/2014/main" id="{78044D3E-FB97-3B7B-93B8-812488B13B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26655" name="Line 64">
                  <a:extLst>
                    <a:ext uri="{FF2B5EF4-FFF2-40B4-BE49-F238E27FC236}">
                      <a16:creationId xmlns:a16="http://schemas.microsoft.com/office/drawing/2014/main" id="{C5F501C0-2881-36D7-D468-A8DB82F5B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6" name="Text Box 65">
                  <a:extLst>
                    <a:ext uri="{FF2B5EF4-FFF2-40B4-BE49-F238E27FC236}">
                      <a16:creationId xmlns:a16="http://schemas.microsoft.com/office/drawing/2014/main" id="{1438A19B-E51B-92B6-B580-3400A5A616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26654" name="Line 66">
                <a:extLst>
                  <a:ext uri="{FF2B5EF4-FFF2-40B4-BE49-F238E27FC236}">
                    <a16:creationId xmlns:a16="http://schemas.microsoft.com/office/drawing/2014/main" id="{BD663DDE-7D96-859B-4A5D-EFF452462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4" name="Line 67">
              <a:extLst>
                <a:ext uri="{FF2B5EF4-FFF2-40B4-BE49-F238E27FC236}">
                  <a16:creationId xmlns:a16="http://schemas.microsoft.com/office/drawing/2014/main" id="{7EA61911-DD5B-C739-4714-538B9D596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68">
              <a:extLst>
                <a:ext uri="{FF2B5EF4-FFF2-40B4-BE49-F238E27FC236}">
                  <a16:creationId xmlns:a16="http://schemas.microsoft.com/office/drawing/2014/main" id="{0DB16A8F-0B02-0BBA-142E-2E1D5DE81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6" name="Group 69">
              <a:extLst>
                <a:ext uri="{FF2B5EF4-FFF2-40B4-BE49-F238E27FC236}">
                  <a16:creationId xmlns:a16="http://schemas.microsoft.com/office/drawing/2014/main" id="{52AB396F-06A5-E274-B1DC-6EAB8BB21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26647" name="Text Box 70">
                <a:extLst>
                  <a:ext uri="{FF2B5EF4-FFF2-40B4-BE49-F238E27FC236}">
                    <a16:creationId xmlns:a16="http://schemas.microsoft.com/office/drawing/2014/main" id="{43A5955F-253A-77D9-CEDD-28693EAEC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48" name="Group 71">
                <a:extLst>
                  <a:ext uri="{FF2B5EF4-FFF2-40B4-BE49-F238E27FC236}">
                    <a16:creationId xmlns:a16="http://schemas.microsoft.com/office/drawing/2014/main" id="{B24C46CC-3461-2AE9-DF63-D42206D71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50" name="Line 72">
                  <a:extLst>
                    <a:ext uri="{FF2B5EF4-FFF2-40B4-BE49-F238E27FC236}">
                      <a16:creationId xmlns:a16="http://schemas.microsoft.com/office/drawing/2014/main" id="{E80AE67A-DA5D-E276-F556-D76F8ACFC9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1" name="Text Box 73">
                  <a:extLst>
                    <a:ext uri="{FF2B5EF4-FFF2-40B4-BE49-F238E27FC236}">
                      <a16:creationId xmlns:a16="http://schemas.microsoft.com/office/drawing/2014/main" id="{020CC2AC-AB9F-9453-371F-FAFD48446A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49" name="Line 74">
                <a:extLst>
                  <a:ext uri="{FF2B5EF4-FFF2-40B4-BE49-F238E27FC236}">
                    <a16:creationId xmlns:a16="http://schemas.microsoft.com/office/drawing/2014/main" id="{D206ED3A-F474-4992-37B9-659994572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93307D9-6267-29F2-C3D4-5B0CAEAF6B9E}"/>
              </a:ext>
            </a:extLst>
          </p:cNvPr>
          <p:cNvGrpSpPr/>
          <p:nvPr/>
        </p:nvGrpSpPr>
        <p:grpSpPr>
          <a:xfrm>
            <a:off x="742950" y="2129125"/>
            <a:ext cx="6362700" cy="1537206"/>
            <a:chOff x="742950" y="2129125"/>
            <a:chExt cx="6362700" cy="1537206"/>
          </a:xfrm>
        </p:grpSpPr>
        <p:grpSp>
          <p:nvGrpSpPr>
            <p:cNvPr id="685060" name="Group 4">
              <a:extLst>
                <a:ext uri="{FF2B5EF4-FFF2-40B4-BE49-F238E27FC236}">
                  <a16:creationId xmlns:a16="http://schemas.microsoft.com/office/drawing/2014/main" id="{56B7456B-F60C-FDB9-28D8-EF213C5EE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2950" y="2131218"/>
              <a:ext cx="6362700" cy="1535113"/>
              <a:chOff x="48" y="1296"/>
              <a:chExt cx="4008" cy="967"/>
            </a:xfrm>
          </p:grpSpPr>
          <p:sp>
            <p:nvSpPr>
              <p:cNvPr id="26685" name="Line 5">
                <a:extLst>
                  <a:ext uri="{FF2B5EF4-FFF2-40B4-BE49-F238E27FC236}">
                    <a16:creationId xmlns:a16="http://schemas.microsoft.com/office/drawing/2014/main" id="{D9D0A12B-59F4-D1F9-BA1C-FC4988364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296"/>
                <a:ext cx="38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86" name="Line 6">
                <a:extLst>
                  <a:ext uri="{FF2B5EF4-FFF2-40B4-BE49-F238E27FC236}">
                    <a16:creationId xmlns:a16="http://schemas.microsoft.com/office/drawing/2014/main" id="{868E5FD5-FDAF-16BD-CB67-464616BF1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584"/>
                <a:ext cx="38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5063" name="Text Box 7">
                <a:extLst>
                  <a:ext uri="{FF2B5EF4-FFF2-40B4-BE49-F238E27FC236}">
                    <a16:creationId xmlns:a16="http://schemas.microsoft.com/office/drawing/2014/main" id="{F1E76A0F-EC2B-6D82-1975-F3EF54DD3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1296"/>
                <a:ext cx="3792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  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r>
                  <a:rPr lang="en-US" altLang="zh-CN" sz="1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D2   D1     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2(N</a:t>
                </a:r>
                <a:r>
                  <a:rPr lang="zh-CN" altLang="en-US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＋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1)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1(N</a:t>
                </a:r>
                <a:r>
                  <a:rPr lang="zh-CN" altLang="en-US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＋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1)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   Z</a:t>
                </a:r>
                <a:endPara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26688" name="Line 8">
                <a:extLst>
                  <a:ext uri="{FF2B5EF4-FFF2-40B4-BE49-F238E27FC236}">
                    <a16:creationId xmlns:a16="http://schemas.microsoft.com/office/drawing/2014/main" id="{1E2B64B6-2075-38D3-C64A-81492D6D5A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296"/>
                <a:ext cx="0" cy="9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5073" name="Text Box 17">
                <a:extLst>
                  <a:ext uri="{FF2B5EF4-FFF2-40B4-BE49-F238E27FC236}">
                    <a16:creationId xmlns:a16="http://schemas.microsoft.com/office/drawing/2014/main" id="{B0717D7E-0445-AB49-8781-124DFBC16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" y="1623"/>
                <a:ext cx="388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0    0</a:t>
                </a:r>
                <a:r>
                  <a:rPr lang="en-US" altLang="zh-CN" sz="1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1          0     0         0           0              1</a:t>
                </a:r>
              </a:p>
            </p:txBody>
          </p:sp>
          <p:sp>
            <p:nvSpPr>
              <p:cNvPr id="685074" name="Text Box 18">
                <a:extLst>
                  <a:ext uri="{FF2B5EF4-FFF2-40B4-BE49-F238E27FC236}">
                    <a16:creationId xmlns:a16="http://schemas.microsoft.com/office/drawing/2014/main" id="{115A85AE-5556-BB67-60F6-C0D8067FDC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" y="1911"/>
                <a:ext cx="3744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1     0</a:t>
                </a:r>
                <a:r>
                  <a:rPr lang="en-US" altLang="zh-CN" sz="1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1          1      0         1           0              0</a:t>
                </a:r>
              </a:p>
            </p:txBody>
          </p:sp>
          <p:sp>
            <p:nvSpPr>
              <p:cNvPr id="26699" name="Line 19">
                <a:extLst>
                  <a:ext uri="{FF2B5EF4-FFF2-40B4-BE49-F238E27FC236}">
                    <a16:creationId xmlns:a16="http://schemas.microsoft.com/office/drawing/2014/main" id="{5A0D73C5-1E9A-90DC-257D-769914F41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231"/>
                <a:ext cx="38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" name="Line 8">
              <a:extLst>
                <a:ext uri="{FF2B5EF4-FFF2-40B4-BE49-F238E27FC236}">
                  <a16:creationId xmlns:a16="http://schemas.microsoft.com/office/drawing/2014/main" id="{580069B6-56BF-851D-E0DD-D2C1DB4BF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1196" y="2129125"/>
              <a:ext cx="0" cy="1535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" name="Line 8">
              <a:extLst>
                <a:ext uri="{FF2B5EF4-FFF2-40B4-BE49-F238E27FC236}">
                  <a16:creationId xmlns:a16="http://schemas.microsoft.com/office/drawing/2014/main" id="{A5E62F2B-5BBE-10F5-0800-D76FF4E98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674" y="2129125"/>
              <a:ext cx="0" cy="1535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1FE9CF4-1071-4DC4-A2DC-8093E6AF5D92}"/>
              </a:ext>
            </a:extLst>
          </p:cNvPr>
          <p:cNvGrpSpPr/>
          <p:nvPr/>
        </p:nvGrpSpPr>
        <p:grpSpPr>
          <a:xfrm>
            <a:off x="3035456" y="4384676"/>
            <a:ext cx="2061891" cy="1411134"/>
            <a:chOff x="3035456" y="4384676"/>
            <a:chExt cx="2061891" cy="1411134"/>
          </a:xfrm>
        </p:grpSpPr>
        <p:sp>
          <p:nvSpPr>
            <p:cNvPr id="5" name="Oval 26">
              <a:extLst>
                <a:ext uri="{FF2B5EF4-FFF2-40B4-BE49-F238E27FC236}">
                  <a16:creationId xmlns:a16="http://schemas.microsoft.com/office/drawing/2014/main" id="{14BF5E81-AAD9-2FDF-8437-F929934FE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666" y="4638524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" name="Text Box 25">
              <a:extLst>
                <a:ext uri="{FF2B5EF4-FFF2-40B4-BE49-F238E27FC236}">
                  <a16:creationId xmlns:a16="http://schemas.microsoft.com/office/drawing/2014/main" id="{60179BCF-CB8B-670D-C6C3-5BCA95618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7279" y="4643746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Line 67">
              <a:extLst>
                <a:ext uri="{FF2B5EF4-FFF2-40B4-BE49-F238E27FC236}">
                  <a16:creationId xmlns:a16="http://schemas.microsoft.com/office/drawing/2014/main" id="{78A8DE1D-5A62-E1AE-BE4A-AF9D588DB6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2152" y="4779962"/>
              <a:ext cx="1505195" cy="7499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7">
              <a:extLst>
                <a:ext uri="{FF2B5EF4-FFF2-40B4-BE49-F238E27FC236}">
                  <a16:creationId xmlns:a16="http://schemas.microsoft.com/office/drawing/2014/main" id="{55A0320A-9403-8062-6744-B119793E1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793" y="5099051"/>
              <a:ext cx="509807" cy="5300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36">
              <a:extLst>
                <a:ext uri="{FF2B5EF4-FFF2-40B4-BE49-F238E27FC236}">
                  <a16:creationId xmlns:a16="http://schemas.microsoft.com/office/drawing/2014/main" id="{FB7E9E54-07D2-8492-DCE5-C8B4EE9A7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384676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" name="Text Box 39">
              <a:extLst>
                <a:ext uri="{FF2B5EF4-FFF2-40B4-BE49-F238E27FC236}">
                  <a16:creationId xmlns:a16="http://schemas.microsoft.com/office/drawing/2014/main" id="{79E5656F-D77C-7D54-E70B-03CF4A491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4384676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" name="Line 40">
              <a:extLst>
                <a:ext uri="{FF2B5EF4-FFF2-40B4-BE49-F238E27FC236}">
                  <a16:creationId xmlns:a16="http://schemas.microsoft.com/office/drawing/2014/main" id="{E27DD651-D6FE-1E81-F246-76F5A3EAA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8600" y="4384676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Text Box 36">
              <a:extLst>
                <a:ext uri="{FF2B5EF4-FFF2-40B4-BE49-F238E27FC236}">
                  <a16:creationId xmlns:a16="http://schemas.microsoft.com/office/drawing/2014/main" id="{E36C1A8C-113B-9B0D-AA66-D1EF698D2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5456" y="533861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" name="Text Box 39">
              <a:extLst>
                <a:ext uri="{FF2B5EF4-FFF2-40B4-BE49-F238E27FC236}">
                  <a16:creationId xmlns:a16="http://schemas.microsoft.com/office/drawing/2014/main" id="{D8DFA1A9-1581-FAE9-6819-43DF2D344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656" y="533861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" name="Line 40">
              <a:extLst>
                <a:ext uri="{FF2B5EF4-FFF2-40B4-BE49-F238E27FC236}">
                  <a16:creationId xmlns:a16="http://schemas.microsoft.com/office/drawing/2014/main" id="{A08B45CF-A93F-4472-DC07-CA86139AF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0256" y="5338610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1E4A00F-8F9A-EDF5-ED38-1247C2083C0C}"/>
              </a:ext>
            </a:extLst>
          </p:cNvPr>
          <p:cNvSpPr txBox="1"/>
          <p:nvPr/>
        </p:nvSpPr>
        <p:spPr>
          <a:xfrm>
            <a:off x="6612437" y="4495359"/>
            <a:ext cx="18748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能自启动</a:t>
            </a:r>
          </a:p>
        </p:txBody>
      </p:sp>
    </p:spTree>
    <p:extLst>
      <p:ext uri="{BB962C8B-B14F-4D97-AF65-F5344CB8AC3E}">
        <p14:creationId xmlns:p14="http://schemas.microsoft.com/office/powerpoint/2010/main" val="35557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5">
            <a:extLst>
              <a:ext uri="{FF2B5EF4-FFF2-40B4-BE49-F238E27FC236}">
                <a16:creationId xmlns:a16="http://schemas.microsoft.com/office/drawing/2014/main" id="{303BF13E-3541-55A8-E729-9DB0233B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F6B998C-E2E0-487C-8B2A-7E07B3143388}" type="slidenum">
              <a:rPr lang="en-US" altLang="zh-CN" sz="1000" smtClean="0"/>
              <a:pPr>
                <a:defRPr/>
              </a:pPr>
              <a:t>21</a:t>
            </a:fld>
            <a:endParaRPr lang="en-US" altLang="zh-CN" sz="1000"/>
          </a:p>
        </p:txBody>
      </p:sp>
      <p:sp>
        <p:nvSpPr>
          <p:cNvPr id="686082" name="Rectangle 2">
            <a:extLst>
              <a:ext uri="{FF2B5EF4-FFF2-40B4-BE49-F238E27FC236}">
                <a16:creationId xmlns:a16="http://schemas.microsoft.com/office/drawing/2014/main" id="{89E23535-9699-56D8-E257-490010D0D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D7262300-A6DA-9E77-9E86-DC5B78BC9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第六步：画逻辑图（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触发器</a:t>
            </a:r>
            <a:r>
              <a:rPr lang="zh-CN" altLang="en-US" sz="2800" b="1" dirty="0">
                <a:solidFill>
                  <a:srgbClr val="FFFF00"/>
                </a:solidFill>
              </a:rPr>
              <a:t>）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grpSp>
        <p:nvGrpSpPr>
          <p:cNvPr id="27653" name="Group 4">
            <a:extLst>
              <a:ext uri="{FF2B5EF4-FFF2-40B4-BE49-F238E27FC236}">
                <a16:creationId xmlns:a16="http://schemas.microsoft.com/office/drawing/2014/main" id="{8428DDED-9811-4422-6996-D114DBEB901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438400"/>
            <a:ext cx="7848600" cy="4191000"/>
            <a:chOff x="576" y="1536"/>
            <a:chExt cx="4944" cy="2640"/>
          </a:xfrm>
        </p:grpSpPr>
        <p:sp>
          <p:nvSpPr>
            <p:cNvPr id="27661" name="Rectangle 5">
              <a:extLst>
                <a:ext uri="{FF2B5EF4-FFF2-40B4-BE49-F238E27FC236}">
                  <a16:creationId xmlns:a16="http://schemas.microsoft.com/office/drawing/2014/main" id="{8CB16365-55DC-7547-ABF0-3C03C681A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688"/>
              <a:ext cx="3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Q1</a:t>
              </a:r>
            </a:p>
          </p:txBody>
        </p:sp>
        <p:sp>
          <p:nvSpPr>
            <p:cNvPr id="27662" name="Rectangle 6">
              <a:extLst>
                <a:ext uri="{FF2B5EF4-FFF2-40B4-BE49-F238E27FC236}">
                  <a16:creationId xmlns:a16="http://schemas.microsoft.com/office/drawing/2014/main" id="{AA8EE9EC-391E-946D-6113-12B4BD4A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2832"/>
              <a:ext cx="632" cy="6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63" name="Line 7">
              <a:extLst>
                <a:ext uri="{FF2B5EF4-FFF2-40B4-BE49-F238E27FC236}">
                  <a16:creationId xmlns:a16="http://schemas.microsoft.com/office/drawing/2014/main" id="{AF5566BD-3521-F95F-D995-FF3A55F7E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135"/>
              <a:ext cx="84" cy="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Line 8">
              <a:extLst>
                <a:ext uri="{FF2B5EF4-FFF2-40B4-BE49-F238E27FC236}">
                  <a16:creationId xmlns:a16="http://schemas.microsoft.com/office/drawing/2014/main" id="{27C41F31-B8C9-AFCB-32AA-B3B671BCAF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055"/>
              <a:ext cx="84" cy="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Text Box 9">
              <a:extLst>
                <a:ext uri="{FF2B5EF4-FFF2-40B4-BE49-F238E27FC236}">
                  <a16:creationId xmlns:a16="http://schemas.microsoft.com/office/drawing/2014/main" id="{618FFB87-CAD3-E4D6-25A2-DF9657954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83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D</a:t>
              </a:r>
            </a:p>
          </p:txBody>
        </p:sp>
        <p:sp>
          <p:nvSpPr>
            <p:cNvPr id="27666" name="Text Box 10">
              <a:extLst>
                <a:ext uri="{FF2B5EF4-FFF2-40B4-BE49-F238E27FC236}">
                  <a16:creationId xmlns:a16="http://schemas.microsoft.com/office/drawing/2014/main" id="{20BC063E-570C-F5AE-25DD-90E7516F5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02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27667" name="Line 13">
              <a:extLst>
                <a:ext uri="{FF2B5EF4-FFF2-40B4-BE49-F238E27FC236}">
                  <a16:creationId xmlns:a16="http://schemas.microsoft.com/office/drawing/2014/main" id="{D10C4D41-1BC7-09DA-5597-9DFA11EC2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8" name="Rectangle 14">
              <a:extLst>
                <a:ext uri="{FF2B5EF4-FFF2-40B4-BE49-F238E27FC236}">
                  <a16:creationId xmlns:a16="http://schemas.microsoft.com/office/drawing/2014/main" id="{68E4F05F-4341-DE2B-77C9-001D3DBA0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3552"/>
              <a:ext cx="632" cy="6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69" name="Line 15">
              <a:extLst>
                <a:ext uri="{FF2B5EF4-FFF2-40B4-BE49-F238E27FC236}">
                  <a16:creationId xmlns:a16="http://schemas.microsoft.com/office/drawing/2014/main" id="{311C837D-688E-F72F-5687-DADA29E29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855"/>
              <a:ext cx="84" cy="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Line 16">
              <a:extLst>
                <a:ext uri="{FF2B5EF4-FFF2-40B4-BE49-F238E27FC236}">
                  <a16:creationId xmlns:a16="http://schemas.microsoft.com/office/drawing/2014/main" id="{F451C9E2-24C6-815C-117F-D759579108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775"/>
              <a:ext cx="84" cy="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Text Box 17">
              <a:extLst>
                <a:ext uri="{FF2B5EF4-FFF2-40B4-BE49-F238E27FC236}">
                  <a16:creationId xmlns:a16="http://schemas.microsoft.com/office/drawing/2014/main" id="{431C5AC1-D495-D154-A0A2-A2A6372DE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5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D</a:t>
              </a:r>
            </a:p>
          </p:txBody>
        </p:sp>
        <p:sp>
          <p:nvSpPr>
            <p:cNvPr id="27672" name="Text Box 18">
              <a:extLst>
                <a:ext uri="{FF2B5EF4-FFF2-40B4-BE49-F238E27FC236}">
                  <a16:creationId xmlns:a16="http://schemas.microsoft.com/office/drawing/2014/main" id="{12DA0A7A-21D1-A52C-42A7-2E8717B8D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74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27673" name="Line 21">
              <a:extLst>
                <a:ext uri="{FF2B5EF4-FFF2-40B4-BE49-F238E27FC236}">
                  <a16:creationId xmlns:a16="http://schemas.microsoft.com/office/drawing/2014/main" id="{F85E6370-520F-2485-BE9D-302A26E3DF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92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4" name="Line 22">
              <a:extLst>
                <a:ext uri="{FF2B5EF4-FFF2-40B4-BE49-F238E27FC236}">
                  <a16:creationId xmlns:a16="http://schemas.microsoft.com/office/drawing/2014/main" id="{3F3E6108-4ADB-357A-3227-B0DA325FC6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364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5" name="Line 23">
              <a:extLst>
                <a:ext uri="{FF2B5EF4-FFF2-40B4-BE49-F238E27FC236}">
                  <a16:creationId xmlns:a16="http://schemas.microsoft.com/office/drawing/2014/main" id="{BCE861E6-7A31-D122-78F0-0F5986A59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352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6" name="Line 24">
              <a:extLst>
                <a:ext uri="{FF2B5EF4-FFF2-40B4-BE49-F238E27FC236}">
                  <a16:creationId xmlns:a16="http://schemas.microsoft.com/office/drawing/2014/main" id="{C5CEDC43-1C33-7D70-1440-CA8448607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680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7" name="Line 25">
              <a:extLst>
                <a:ext uri="{FF2B5EF4-FFF2-40B4-BE49-F238E27FC236}">
                  <a16:creationId xmlns:a16="http://schemas.microsoft.com/office/drawing/2014/main" id="{23E2F6A6-7246-4DFE-58EC-5C20B404F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36" y="177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8" name="Line 26">
              <a:extLst>
                <a:ext uri="{FF2B5EF4-FFF2-40B4-BE49-F238E27FC236}">
                  <a16:creationId xmlns:a16="http://schemas.microsoft.com/office/drawing/2014/main" id="{0C113A36-F6E7-1500-BDAF-AE2D53B40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304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9" name="Line 27">
              <a:extLst>
                <a:ext uri="{FF2B5EF4-FFF2-40B4-BE49-F238E27FC236}">
                  <a16:creationId xmlns:a16="http://schemas.microsoft.com/office/drawing/2014/main" id="{B1697F09-4E2A-719A-B306-173BEB9BD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968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0" name="Line 28">
              <a:extLst>
                <a:ext uri="{FF2B5EF4-FFF2-40B4-BE49-F238E27FC236}">
                  <a16:creationId xmlns:a16="http://schemas.microsoft.com/office/drawing/2014/main" id="{EAAE6286-6123-3BA8-E0E9-A27AABCAB8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64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1" name="Line 29">
              <a:extLst>
                <a:ext uri="{FF2B5EF4-FFF2-40B4-BE49-F238E27FC236}">
                  <a16:creationId xmlns:a16="http://schemas.microsoft.com/office/drawing/2014/main" id="{67AA53FF-C1CF-F1B6-462F-A28346CC4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120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2" name="Line 30">
              <a:extLst>
                <a:ext uri="{FF2B5EF4-FFF2-40B4-BE49-F238E27FC236}">
                  <a16:creationId xmlns:a16="http://schemas.microsoft.com/office/drawing/2014/main" id="{9E06F914-22D7-5795-E36E-C5D68C9E0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84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3" name="Oval 31">
              <a:extLst>
                <a:ext uri="{FF2B5EF4-FFF2-40B4-BE49-F238E27FC236}">
                  <a16:creationId xmlns:a16="http://schemas.microsoft.com/office/drawing/2014/main" id="{AC30703B-8BA2-34AB-5039-CB383B398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07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6112" name="Text Box 32">
              <a:extLst>
                <a:ext uri="{FF2B5EF4-FFF2-40B4-BE49-F238E27FC236}">
                  <a16:creationId xmlns:a16="http://schemas.microsoft.com/office/drawing/2014/main" id="{EEA2937B-A85B-3871-4C7A-6A7AD1D6C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97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86113" name="Text Box 33">
              <a:extLst>
                <a:ext uri="{FF2B5EF4-FFF2-40B4-BE49-F238E27FC236}">
                  <a16:creationId xmlns:a16="http://schemas.microsoft.com/office/drawing/2014/main" id="{E4FE11F2-DF6F-2A07-CDC7-45711960A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5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86114" name="Text Box 34">
              <a:extLst>
                <a:ext uri="{FF2B5EF4-FFF2-40B4-BE49-F238E27FC236}">
                  <a16:creationId xmlns:a16="http://schemas.microsoft.com/office/drawing/2014/main" id="{E9FEBA76-5175-935E-E787-7B0246F3B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5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27687" name="Rectangle 35">
              <a:extLst>
                <a:ext uri="{FF2B5EF4-FFF2-40B4-BE49-F238E27FC236}">
                  <a16:creationId xmlns:a16="http://schemas.microsoft.com/office/drawing/2014/main" id="{C80C7519-DF83-BF6A-50F0-BA5568424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688"/>
              <a:ext cx="3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27688" name="Rectangle 36">
              <a:extLst>
                <a:ext uri="{FF2B5EF4-FFF2-40B4-BE49-F238E27FC236}">
                  <a16:creationId xmlns:a16="http://schemas.microsoft.com/office/drawing/2014/main" id="{6A720CA0-98BA-12E9-06AE-7C156D506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446"/>
              <a:ext cx="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D2</a:t>
              </a:r>
            </a:p>
          </p:txBody>
        </p:sp>
        <p:sp>
          <p:nvSpPr>
            <p:cNvPr id="27689" name="Rectangle 37">
              <a:extLst>
                <a:ext uri="{FF2B5EF4-FFF2-40B4-BE49-F238E27FC236}">
                  <a16:creationId xmlns:a16="http://schemas.microsoft.com/office/drawing/2014/main" id="{CBD5E0C7-8438-D10A-8291-8E28C56EE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08"/>
              <a:ext cx="3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Q2</a:t>
              </a:r>
            </a:p>
          </p:txBody>
        </p:sp>
        <p:sp>
          <p:nvSpPr>
            <p:cNvPr id="27690" name="Rectangle 38">
              <a:extLst>
                <a:ext uri="{FF2B5EF4-FFF2-40B4-BE49-F238E27FC236}">
                  <a16:creationId xmlns:a16="http://schemas.microsoft.com/office/drawing/2014/main" id="{11E6460B-C963-4CCF-701B-70A0F5729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536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1" name="Oval 39">
              <a:extLst>
                <a:ext uri="{FF2B5EF4-FFF2-40B4-BE49-F238E27FC236}">
                  <a16:creationId xmlns:a16="http://schemas.microsoft.com/office/drawing/2014/main" id="{19A3B827-310A-E6C8-2FCC-805AD3261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63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2" name="Line 40">
              <a:extLst>
                <a:ext uri="{FF2B5EF4-FFF2-40B4-BE49-F238E27FC236}">
                  <a16:creationId xmlns:a16="http://schemas.microsoft.com/office/drawing/2014/main" id="{CE5302E1-2B02-2377-DB61-544D60AD4C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1680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3" name="Rectangle 41">
              <a:extLst>
                <a:ext uri="{FF2B5EF4-FFF2-40B4-BE49-F238E27FC236}">
                  <a16:creationId xmlns:a16="http://schemas.microsoft.com/office/drawing/2014/main" id="{576E91CB-112D-1407-B610-693D6E375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632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4" name="Oval 42">
              <a:extLst>
                <a:ext uri="{FF2B5EF4-FFF2-40B4-BE49-F238E27FC236}">
                  <a16:creationId xmlns:a16="http://schemas.microsoft.com/office/drawing/2014/main" id="{6880F26A-D9FC-BEA2-4071-3FB6BCCAF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72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5" name="Rectangle 43">
              <a:extLst>
                <a:ext uri="{FF2B5EF4-FFF2-40B4-BE49-F238E27FC236}">
                  <a16:creationId xmlns:a16="http://schemas.microsoft.com/office/drawing/2014/main" id="{1D1B2646-89D3-C0F0-1CC9-74CC71B61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632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6" name="Oval 44">
              <a:extLst>
                <a:ext uri="{FF2B5EF4-FFF2-40B4-BE49-F238E27FC236}">
                  <a16:creationId xmlns:a16="http://schemas.microsoft.com/office/drawing/2014/main" id="{00BDC3C0-AFA1-08C1-E47D-E186D239C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72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7" name="Line 45">
              <a:extLst>
                <a:ext uri="{FF2B5EF4-FFF2-40B4-BE49-F238E27FC236}">
                  <a16:creationId xmlns:a16="http://schemas.microsoft.com/office/drawing/2014/main" id="{6581D05A-7B93-0FB8-C946-0F076DF692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235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8" name="Line 46">
              <a:extLst>
                <a:ext uri="{FF2B5EF4-FFF2-40B4-BE49-F238E27FC236}">
                  <a16:creationId xmlns:a16="http://schemas.microsoft.com/office/drawing/2014/main" id="{865EBF2D-0B5D-C370-A1A4-AC45AEDB06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25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9" name="Line 47">
              <a:extLst>
                <a:ext uri="{FF2B5EF4-FFF2-40B4-BE49-F238E27FC236}">
                  <a16:creationId xmlns:a16="http://schemas.microsoft.com/office/drawing/2014/main" id="{AC5B80B0-9D2A-1A39-073F-5129F8332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680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0" name="Line 48">
              <a:extLst>
                <a:ext uri="{FF2B5EF4-FFF2-40B4-BE49-F238E27FC236}">
                  <a16:creationId xmlns:a16="http://schemas.microsoft.com/office/drawing/2014/main" id="{1212B559-F89D-9EAF-C9D5-6331D3270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230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1" name="Line 49">
              <a:extLst>
                <a:ext uri="{FF2B5EF4-FFF2-40B4-BE49-F238E27FC236}">
                  <a16:creationId xmlns:a16="http://schemas.microsoft.com/office/drawing/2014/main" id="{7FA30F3B-9CB6-7DFC-B3B6-EF49FC029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968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2" name="Oval 50">
              <a:extLst>
                <a:ext uri="{FF2B5EF4-FFF2-40B4-BE49-F238E27FC236}">
                  <a16:creationId xmlns:a16="http://schemas.microsoft.com/office/drawing/2014/main" id="{1E21D59C-07B2-6ECC-B744-B65806D75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92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03" name="Line 51">
              <a:extLst>
                <a:ext uri="{FF2B5EF4-FFF2-40B4-BE49-F238E27FC236}">
                  <a16:creationId xmlns:a16="http://schemas.microsoft.com/office/drawing/2014/main" id="{EBD20891-4C46-AD5B-C0F6-0DD423B20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12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4" name="Line 52">
              <a:extLst>
                <a:ext uri="{FF2B5EF4-FFF2-40B4-BE49-F238E27FC236}">
                  <a16:creationId xmlns:a16="http://schemas.microsoft.com/office/drawing/2014/main" id="{6715BA4A-84AD-E6B7-CDC2-F9F1E138C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640"/>
              <a:ext cx="18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5" name="Line 53">
              <a:extLst>
                <a:ext uri="{FF2B5EF4-FFF2-40B4-BE49-F238E27FC236}">
                  <a16:creationId xmlns:a16="http://schemas.microsoft.com/office/drawing/2014/main" id="{24A1BD64-E32F-8BF5-A743-AE89667E9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24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6" name="Line 54">
              <a:extLst>
                <a:ext uri="{FF2B5EF4-FFF2-40B4-BE49-F238E27FC236}">
                  <a16:creationId xmlns:a16="http://schemas.microsoft.com/office/drawing/2014/main" id="{6AC5ED25-B97B-4850-5A3F-8F0899744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824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7" name="Line 55">
              <a:extLst>
                <a:ext uri="{FF2B5EF4-FFF2-40B4-BE49-F238E27FC236}">
                  <a16:creationId xmlns:a16="http://schemas.microsoft.com/office/drawing/2014/main" id="{0494332F-2937-B2DE-36D9-626B46BA7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77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8" name="Line 56">
              <a:extLst>
                <a:ext uri="{FF2B5EF4-FFF2-40B4-BE49-F238E27FC236}">
                  <a16:creationId xmlns:a16="http://schemas.microsoft.com/office/drawing/2014/main" id="{846A54CA-EE30-EF09-82F7-1595CEA95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31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9" name="Line 57">
              <a:extLst>
                <a:ext uri="{FF2B5EF4-FFF2-40B4-BE49-F238E27FC236}">
                  <a16:creationId xmlns:a16="http://schemas.microsoft.com/office/drawing/2014/main" id="{2BC208FB-E85B-8ED6-C6F8-7105078E7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92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10" name="Oval 58">
              <a:extLst>
                <a:ext uri="{FF2B5EF4-FFF2-40B4-BE49-F238E27FC236}">
                  <a16:creationId xmlns:a16="http://schemas.microsoft.com/office/drawing/2014/main" id="{9B4F1B5D-8D0B-C9B7-B183-ABD89E4BC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63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1" name="Rectangle 59">
              <a:extLst>
                <a:ext uri="{FF2B5EF4-FFF2-40B4-BE49-F238E27FC236}">
                  <a16:creationId xmlns:a16="http://schemas.microsoft.com/office/drawing/2014/main" id="{ED8EA22A-9224-15D1-0EB3-C2F07CFB4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60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2" name="Oval 60">
              <a:extLst>
                <a:ext uri="{FF2B5EF4-FFF2-40B4-BE49-F238E27FC236}">
                  <a16:creationId xmlns:a16="http://schemas.microsoft.com/office/drawing/2014/main" id="{DA3CB7B0-B368-BF57-1474-9A7A2444E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25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3" name="Rectangle 61">
              <a:extLst>
                <a:ext uri="{FF2B5EF4-FFF2-40B4-BE49-F238E27FC236}">
                  <a16:creationId xmlns:a16="http://schemas.microsoft.com/office/drawing/2014/main" id="{6E596CC8-A437-8510-1C9B-7B5272211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160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4" name="Oval 62">
              <a:extLst>
                <a:ext uri="{FF2B5EF4-FFF2-40B4-BE49-F238E27FC236}">
                  <a16:creationId xmlns:a16="http://schemas.microsoft.com/office/drawing/2014/main" id="{B239420B-11EA-7AF8-48FA-E851D2726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25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5" name="Line 63">
              <a:extLst>
                <a:ext uri="{FF2B5EF4-FFF2-40B4-BE49-F238E27FC236}">
                  <a16:creationId xmlns:a16="http://schemas.microsoft.com/office/drawing/2014/main" id="{5D2A5237-7F04-09C2-980D-1A435A39F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304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7654" name="Group 64">
            <a:extLst>
              <a:ext uri="{FF2B5EF4-FFF2-40B4-BE49-F238E27FC236}">
                <a16:creationId xmlns:a16="http://schemas.microsoft.com/office/drawing/2014/main" id="{2C2C9092-303F-AC79-663D-793A292E7B5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905000"/>
            <a:ext cx="7772400" cy="457200"/>
            <a:chOff x="432" y="1200"/>
            <a:chExt cx="4896" cy="288"/>
          </a:xfrm>
        </p:grpSpPr>
        <p:sp>
          <p:nvSpPr>
            <p:cNvPr id="686145" name="Text Box 65">
              <a:extLst>
                <a:ext uri="{FF2B5EF4-FFF2-40B4-BE49-F238E27FC236}">
                  <a16:creationId xmlns:a16="http://schemas.microsoft.com/office/drawing/2014/main" id="{7BA41918-22FB-54BD-F3A9-CBEF0C288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00"/>
              <a:ext cx="489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D2=X</a:t>
              </a: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D1=XQ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2N</a:t>
              </a: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Z=X Q</a:t>
              </a:r>
              <a:r>
                <a:rPr lang="en-US" altLang="zh-CN" sz="1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</a:p>
          </p:txBody>
        </p:sp>
        <p:sp>
          <p:nvSpPr>
            <p:cNvPr id="27660" name="Line 66">
              <a:extLst>
                <a:ext uri="{FF2B5EF4-FFF2-40B4-BE49-F238E27FC236}">
                  <a16:creationId xmlns:a16="http://schemas.microsoft.com/office/drawing/2014/main" id="{33E1C374-12EF-3739-EA90-1B45ED1FF4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124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7655" name="文本框 67">
            <a:extLst>
              <a:ext uri="{FF2B5EF4-FFF2-40B4-BE49-F238E27FC236}">
                <a16:creationId xmlns:a16="http://schemas.microsoft.com/office/drawing/2014/main" id="{8E71B430-CE69-63FB-4095-9CDE036E9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4973638"/>
            <a:ext cx="4318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—</a:t>
            </a:r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endParaRPr lang="zh-CN" altLang="en-US" sz="2000"/>
          </a:p>
        </p:txBody>
      </p:sp>
      <p:sp>
        <p:nvSpPr>
          <p:cNvPr id="27656" name="文本框 69">
            <a:extLst>
              <a:ext uri="{FF2B5EF4-FFF2-40B4-BE49-F238E27FC236}">
                <a16:creationId xmlns:a16="http://schemas.microsoft.com/office/drawing/2014/main" id="{2F2E8135-A4E7-F06B-9EB7-A8365B2A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4419600"/>
            <a:ext cx="43180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000"/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endParaRPr lang="zh-CN" altLang="en-US" sz="2000"/>
          </a:p>
        </p:txBody>
      </p:sp>
      <p:sp>
        <p:nvSpPr>
          <p:cNvPr id="27657" name="文本框 70">
            <a:extLst>
              <a:ext uri="{FF2B5EF4-FFF2-40B4-BE49-F238E27FC236}">
                <a16:creationId xmlns:a16="http://schemas.microsoft.com/office/drawing/2014/main" id="{E91C0320-1850-F1CB-6F92-4EE1457F8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5526088"/>
            <a:ext cx="431800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000"/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endParaRPr lang="zh-CN" altLang="en-US" sz="2000"/>
          </a:p>
        </p:txBody>
      </p:sp>
      <p:sp>
        <p:nvSpPr>
          <p:cNvPr id="27658" name="文本框 71">
            <a:extLst>
              <a:ext uri="{FF2B5EF4-FFF2-40B4-BE49-F238E27FC236}">
                <a16:creationId xmlns:a16="http://schemas.microsoft.com/office/drawing/2014/main" id="{E2841A1C-77CA-EC5D-79E1-117DD644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388" y="6099175"/>
            <a:ext cx="4318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—</a:t>
            </a:r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endParaRPr lang="zh-CN" alt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id="{200EDA85-F3D4-87AB-ECF9-1172B971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33C047B-5540-48B0-9AB7-D04832F8126B}" type="slidenum">
              <a:rPr lang="en-US" altLang="zh-CN" sz="1000" smtClean="0"/>
              <a:pPr>
                <a:defRPr/>
              </a:pPr>
              <a:t>22</a:t>
            </a:fld>
            <a:endParaRPr lang="en-US" altLang="zh-CN" sz="1000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F2826E73-969B-19AB-B8C0-FEC82D416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84059" name="Rectangle 27">
            <a:extLst>
              <a:ext uri="{FF2B5EF4-FFF2-40B4-BE49-F238E27FC236}">
                <a16:creationId xmlns:a16="http://schemas.microsoft.com/office/drawing/2014/main" id="{89AE6F36-D83E-44EE-E936-9D8567D0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92288"/>
            <a:ext cx="7772400" cy="5222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如果用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J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触发器设计的话，怎么设计？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599606-D603-5A81-99BB-4CFC96F1D85E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019425"/>
            <a:ext cx="4114800" cy="1828800"/>
            <a:chOff x="2268538" y="3019425"/>
            <a:chExt cx="4114800" cy="1828800"/>
          </a:xfrm>
        </p:grpSpPr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872C515-1510-79AE-A952-CB20DB152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288" y="3019425"/>
              <a:ext cx="990600" cy="182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4038" name="Text Box 6">
              <a:extLst>
                <a:ext uri="{FF2B5EF4-FFF2-40B4-BE49-F238E27FC236}">
                  <a16:creationId xmlns:a16="http://schemas.microsoft.com/office/drawing/2014/main" id="{5795067D-701F-ECB0-BB37-215E9CBE4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3488" y="3248025"/>
              <a:ext cx="990600" cy="82232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组合逻辑</a:t>
              </a:r>
            </a:p>
          </p:txBody>
        </p:sp>
        <p:sp>
          <p:nvSpPr>
            <p:cNvPr id="28680" name="Line 7">
              <a:extLst>
                <a:ext uri="{FF2B5EF4-FFF2-40B4-BE49-F238E27FC236}">
                  <a16:creationId xmlns:a16="http://schemas.microsoft.com/office/drawing/2014/main" id="{ECBD625C-2AEE-99E5-E473-B9F59D986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46196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4040" name="Text Box 8">
              <a:extLst>
                <a:ext uri="{FF2B5EF4-FFF2-40B4-BE49-F238E27FC236}">
                  <a16:creationId xmlns:a16="http://schemas.microsoft.com/office/drawing/2014/main" id="{B22D7535-1FC1-2600-A50C-1A7ADCE27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688" y="3019425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84041" name="Text Box 9">
              <a:extLst>
                <a:ext uri="{FF2B5EF4-FFF2-40B4-BE49-F238E27FC236}">
                  <a16:creationId xmlns:a16="http://schemas.microsoft.com/office/drawing/2014/main" id="{A57E1D61-53FA-283B-E33D-3507E4198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4688" y="307975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28683" name="Line 10">
              <a:extLst>
                <a:ext uri="{FF2B5EF4-FFF2-40B4-BE49-F238E27FC236}">
                  <a16:creationId xmlns:a16="http://schemas.microsoft.com/office/drawing/2014/main" id="{FF6FE143-B0CB-317F-DB1F-6F0F140444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41624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4" name="Line 11">
              <a:extLst>
                <a:ext uri="{FF2B5EF4-FFF2-40B4-BE49-F238E27FC236}">
                  <a16:creationId xmlns:a16="http://schemas.microsoft.com/office/drawing/2014/main" id="{91205D60-4560-94E9-5D0E-F68545C22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38576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5" name="Line 12">
              <a:extLst>
                <a:ext uri="{FF2B5EF4-FFF2-40B4-BE49-F238E27FC236}">
                  <a16:creationId xmlns:a16="http://schemas.microsoft.com/office/drawing/2014/main" id="{1D5A9869-274D-036F-4B25-0718C0D74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34766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6" name="Line 13">
              <a:extLst>
                <a:ext uri="{FF2B5EF4-FFF2-40B4-BE49-F238E27FC236}">
                  <a16:creationId xmlns:a16="http://schemas.microsoft.com/office/drawing/2014/main" id="{C0D487F0-53EF-02A3-70D5-1DEA9AF51A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32480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7" name="Line 14">
              <a:extLst>
                <a:ext uri="{FF2B5EF4-FFF2-40B4-BE49-F238E27FC236}">
                  <a16:creationId xmlns:a16="http://schemas.microsoft.com/office/drawing/2014/main" id="{25460347-1008-20C9-51C8-8069DB546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7888" y="399415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8" name="Line 15">
              <a:extLst>
                <a:ext uri="{FF2B5EF4-FFF2-40B4-BE49-F238E27FC236}">
                  <a16:creationId xmlns:a16="http://schemas.microsoft.com/office/drawing/2014/main" id="{A3BB03DC-F114-9C1F-FBBF-B77A0E8ED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7888" y="36576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9" name="Line 16">
              <a:extLst>
                <a:ext uri="{FF2B5EF4-FFF2-40B4-BE49-F238E27FC236}">
                  <a16:creationId xmlns:a16="http://schemas.microsoft.com/office/drawing/2014/main" id="{694B5790-D96D-4D33-8BB7-B4B97EE29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7888" y="330835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0" name="Rectangle 17">
              <a:extLst>
                <a:ext uri="{FF2B5EF4-FFF2-40B4-BE49-F238E27FC236}">
                  <a16:creationId xmlns:a16="http://schemas.microsoft.com/office/drawing/2014/main" id="{8B51F2DF-5C15-F0FC-7477-73650A32D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4688" y="3492500"/>
              <a:ext cx="6286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J1</a:t>
              </a:r>
            </a:p>
          </p:txBody>
        </p:sp>
        <p:sp>
          <p:nvSpPr>
            <p:cNvPr id="28691" name="Rectangle 18">
              <a:extLst>
                <a:ext uri="{FF2B5EF4-FFF2-40B4-BE49-F238E27FC236}">
                  <a16:creationId xmlns:a16="http://schemas.microsoft.com/office/drawing/2014/main" id="{8E3D254D-E07C-D865-38F0-4C73E84CA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8" y="3781425"/>
              <a:ext cx="473075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K1</a:t>
              </a:r>
            </a:p>
          </p:txBody>
        </p:sp>
        <p:sp>
          <p:nvSpPr>
            <p:cNvPr id="28692" name="Rectangle 19">
              <a:extLst>
                <a:ext uri="{FF2B5EF4-FFF2-40B4-BE49-F238E27FC236}">
                  <a16:creationId xmlns:a16="http://schemas.microsoft.com/office/drawing/2014/main" id="{18655D77-DBDC-A1DE-FCE8-8BD5D030A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0288" y="3308350"/>
              <a:ext cx="482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Q1</a:t>
              </a:r>
            </a:p>
          </p:txBody>
        </p:sp>
        <p:sp>
          <p:nvSpPr>
            <p:cNvPr id="28693" name="Rectangle 20">
              <a:extLst>
                <a:ext uri="{FF2B5EF4-FFF2-40B4-BE49-F238E27FC236}">
                  <a16:creationId xmlns:a16="http://schemas.microsoft.com/office/drawing/2014/main" id="{08165ECD-F0E8-505E-ACAC-7B5034F29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3994150"/>
              <a:ext cx="5143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Q2</a:t>
              </a:r>
            </a:p>
          </p:txBody>
        </p:sp>
        <p:grpSp>
          <p:nvGrpSpPr>
            <p:cNvPr id="28694" name="Group 21">
              <a:extLst>
                <a:ext uri="{FF2B5EF4-FFF2-40B4-BE49-F238E27FC236}">
                  <a16:creationId xmlns:a16="http://schemas.microsoft.com/office/drawing/2014/main" id="{06450BEA-24B4-E015-5CAB-54D0901BE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0288" y="3705225"/>
              <a:ext cx="482600" cy="396875"/>
              <a:chOff x="768" y="3254"/>
              <a:chExt cx="304" cy="250"/>
            </a:xfrm>
          </p:grpSpPr>
          <p:sp>
            <p:nvSpPr>
              <p:cNvPr id="28702" name="Rectangle 22">
                <a:extLst>
                  <a:ext uri="{FF2B5EF4-FFF2-40B4-BE49-F238E27FC236}">
                    <a16:creationId xmlns:a16="http://schemas.microsoft.com/office/drawing/2014/main" id="{E1C6FCAA-835D-6DA5-8B48-A7793AF7D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Georgia" panose="02040502050405020303" pitchFamily="18" charset="0"/>
                  </a:rPr>
                  <a:t>Q1</a:t>
                </a:r>
              </a:p>
            </p:txBody>
          </p:sp>
          <p:sp>
            <p:nvSpPr>
              <p:cNvPr id="28703" name="Line 23">
                <a:extLst>
                  <a:ext uri="{FF2B5EF4-FFF2-40B4-BE49-F238E27FC236}">
                    <a16:creationId xmlns:a16="http://schemas.microsoft.com/office/drawing/2014/main" id="{F8D9C731-3FEE-704D-8F54-465250CDC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8695" name="Group 24">
              <a:extLst>
                <a:ext uri="{FF2B5EF4-FFF2-40B4-BE49-F238E27FC236}">
                  <a16:creationId xmlns:a16="http://schemas.microsoft.com/office/drawing/2014/main" id="{C601C733-AE20-62CD-B86C-C3FB4AEEE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0288" y="4375150"/>
              <a:ext cx="514350" cy="396875"/>
              <a:chOff x="768" y="3254"/>
              <a:chExt cx="324" cy="250"/>
            </a:xfrm>
          </p:grpSpPr>
          <p:sp>
            <p:nvSpPr>
              <p:cNvPr id="28700" name="Rectangle 25">
                <a:extLst>
                  <a:ext uri="{FF2B5EF4-FFF2-40B4-BE49-F238E27FC236}">
                    <a16:creationId xmlns:a16="http://schemas.microsoft.com/office/drawing/2014/main" id="{82A5C443-EEF6-AC47-032D-82D394A02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Georgia" panose="02040502050405020303" pitchFamily="18" charset="0"/>
                  </a:rPr>
                  <a:t>Q2</a:t>
                </a:r>
              </a:p>
            </p:txBody>
          </p:sp>
          <p:sp>
            <p:nvSpPr>
              <p:cNvPr id="28701" name="Line 26">
                <a:extLst>
                  <a:ext uri="{FF2B5EF4-FFF2-40B4-BE49-F238E27FC236}">
                    <a16:creationId xmlns:a16="http://schemas.microsoft.com/office/drawing/2014/main" id="{6183FD71-01C7-51CA-A21E-229ED12B4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696" name="Line 14">
              <a:extLst>
                <a:ext uri="{FF2B5EF4-FFF2-40B4-BE49-F238E27FC236}">
                  <a16:creationId xmlns:a16="http://schemas.microsoft.com/office/drawing/2014/main" id="{DE466A4E-A3E9-2004-D384-15B22F156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4713" y="464185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7" name="Line 15">
              <a:extLst>
                <a:ext uri="{FF2B5EF4-FFF2-40B4-BE49-F238E27FC236}">
                  <a16:creationId xmlns:a16="http://schemas.microsoft.com/office/drawing/2014/main" id="{323DBF15-0EA2-98C2-8A14-5093D1F59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4713" y="43053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8" name="Rectangle 18">
              <a:extLst>
                <a:ext uri="{FF2B5EF4-FFF2-40B4-BE49-F238E27FC236}">
                  <a16:creationId xmlns:a16="http://schemas.microsoft.com/office/drawing/2014/main" id="{115BA9D5-0828-7799-4EFA-FF83DC6B1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6113" y="4429125"/>
              <a:ext cx="504825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K2</a:t>
              </a:r>
            </a:p>
          </p:txBody>
        </p:sp>
        <p:sp>
          <p:nvSpPr>
            <p:cNvPr id="28699" name="Rectangle 17">
              <a:extLst>
                <a:ext uri="{FF2B5EF4-FFF2-40B4-BE49-F238E27FC236}">
                  <a16:creationId xmlns:a16="http://schemas.microsoft.com/office/drawing/2014/main" id="{7861E6FE-012F-B7CD-4F42-BD4D995EC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4087813"/>
              <a:ext cx="6286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J2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5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>
            <a:extLst>
              <a:ext uri="{FF2B5EF4-FFF2-40B4-BE49-F238E27FC236}">
                <a16:creationId xmlns:a16="http://schemas.microsoft.com/office/drawing/2014/main" id="{6702F6C7-0A03-D397-6FD9-201E8826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846330E-A932-4EEF-B4E3-33F1E1FDF809}" type="slidenum">
              <a:rPr lang="en-US" altLang="zh-CN" sz="1000" smtClean="0"/>
              <a:pPr>
                <a:defRPr/>
              </a:pPr>
              <a:t>23</a:t>
            </a:fld>
            <a:endParaRPr lang="en-US" altLang="zh-CN" sz="1000"/>
          </a:p>
        </p:txBody>
      </p:sp>
      <p:sp>
        <p:nvSpPr>
          <p:cNvPr id="604162" name="Rectangle 2">
            <a:extLst>
              <a:ext uri="{FF2B5EF4-FFF2-40B4-BE49-F238E27FC236}">
                <a16:creationId xmlns:a16="http://schemas.microsoft.com/office/drawing/2014/main" id="{79715F5C-3331-D1F7-ED03-6BAD2E3A7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0425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同步时序电路的分析与设计方法（</a:t>
            </a:r>
            <a:r>
              <a:rPr lang="en-US" altLang="zh-CN" sz="3600" dirty="0"/>
              <a:t>7</a:t>
            </a:r>
            <a:r>
              <a:rPr lang="zh-CN" altLang="en-US" sz="3600" dirty="0"/>
              <a:t>）</a:t>
            </a:r>
          </a:p>
        </p:txBody>
      </p:sp>
      <p:sp>
        <p:nvSpPr>
          <p:cNvPr id="604163" name="Rectangle 3">
            <a:extLst>
              <a:ext uri="{FF2B5EF4-FFF2-40B4-BE49-F238E27FC236}">
                <a16:creationId xmlns:a16="http://schemas.microsoft.com/office/drawing/2014/main" id="{8603E05E-6741-D269-17EF-BCFC0779C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J-K</a:t>
            </a:r>
            <a:r>
              <a:rPr lang="zh-CN" altLang="en-US" dirty="0">
                <a:solidFill>
                  <a:srgbClr val="FFFF00"/>
                </a:solidFill>
              </a:rPr>
              <a:t>触发器</a:t>
            </a:r>
            <a:r>
              <a:rPr lang="zh-CN" altLang="en-US" dirty="0"/>
              <a:t>的功能表、激励表、状态表、状态图与状态方程</a:t>
            </a: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06B94EF6-F416-5743-1D4A-5D76D1C16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176688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功能表</a:t>
            </a:r>
          </a:p>
        </p:txBody>
      </p:sp>
      <p:graphicFrame>
        <p:nvGraphicFramePr>
          <p:cNvPr id="604205" name="Group 45">
            <a:extLst>
              <a:ext uri="{FF2B5EF4-FFF2-40B4-BE49-F238E27FC236}">
                <a16:creationId xmlns:a16="http://schemas.microsoft.com/office/drawing/2014/main" id="{312656B5-9D81-A04E-EE77-3AD591DB2442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2819400"/>
          <a:ext cx="2808288" cy="3986376"/>
        </p:xfrm>
        <a:graphic>
          <a:graphicData uri="http://schemas.openxmlformats.org/drawingml/2006/table">
            <a:tbl>
              <a:tblPr/>
              <a:tblGrid>
                <a:gridCol w="196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98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     K     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23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11303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7018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22352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7686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32258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6830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41402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5974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1     1     1</a:t>
                      </a: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713" name="AutoShape 16">
            <a:extLst>
              <a:ext uri="{FF2B5EF4-FFF2-40B4-BE49-F238E27FC236}">
                <a16:creationId xmlns:a16="http://schemas.microsoft.com/office/drawing/2014/main" id="{59A7E6A9-EAC7-5324-9A8B-E64DCAB3767A}"/>
              </a:ext>
            </a:extLst>
          </p:cNvPr>
          <p:cNvSpPr>
            <a:spLocks/>
          </p:cNvSpPr>
          <p:nvPr/>
        </p:nvSpPr>
        <p:spPr bwMode="auto">
          <a:xfrm>
            <a:off x="3538538" y="3471863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4" name="AutoShape 17">
            <a:extLst>
              <a:ext uri="{FF2B5EF4-FFF2-40B4-BE49-F238E27FC236}">
                <a16:creationId xmlns:a16="http://schemas.microsoft.com/office/drawing/2014/main" id="{3FAC3D5E-3B74-2717-0F8D-35B05392EF64}"/>
              </a:ext>
            </a:extLst>
          </p:cNvPr>
          <p:cNvSpPr>
            <a:spLocks/>
          </p:cNvSpPr>
          <p:nvPr/>
        </p:nvSpPr>
        <p:spPr bwMode="auto">
          <a:xfrm>
            <a:off x="3538538" y="4264025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5" name="AutoShape 18">
            <a:extLst>
              <a:ext uri="{FF2B5EF4-FFF2-40B4-BE49-F238E27FC236}">
                <a16:creationId xmlns:a16="http://schemas.microsoft.com/office/drawing/2014/main" id="{9589B022-467D-5EB7-BB85-90F43A346B0F}"/>
              </a:ext>
            </a:extLst>
          </p:cNvPr>
          <p:cNvSpPr>
            <a:spLocks/>
          </p:cNvSpPr>
          <p:nvPr/>
        </p:nvSpPr>
        <p:spPr bwMode="auto">
          <a:xfrm>
            <a:off x="3538538" y="52006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6" name="AutoShape 19">
            <a:extLst>
              <a:ext uri="{FF2B5EF4-FFF2-40B4-BE49-F238E27FC236}">
                <a16:creationId xmlns:a16="http://schemas.microsoft.com/office/drawing/2014/main" id="{8E28691F-0934-36EB-66DE-FC93D302A2E3}"/>
              </a:ext>
            </a:extLst>
          </p:cNvPr>
          <p:cNvSpPr>
            <a:spLocks/>
          </p:cNvSpPr>
          <p:nvPr/>
        </p:nvSpPr>
        <p:spPr bwMode="auto">
          <a:xfrm>
            <a:off x="3538538" y="60642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7" name="Text Box 20">
            <a:extLst>
              <a:ext uri="{FF2B5EF4-FFF2-40B4-BE49-F238E27FC236}">
                <a16:creationId xmlns:a16="http://schemas.microsoft.com/office/drawing/2014/main" id="{8C406E5A-A55E-B939-5750-9A462ECB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1288" y="3417888"/>
            <a:ext cx="93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 Hold</a:t>
            </a:r>
          </a:p>
        </p:txBody>
      </p:sp>
      <p:sp>
        <p:nvSpPr>
          <p:cNvPr id="29718" name="Text Box 21">
            <a:extLst>
              <a:ext uri="{FF2B5EF4-FFF2-40B4-BE49-F238E27FC236}">
                <a16:creationId xmlns:a16="http://schemas.microsoft.com/office/drawing/2014/main" id="{6553E817-8C38-6004-C968-E8FF49CC2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4210050"/>
            <a:ext cx="115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Store 0</a:t>
            </a:r>
          </a:p>
        </p:txBody>
      </p:sp>
      <p:sp>
        <p:nvSpPr>
          <p:cNvPr id="29719" name="Text Box 22">
            <a:extLst>
              <a:ext uri="{FF2B5EF4-FFF2-40B4-BE49-F238E27FC236}">
                <a16:creationId xmlns:a16="http://schemas.microsoft.com/office/drawing/2014/main" id="{5473E1EC-E91A-A02F-D9EE-66FFCEB03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5146675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Store 1</a:t>
            </a:r>
          </a:p>
        </p:txBody>
      </p:sp>
      <p:sp>
        <p:nvSpPr>
          <p:cNvPr id="29720" name="Text Box 23">
            <a:extLst>
              <a:ext uri="{FF2B5EF4-FFF2-40B4-BE49-F238E27FC236}">
                <a16:creationId xmlns:a16="http://schemas.microsoft.com/office/drawing/2014/main" id="{C2A9A2DC-7482-A071-9662-71A8D062C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6010275"/>
            <a:ext cx="100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Count</a:t>
            </a:r>
          </a:p>
        </p:txBody>
      </p:sp>
      <p:grpSp>
        <p:nvGrpSpPr>
          <p:cNvPr id="604206" name="Group 46">
            <a:extLst>
              <a:ext uri="{FF2B5EF4-FFF2-40B4-BE49-F238E27FC236}">
                <a16:creationId xmlns:a16="http://schemas.microsoft.com/office/drawing/2014/main" id="{20B84CD3-CEFE-40A1-6928-733EF97B5BFE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505200"/>
            <a:ext cx="2808288" cy="2305050"/>
            <a:chOff x="3559" y="2196"/>
            <a:chExt cx="1769" cy="1452"/>
          </a:xfrm>
        </p:grpSpPr>
        <p:sp>
          <p:nvSpPr>
            <p:cNvPr id="604184" name="Rectangle 24">
              <a:extLst>
                <a:ext uri="{FF2B5EF4-FFF2-40B4-BE49-F238E27FC236}">
                  <a16:creationId xmlns:a16="http://schemas.microsoft.com/office/drawing/2014/main" id="{6EFE7464-18DE-7280-7C48-914E49C23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513"/>
              <a:ext cx="499" cy="10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FF00"/>
                  </a:solidFill>
                </a:rPr>
                <a:t>x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00FF00"/>
                  </a:solidFill>
                </a:rPr>
                <a:t>x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0000"/>
                  </a:solidFill>
                </a:rPr>
                <a:t>1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66FF"/>
                  </a:solidFill>
                </a:rPr>
                <a:t>0</a:t>
              </a:r>
            </a:p>
          </p:txBody>
        </p:sp>
        <p:sp>
          <p:nvSpPr>
            <p:cNvPr id="604185" name="Rectangle 25">
              <a:extLst>
                <a:ext uri="{FF2B5EF4-FFF2-40B4-BE49-F238E27FC236}">
                  <a16:creationId xmlns:a16="http://schemas.microsoft.com/office/drawing/2014/main" id="{D8A38BCC-4BB9-956D-95E8-5DD0771AA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2514"/>
              <a:ext cx="1270" cy="10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533400" indent="-5334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914400" indent="-4572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295400" indent="-3810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714500" indent="-342900"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1717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FF00"/>
                  </a:solidFill>
                </a:rPr>
                <a:t>0     0       0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00FF00"/>
                  </a:solidFill>
                </a:rPr>
                <a:t>0     1       1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0000"/>
                  </a:solidFill>
                </a:rPr>
                <a:t>1     0       x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solidFill>
                    <a:srgbClr val="FF66FF"/>
                  </a:solidFill>
                </a:rPr>
                <a:t>1     1       x</a:t>
              </a:r>
            </a:p>
          </p:txBody>
        </p:sp>
        <p:sp>
          <p:nvSpPr>
            <p:cNvPr id="604186" name="Rectangle 26">
              <a:extLst>
                <a:ext uri="{FF2B5EF4-FFF2-40B4-BE49-F238E27FC236}">
                  <a16:creationId xmlns:a16="http://schemas.microsoft.com/office/drawing/2014/main" id="{EAF25D3D-59B6-9725-807D-954542474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196"/>
              <a:ext cx="499" cy="3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/>
                <a:t>K</a:t>
              </a:r>
            </a:p>
          </p:txBody>
        </p:sp>
        <p:sp>
          <p:nvSpPr>
            <p:cNvPr id="604187" name="Rectangle 27">
              <a:extLst>
                <a:ext uri="{FF2B5EF4-FFF2-40B4-BE49-F238E27FC236}">
                  <a16:creationId xmlns:a16="http://schemas.microsoft.com/office/drawing/2014/main" id="{A90D732D-D862-ED2C-8A6F-E9DC004B0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196"/>
              <a:ext cx="1270" cy="3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n    </a:t>
              </a: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n+1</a:t>
              </a:r>
              <a:r>
                <a:rPr lang="en-US" altLang="zh-CN" sz="2400" dirty="0"/>
                <a:t> </a:t>
              </a:r>
              <a:r>
                <a:rPr lang="en-US" altLang="zh-CN" sz="2400" baseline="-25000" dirty="0"/>
                <a:t>  </a:t>
              </a:r>
              <a:r>
                <a:rPr lang="en-US" altLang="zh-CN" sz="2400" dirty="0"/>
                <a:t> J   </a:t>
              </a:r>
            </a:p>
          </p:txBody>
        </p:sp>
        <p:sp>
          <p:nvSpPr>
            <p:cNvPr id="29727" name="Line 28">
              <a:extLst>
                <a:ext uri="{FF2B5EF4-FFF2-40B4-BE49-F238E27FC236}">
                  <a16:creationId xmlns:a16="http://schemas.microsoft.com/office/drawing/2014/main" id="{5A081987-2E75-122D-0D55-4F30C7F14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196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29">
              <a:extLst>
                <a:ext uri="{FF2B5EF4-FFF2-40B4-BE49-F238E27FC236}">
                  <a16:creationId xmlns:a16="http://schemas.microsoft.com/office/drawing/2014/main" id="{BC2AB120-B684-2CF8-21E1-E5D43900C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559"/>
              <a:ext cx="17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Line 30">
              <a:extLst>
                <a:ext uri="{FF2B5EF4-FFF2-40B4-BE49-F238E27FC236}">
                  <a16:creationId xmlns:a16="http://schemas.microsoft.com/office/drawing/2014/main" id="{0BFDC715-37D1-B7C1-0A52-B1805EC1C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3648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Line 31">
              <a:extLst>
                <a:ext uri="{FF2B5EF4-FFF2-40B4-BE49-F238E27FC236}">
                  <a16:creationId xmlns:a16="http://schemas.microsoft.com/office/drawing/2014/main" id="{3EF9998C-0F19-3D49-A4C8-E220BEEE3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Line 32">
              <a:extLst>
                <a:ext uri="{FF2B5EF4-FFF2-40B4-BE49-F238E27FC236}">
                  <a16:creationId xmlns:a16="http://schemas.microsoft.com/office/drawing/2014/main" id="{1BB58A49-85D9-AFFC-2749-84037E973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6" y="2197"/>
              <a:ext cx="0" cy="1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Line 33">
              <a:extLst>
                <a:ext uri="{FF2B5EF4-FFF2-40B4-BE49-F238E27FC236}">
                  <a16:creationId xmlns:a16="http://schemas.microsoft.com/office/drawing/2014/main" id="{9BA3ED81-7829-6A82-219E-F988B86EF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194" name="Rectangle 34">
            <a:extLst>
              <a:ext uri="{FF2B5EF4-FFF2-40B4-BE49-F238E27FC236}">
                <a16:creationId xmlns:a16="http://schemas.microsoft.com/office/drawing/2014/main" id="{F979E5FC-6BC2-AFAE-C7B0-EA0142373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763" y="2838450"/>
            <a:ext cx="1633537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/>
              <a:t>激励表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6E06E2-D580-477F-CB93-8B193C43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F03BAD-F61A-432D-9D6E-9C64D8072E50}" type="slidenum">
              <a:rPr lang="en-US" altLang="zh-CN" sz="1000" smtClean="0"/>
              <a:pPr>
                <a:defRPr/>
              </a:pPr>
              <a:t>24</a:t>
            </a:fld>
            <a:endParaRPr lang="en-US" altLang="zh-CN" sz="1000"/>
          </a:p>
        </p:txBody>
      </p:sp>
      <p:grpSp>
        <p:nvGrpSpPr>
          <p:cNvPr id="30723" name="组合 20">
            <a:extLst>
              <a:ext uri="{FF2B5EF4-FFF2-40B4-BE49-F238E27FC236}">
                <a16:creationId xmlns:a16="http://schemas.microsoft.com/office/drawing/2014/main" id="{1915B0CF-1910-86FE-A2FE-FB0B17DE1094}"/>
              </a:ext>
            </a:extLst>
          </p:cNvPr>
          <p:cNvGrpSpPr>
            <a:grpSpLocks/>
          </p:cNvGrpSpPr>
          <p:nvPr/>
        </p:nvGrpSpPr>
        <p:grpSpPr bwMode="auto">
          <a:xfrm>
            <a:off x="1571625" y="239713"/>
            <a:ext cx="7416800" cy="3467100"/>
            <a:chOff x="683568" y="1943100"/>
            <a:chExt cx="7416824" cy="3467100"/>
          </a:xfrm>
        </p:grpSpPr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75F62C8E-5F60-1165-FB68-657342CAA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2400300"/>
              <a:ext cx="6908822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×         0    ×      0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130EDDC9-30B8-AD0B-F784-80B6F22A3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1943100"/>
              <a:ext cx="6764360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J2   K2    J1     K1     Z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30784" name="Line 5">
              <a:extLst>
                <a:ext uri="{FF2B5EF4-FFF2-40B4-BE49-F238E27FC236}">
                  <a16:creationId xmlns:a16="http://schemas.microsoft.com/office/drawing/2014/main" id="{1E4B93FB-2F44-7BF1-69D9-21C15FDF7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1943100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5" name="Line 6">
              <a:extLst>
                <a:ext uri="{FF2B5EF4-FFF2-40B4-BE49-F238E27FC236}">
                  <a16:creationId xmlns:a16="http://schemas.microsoft.com/office/drawing/2014/main" id="{F2639665-B743-9368-FA32-03E5CCF77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2400300"/>
              <a:ext cx="72728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6" name="Line 8">
              <a:extLst>
                <a:ext uri="{FF2B5EF4-FFF2-40B4-BE49-F238E27FC236}">
                  <a16:creationId xmlns:a16="http://schemas.microsoft.com/office/drawing/2014/main" id="{7F428AD8-7E4F-7C30-4457-E8D49FA12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6168" y="1943100"/>
              <a:ext cx="0" cy="3429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7" name="Line 9">
              <a:extLst>
                <a:ext uri="{FF2B5EF4-FFF2-40B4-BE49-F238E27FC236}">
                  <a16:creationId xmlns:a16="http://schemas.microsoft.com/office/drawing/2014/main" id="{2BBA3644-D19A-C127-C28C-7258BC12A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368" y="1943100"/>
              <a:ext cx="0" cy="3429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8" name="Line 10">
              <a:extLst>
                <a:ext uri="{FF2B5EF4-FFF2-40B4-BE49-F238E27FC236}">
                  <a16:creationId xmlns:a16="http://schemas.microsoft.com/office/drawing/2014/main" id="{D882FCD6-9F90-87CE-7737-87572E66B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264" y="1981200"/>
              <a:ext cx="0" cy="3429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663F2604-33DB-2D87-2E65-733B78681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2705100"/>
              <a:ext cx="7124723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 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0    ×      0 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1F786E42-537C-F609-12D9-B2F5EE404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3086100"/>
              <a:ext cx="6980261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×     1         ×     1       1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374C9B8D-8833-D7CC-10FE-5F8D56F0F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3467100"/>
              <a:ext cx="6980261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0         1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0    ×      0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3852ABFE-BF12-DFAB-464C-60D59F74D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3848100"/>
              <a:ext cx="7196161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×    0         1     ×      0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E4E8A34B-218D-6A7E-7D3B-E1C3B502B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4229100"/>
              <a:ext cx="7340624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1          1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×     0       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13427862-BF2E-55F2-2F20-90674D748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4610100"/>
              <a:ext cx="7340624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×    ×      ×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D6122BE3-B4A2-FC51-6939-BB524E424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4914900"/>
              <a:ext cx="7340624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×    ×      ×</a:t>
              </a:r>
            </a:p>
          </p:txBody>
        </p:sp>
        <p:sp>
          <p:nvSpPr>
            <p:cNvPr id="30796" name="Line 19">
              <a:extLst>
                <a:ext uri="{FF2B5EF4-FFF2-40B4-BE49-F238E27FC236}">
                  <a16:creationId xmlns:a16="http://schemas.microsoft.com/office/drawing/2014/main" id="{77586636-9551-FDE8-2094-F8581F3EC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5372100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724" name="Group 23">
            <a:extLst>
              <a:ext uri="{FF2B5EF4-FFF2-40B4-BE49-F238E27FC236}">
                <a16:creationId xmlns:a16="http://schemas.microsoft.com/office/drawing/2014/main" id="{33182C50-6FF2-F521-40EF-96C3C85CE2F0}"/>
              </a:ext>
            </a:extLst>
          </p:cNvPr>
          <p:cNvGrpSpPr>
            <a:grpSpLocks/>
          </p:cNvGrpSpPr>
          <p:nvPr/>
        </p:nvGrpSpPr>
        <p:grpSpPr bwMode="auto">
          <a:xfrm>
            <a:off x="414338" y="3749675"/>
            <a:ext cx="2895600" cy="2895600"/>
            <a:chOff x="3696" y="2112"/>
            <a:chExt cx="1824" cy="1824"/>
          </a:xfrm>
        </p:grpSpPr>
        <p:grpSp>
          <p:nvGrpSpPr>
            <p:cNvPr id="30731" name="Group 24">
              <a:extLst>
                <a:ext uri="{FF2B5EF4-FFF2-40B4-BE49-F238E27FC236}">
                  <a16:creationId xmlns:a16="http://schemas.microsoft.com/office/drawing/2014/main" id="{AA111236-C743-F711-DB0D-9ACE346D9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30780" name="Text Box 25">
                <a:extLst>
                  <a:ext uri="{FF2B5EF4-FFF2-40B4-BE49-F238E27FC236}">
                    <a16:creationId xmlns:a16="http://schemas.microsoft.com/office/drawing/2014/main" id="{DB25A6E7-01C4-EAE9-F66E-A6D6D4D0F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0781" name="Oval 26">
                <a:extLst>
                  <a:ext uri="{FF2B5EF4-FFF2-40B4-BE49-F238E27FC236}">
                    <a16:creationId xmlns:a16="http://schemas.microsoft.com/office/drawing/2014/main" id="{FA561A28-B149-E4B8-FA26-40F100E53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30732" name="Group 27">
              <a:extLst>
                <a:ext uri="{FF2B5EF4-FFF2-40B4-BE49-F238E27FC236}">
                  <a16:creationId xmlns:a16="http://schemas.microsoft.com/office/drawing/2014/main" id="{71BFEF03-44CD-3D7B-6AB2-EE87698E1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30778" name="Text Box 28">
                <a:extLst>
                  <a:ext uri="{FF2B5EF4-FFF2-40B4-BE49-F238E27FC236}">
                    <a16:creationId xmlns:a16="http://schemas.microsoft.com/office/drawing/2014/main" id="{5DD8779F-9892-3567-D2B3-A13DFF3730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0779" name="Oval 29">
                <a:extLst>
                  <a:ext uri="{FF2B5EF4-FFF2-40B4-BE49-F238E27FC236}">
                    <a16:creationId xmlns:a16="http://schemas.microsoft.com/office/drawing/2014/main" id="{34061636-AAB9-456B-479F-D16976852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30733" name="Group 30">
              <a:extLst>
                <a:ext uri="{FF2B5EF4-FFF2-40B4-BE49-F238E27FC236}">
                  <a16:creationId xmlns:a16="http://schemas.microsoft.com/office/drawing/2014/main" id="{95F91C32-B588-776C-357A-139326F82F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30776" name="Text Box 31">
                <a:extLst>
                  <a:ext uri="{FF2B5EF4-FFF2-40B4-BE49-F238E27FC236}">
                    <a16:creationId xmlns:a16="http://schemas.microsoft.com/office/drawing/2014/main" id="{47F82AB8-58FE-1AA7-F0BD-621D82DE5C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0777" name="Oval 32">
                <a:extLst>
                  <a:ext uri="{FF2B5EF4-FFF2-40B4-BE49-F238E27FC236}">
                    <a16:creationId xmlns:a16="http://schemas.microsoft.com/office/drawing/2014/main" id="{D1A1B3C3-BBD3-EBE1-73EA-793FE519A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30734" name="Line 33">
              <a:extLst>
                <a:ext uri="{FF2B5EF4-FFF2-40B4-BE49-F238E27FC236}">
                  <a16:creationId xmlns:a16="http://schemas.microsoft.com/office/drawing/2014/main" id="{E5328A80-702F-F5FF-7E52-DC3E4111DF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Freeform 34">
              <a:extLst>
                <a:ext uri="{FF2B5EF4-FFF2-40B4-BE49-F238E27FC236}">
                  <a16:creationId xmlns:a16="http://schemas.microsoft.com/office/drawing/2014/main" id="{0E794B5A-8E8F-78FB-DEC1-DD93B3679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36" name="Group 35">
              <a:extLst>
                <a:ext uri="{FF2B5EF4-FFF2-40B4-BE49-F238E27FC236}">
                  <a16:creationId xmlns:a16="http://schemas.microsoft.com/office/drawing/2014/main" id="{F518FE34-47B3-081D-4C60-C0F2175E7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30771" name="Text Box 36">
                <a:extLst>
                  <a:ext uri="{FF2B5EF4-FFF2-40B4-BE49-F238E27FC236}">
                    <a16:creationId xmlns:a16="http://schemas.microsoft.com/office/drawing/2014/main" id="{287160F0-6B58-2750-E9EC-7F0CE6791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30772" name="Group 37">
                <a:extLst>
                  <a:ext uri="{FF2B5EF4-FFF2-40B4-BE49-F238E27FC236}">
                    <a16:creationId xmlns:a16="http://schemas.microsoft.com/office/drawing/2014/main" id="{DBE06CE5-D7E9-FA3C-3603-5369F9ED75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74" name="Line 38">
                  <a:extLst>
                    <a:ext uri="{FF2B5EF4-FFF2-40B4-BE49-F238E27FC236}">
                      <a16:creationId xmlns:a16="http://schemas.microsoft.com/office/drawing/2014/main" id="{80265404-A985-9102-F45A-4834B3A443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75" name="Text Box 39">
                  <a:extLst>
                    <a:ext uri="{FF2B5EF4-FFF2-40B4-BE49-F238E27FC236}">
                      <a16:creationId xmlns:a16="http://schemas.microsoft.com/office/drawing/2014/main" id="{94863BBA-FBC1-0FF8-683C-B9489277BA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73" name="Line 40">
                <a:extLst>
                  <a:ext uri="{FF2B5EF4-FFF2-40B4-BE49-F238E27FC236}">
                    <a16:creationId xmlns:a16="http://schemas.microsoft.com/office/drawing/2014/main" id="{D694CE04-BA85-AA02-A5BE-4D0ACDB6B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0737" name="Group 41">
              <a:extLst>
                <a:ext uri="{FF2B5EF4-FFF2-40B4-BE49-F238E27FC236}">
                  <a16:creationId xmlns:a16="http://schemas.microsoft.com/office/drawing/2014/main" id="{DBBCC5EA-20DE-92F1-EA81-C775B05DAA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30766" name="Text Box 42">
                <a:extLst>
                  <a:ext uri="{FF2B5EF4-FFF2-40B4-BE49-F238E27FC236}">
                    <a16:creationId xmlns:a16="http://schemas.microsoft.com/office/drawing/2014/main" id="{F8C3A8C4-E006-3779-E9E8-A80922F42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0767" name="Group 43">
                <a:extLst>
                  <a:ext uri="{FF2B5EF4-FFF2-40B4-BE49-F238E27FC236}">
                    <a16:creationId xmlns:a16="http://schemas.microsoft.com/office/drawing/2014/main" id="{B6E3DEC9-FA96-D6DC-0B87-F4E0A7F38C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69" name="Line 44">
                  <a:extLst>
                    <a:ext uri="{FF2B5EF4-FFF2-40B4-BE49-F238E27FC236}">
                      <a16:creationId xmlns:a16="http://schemas.microsoft.com/office/drawing/2014/main" id="{0C5177B5-EC30-BDEC-41E9-A653BF69AF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70" name="Text Box 45">
                  <a:extLst>
                    <a:ext uri="{FF2B5EF4-FFF2-40B4-BE49-F238E27FC236}">
                      <a16:creationId xmlns:a16="http://schemas.microsoft.com/office/drawing/2014/main" id="{413076B8-397C-3F00-D11D-B4C760C0E1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68" name="Line 46">
                <a:extLst>
                  <a:ext uri="{FF2B5EF4-FFF2-40B4-BE49-F238E27FC236}">
                    <a16:creationId xmlns:a16="http://schemas.microsoft.com/office/drawing/2014/main" id="{16198976-C0FF-71B7-B49B-4C1EE138C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38" name="Line 47">
              <a:extLst>
                <a:ext uri="{FF2B5EF4-FFF2-40B4-BE49-F238E27FC236}">
                  <a16:creationId xmlns:a16="http://schemas.microsoft.com/office/drawing/2014/main" id="{A6C42D73-B6A5-7ADB-7276-8035B2A3E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39" name="Group 48">
              <a:extLst>
                <a:ext uri="{FF2B5EF4-FFF2-40B4-BE49-F238E27FC236}">
                  <a16:creationId xmlns:a16="http://schemas.microsoft.com/office/drawing/2014/main" id="{AB0815C2-18DF-A6E7-F8EE-4AC7E4DA80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30761" name="Text Box 49">
                <a:extLst>
                  <a:ext uri="{FF2B5EF4-FFF2-40B4-BE49-F238E27FC236}">
                    <a16:creationId xmlns:a16="http://schemas.microsoft.com/office/drawing/2014/main" id="{C4D7831C-9C62-6AB1-7521-641E82CA1D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30762" name="Group 50">
                <a:extLst>
                  <a:ext uri="{FF2B5EF4-FFF2-40B4-BE49-F238E27FC236}">
                    <a16:creationId xmlns:a16="http://schemas.microsoft.com/office/drawing/2014/main" id="{12C83D66-87D4-7EC2-720B-ED9149F3BC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64" name="Line 51">
                  <a:extLst>
                    <a:ext uri="{FF2B5EF4-FFF2-40B4-BE49-F238E27FC236}">
                      <a16:creationId xmlns:a16="http://schemas.microsoft.com/office/drawing/2014/main" id="{2FD1831B-B617-1555-50AC-0448A867B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65" name="Text Box 52">
                  <a:extLst>
                    <a:ext uri="{FF2B5EF4-FFF2-40B4-BE49-F238E27FC236}">
                      <a16:creationId xmlns:a16="http://schemas.microsoft.com/office/drawing/2014/main" id="{6756343A-AE6C-1138-1AEC-D6C39F0585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63" name="Line 53">
                <a:extLst>
                  <a:ext uri="{FF2B5EF4-FFF2-40B4-BE49-F238E27FC236}">
                    <a16:creationId xmlns:a16="http://schemas.microsoft.com/office/drawing/2014/main" id="{B996D984-1DD9-89A2-A2D6-5D9F54589C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40" name="Line 54">
              <a:extLst>
                <a:ext uri="{FF2B5EF4-FFF2-40B4-BE49-F238E27FC236}">
                  <a16:creationId xmlns:a16="http://schemas.microsoft.com/office/drawing/2014/main" id="{F00C7954-47FB-02F9-E789-96ED3CDA3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41" name="Group 55">
              <a:extLst>
                <a:ext uri="{FF2B5EF4-FFF2-40B4-BE49-F238E27FC236}">
                  <a16:creationId xmlns:a16="http://schemas.microsoft.com/office/drawing/2014/main" id="{9D689D04-7F5B-B2BF-EDDF-4BE09815B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30756" name="Text Box 56">
                <a:extLst>
                  <a:ext uri="{FF2B5EF4-FFF2-40B4-BE49-F238E27FC236}">
                    <a16:creationId xmlns:a16="http://schemas.microsoft.com/office/drawing/2014/main" id="{24D4368E-2E95-9304-FFCB-4BA788519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0757" name="Group 57">
                <a:extLst>
                  <a:ext uri="{FF2B5EF4-FFF2-40B4-BE49-F238E27FC236}">
                    <a16:creationId xmlns:a16="http://schemas.microsoft.com/office/drawing/2014/main" id="{E0458A94-E0D2-2B3F-0125-D7073F107D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59" name="Line 58">
                  <a:extLst>
                    <a:ext uri="{FF2B5EF4-FFF2-40B4-BE49-F238E27FC236}">
                      <a16:creationId xmlns:a16="http://schemas.microsoft.com/office/drawing/2014/main" id="{CECAB4C5-88CC-6C80-7206-5783047DC9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60" name="Text Box 59">
                  <a:extLst>
                    <a:ext uri="{FF2B5EF4-FFF2-40B4-BE49-F238E27FC236}">
                      <a16:creationId xmlns:a16="http://schemas.microsoft.com/office/drawing/2014/main" id="{1F270450-C0D8-73D1-1074-DC9A26D033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58" name="Line 60">
                <a:extLst>
                  <a:ext uri="{FF2B5EF4-FFF2-40B4-BE49-F238E27FC236}">
                    <a16:creationId xmlns:a16="http://schemas.microsoft.com/office/drawing/2014/main" id="{F54B2251-F120-DFC1-F2E6-F04DACE86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0742" name="Group 61">
              <a:extLst>
                <a:ext uri="{FF2B5EF4-FFF2-40B4-BE49-F238E27FC236}">
                  <a16:creationId xmlns:a16="http://schemas.microsoft.com/office/drawing/2014/main" id="{37E4BF9D-205E-CA8B-BBC9-CACC6561C8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30751" name="Text Box 62">
                <a:extLst>
                  <a:ext uri="{FF2B5EF4-FFF2-40B4-BE49-F238E27FC236}">
                    <a16:creationId xmlns:a16="http://schemas.microsoft.com/office/drawing/2014/main" id="{1A8DAFCD-8A57-6EAF-9032-2C77C63F68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30752" name="Group 63">
                <a:extLst>
                  <a:ext uri="{FF2B5EF4-FFF2-40B4-BE49-F238E27FC236}">
                    <a16:creationId xmlns:a16="http://schemas.microsoft.com/office/drawing/2014/main" id="{4CA48AE0-F2BC-7D6C-8D6E-9ADFB0EB60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30754" name="Line 64">
                  <a:extLst>
                    <a:ext uri="{FF2B5EF4-FFF2-40B4-BE49-F238E27FC236}">
                      <a16:creationId xmlns:a16="http://schemas.microsoft.com/office/drawing/2014/main" id="{16F81DE8-6F02-137E-2FA8-4423661C89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55" name="Text Box 65">
                  <a:extLst>
                    <a:ext uri="{FF2B5EF4-FFF2-40B4-BE49-F238E27FC236}">
                      <a16:creationId xmlns:a16="http://schemas.microsoft.com/office/drawing/2014/main" id="{BC8DEC5A-1538-976B-5962-300E2CA303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30753" name="Line 66">
                <a:extLst>
                  <a:ext uri="{FF2B5EF4-FFF2-40B4-BE49-F238E27FC236}">
                    <a16:creationId xmlns:a16="http://schemas.microsoft.com/office/drawing/2014/main" id="{560B5B40-8B23-DD36-970A-E3467B93A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43" name="Line 67">
              <a:extLst>
                <a:ext uri="{FF2B5EF4-FFF2-40B4-BE49-F238E27FC236}">
                  <a16:creationId xmlns:a16="http://schemas.microsoft.com/office/drawing/2014/main" id="{2E618CBA-BE99-E815-0C4A-33BD025236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Freeform 68">
              <a:extLst>
                <a:ext uri="{FF2B5EF4-FFF2-40B4-BE49-F238E27FC236}">
                  <a16:creationId xmlns:a16="http://schemas.microsoft.com/office/drawing/2014/main" id="{6D00A348-EBDB-5543-AA0F-D01059B3E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45" name="Group 69">
              <a:extLst>
                <a:ext uri="{FF2B5EF4-FFF2-40B4-BE49-F238E27FC236}">
                  <a16:creationId xmlns:a16="http://schemas.microsoft.com/office/drawing/2014/main" id="{9E76C927-8E71-4E7D-8F43-D1C3785DB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30746" name="Text Box 70">
                <a:extLst>
                  <a:ext uri="{FF2B5EF4-FFF2-40B4-BE49-F238E27FC236}">
                    <a16:creationId xmlns:a16="http://schemas.microsoft.com/office/drawing/2014/main" id="{3D283664-47A6-2A0E-3CA9-C84A7D2F31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0747" name="Group 71">
                <a:extLst>
                  <a:ext uri="{FF2B5EF4-FFF2-40B4-BE49-F238E27FC236}">
                    <a16:creationId xmlns:a16="http://schemas.microsoft.com/office/drawing/2014/main" id="{9B0CC889-8A64-48FE-22A3-522221BC7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49" name="Line 72">
                  <a:extLst>
                    <a:ext uri="{FF2B5EF4-FFF2-40B4-BE49-F238E27FC236}">
                      <a16:creationId xmlns:a16="http://schemas.microsoft.com/office/drawing/2014/main" id="{6FC8A28D-3C3B-41A5-5E38-92D535C780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50" name="Text Box 73">
                  <a:extLst>
                    <a:ext uri="{FF2B5EF4-FFF2-40B4-BE49-F238E27FC236}">
                      <a16:creationId xmlns:a16="http://schemas.microsoft.com/office/drawing/2014/main" id="{3A378159-35FE-12E8-11F6-9EC675445E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48" name="Line 74">
                <a:extLst>
                  <a:ext uri="{FF2B5EF4-FFF2-40B4-BE49-F238E27FC236}">
                    <a16:creationId xmlns:a16="http://schemas.microsoft.com/office/drawing/2014/main" id="{162198EE-6BEA-E72B-B133-5ECC95B4F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0725" name="组合 2">
            <a:extLst>
              <a:ext uri="{FF2B5EF4-FFF2-40B4-BE49-F238E27FC236}">
                <a16:creationId xmlns:a16="http://schemas.microsoft.com/office/drawing/2014/main" id="{22D8C516-93AB-6BEE-42EA-9667AA79CA6C}"/>
              </a:ext>
            </a:extLst>
          </p:cNvPr>
          <p:cNvGrpSpPr>
            <a:grpSpLocks/>
          </p:cNvGrpSpPr>
          <p:nvPr/>
        </p:nvGrpSpPr>
        <p:grpSpPr bwMode="auto">
          <a:xfrm>
            <a:off x="3560700" y="4286249"/>
            <a:ext cx="3222625" cy="1570038"/>
            <a:chOff x="4435475" y="4565650"/>
            <a:chExt cx="3222625" cy="1570038"/>
          </a:xfrm>
        </p:grpSpPr>
        <p:grpSp>
          <p:nvGrpSpPr>
            <p:cNvPr id="30726" name="组合 78">
              <a:extLst>
                <a:ext uri="{FF2B5EF4-FFF2-40B4-BE49-F238E27FC236}">
                  <a16:creationId xmlns:a16="http://schemas.microsoft.com/office/drawing/2014/main" id="{54809992-9004-A40D-1F83-4F91C195A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5475" y="4565650"/>
              <a:ext cx="3222625" cy="1570038"/>
              <a:chOff x="4453400" y="4565541"/>
              <a:chExt cx="3222584" cy="1569660"/>
            </a:xfrm>
          </p:grpSpPr>
          <p:sp>
            <p:nvSpPr>
              <p:cNvPr id="75" name="Text Box 21">
                <a:extLst>
                  <a:ext uri="{FF2B5EF4-FFF2-40B4-BE49-F238E27FC236}">
                    <a16:creationId xmlns:a16="http://schemas.microsoft.com/office/drawing/2014/main" id="{47775F78-CBE3-85C0-C3FD-0B2A753230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3400" y="4565541"/>
                <a:ext cx="3222584" cy="15696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J1=XQ</a:t>
                </a:r>
                <a:r>
                  <a:rPr lang="en-US" altLang="zh-CN" sz="24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K1=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Z=X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</a:p>
            </p:txBody>
          </p:sp>
          <p:sp>
            <p:nvSpPr>
              <p:cNvPr id="30729" name="Line 22">
                <a:extLst>
                  <a:ext uri="{FF2B5EF4-FFF2-40B4-BE49-F238E27FC236}">
                    <a16:creationId xmlns:a16="http://schemas.microsoft.com/office/drawing/2014/main" id="{0E57DEAB-DCE6-EB71-E3C3-F94905246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17060" y="5672490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30" name="Line 22">
                <a:extLst>
                  <a:ext uri="{FF2B5EF4-FFF2-40B4-BE49-F238E27FC236}">
                    <a16:creationId xmlns:a16="http://schemas.microsoft.com/office/drawing/2014/main" id="{5EB343EE-330E-5E03-7264-0F73964B8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34100" y="4619327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27" name="文本框 1">
              <a:extLst>
                <a:ext uri="{FF2B5EF4-FFF2-40B4-BE49-F238E27FC236}">
                  <a16:creationId xmlns:a16="http://schemas.microsoft.com/office/drawing/2014/main" id="{DBC4C411-2237-B85E-47A0-83AB6672C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2399" y="5080993"/>
              <a:ext cx="685800" cy="481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X</a:t>
              </a:r>
              <a:endParaRPr lang="zh-CN" altLang="en-US" sz="20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6A6E3C4-7440-9896-B8E8-1DDB8638D12B}"/>
              </a:ext>
            </a:extLst>
          </p:cNvPr>
          <p:cNvSpPr txBox="1"/>
          <p:nvPr/>
        </p:nvSpPr>
        <p:spPr>
          <a:xfrm>
            <a:off x="6084168" y="5181600"/>
            <a:ext cx="2426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能否自启动？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ACD73-3A7F-6A54-E6EB-93C2311F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同步时序电路的分析与设计方法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8EE50-FB90-20CA-1DA2-36658C901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自启动检查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305B10-C3FD-66A9-1C82-5FC2505F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D7FADF-E0A6-4933-8419-CA7455120267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grpSp>
        <p:nvGrpSpPr>
          <p:cNvPr id="5" name="组合 20">
            <a:extLst>
              <a:ext uri="{FF2B5EF4-FFF2-40B4-BE49-F238E27FC236}">
                <a16:creationId xmlns:a16="http://schemas.microsoft.com/office/drawing/2014/main" id="{FE813E9D-8609-8475-BCA4-FF5927F4D3CE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2132855"/>
            <a:ext cx="7486824" cy="1600248"/>
            <a:chOff x="683568" y="1943099"/>
            <a:chExt cx="7486848" cy="1400910"/>
          </a:xfrm>
        </p:grpSpPr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778C9B21-EACA-DCA5-FF88-793E6F6B1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7" y="1943100"/>
              <a:ext cx="7124600" cy="4041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J2   K2    J1     K1 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           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F49AB647-9734-33FF-613F-ADE565A6C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1943100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2B47C84E-9CA6-4265-C598-2AD911DE7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2400300"/>
              <a:ext cx="72728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F45C0F9A-3BDD-EB01-5442-07031224E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6166" y="1943099"/>
              <a:ext cx="1" cy="13986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71220F3D-3AF8-226B-E7E0-90D7D64EEC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2253" y="1945330"/>
              <a:ext cx="1" cy="13986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19DA39E-9C96-639D-43FE-727A23460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8262" y="1981200"/>
              <a:ext cx="2" cy="13605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5A234415-EEFB-0FE0-3FB7-A2D7EBF94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92" y="2445391"/>
              <a:ext cx="7340624" cy="4041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1       0     1       0       1           0         0            1   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9E9A6F08-FA13-C947-7A64-18B6E6834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92" y="2879829"/>
              <a:ext cx="7340624" cy="4041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1       1     0     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0            1         1            0</a:t>
              </a: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87ECD80A-7343-1805-24A6-7BE830224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54" y="3341791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">
            <a:extLst>
              <a:ext uri="{FF2B5EF4-FFF2-40B4-BE49-F238E27FC236}">
                <a16:creationId xmlns:a16="http://schemas.microsoft.com/office/drawing/2014/main" id="{7734A437-E007-0D5B-2783-48C1DA9244C9}"/>
              </a:ext>
            </a:extLst>
          </p:cNvPr>
          <p:cNvGrpSpPr>
            <a:grpSpLocks/>
          </p:cNvGrpSpPr>
          <p:nvPr/>
        </p:nvGrpSpPr>
        <p:grpSpPr bwMode="auto">
          <a:xfrm>
            <a:off x="1054607" y="4152850"/>
            <a:ext cx="3222625" cy="1570038"/>
            <a:chOff x="4435475" y="4565651"/>
            <a:chExt cx="3222625" cy="1570038"/>
          </a:xfrm>
        </p:grpSpPr>
        <p:grpSp>
          <p:nvGrpSpPr>
            <p:cNvPr id="22" name="组合 78">
              <a:extLst>
                <a:ext uri="{FF2B5EF4-FFF2-40B4-BE49-F238E27FC236}">
                  <a16:creationId xmlns:a16="http://schemas.microsoft.com/office/drawing/2014/main" id="{1352E5D7-54CD-8101-3792-519E1073B6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5475" y="4565651"/>
              <a:ext cx="3222625" cy="1570038"/>
              <a:chOff x="4453400" y="4565542"/>
              <a:chExt cx="3222584" cy="1569660"/>
            </a:xfrm>
          </p:grpSpPr>
          <p:sp>
            <p:nvSpPr>
              <p:cNvPr id="24" name="Text Box 21">
                <a:extLst>
                  <a:ext uri="{FF2B5EF4-FFF2-40B4-BE49-F238E27FC236}">
                    <a16:creationId xmlns:a16="http://schemas.microsoft.com/office/drawing/2014/main" id="{31D95D33-C4B2-7895-D15B-F2E88F9ED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3400" y="4565542"/>
                <a:ext cx="3222584" cy="15696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J1=XQ</a:t>
                </a:r>
                <a:r>
                  <a:rPr lang="en-US" altLang="zh-CN" sz="24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K1=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Z=X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</a:p>
            </p:txBody>
          </p:sp>
          <p:sp>
            <p:nvSpPr>
              <p:cNvPr id="25" name="Line 22">
                <a:extLst>
                  <a:ext uri="{FF2B5EF4-FFF2-40B4-BE49-F238E27FC236}">
                    <a16:creationId xmlns:a16="http://schemas.microsoft.com/office/drawing/2014/main" id="{FC396643-4D72-998E-5222-0D6F3CBA3F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17060" y="5672490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22">
                <a:extLst>
                  <a:ext uri="{FF2B5EF4-FFF2-40B4-BE49-F238E27FC236}">
                    <a16:creationId xmlns:a16="http://schemas.microsoft.com/office/drawing/2014/main" id="{304ABC08-B96C-F1D7-A300-C75AA6BBA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34100" y="4619327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" name="文本框 1">
              <a:extLst>
                <a:ext uri="{FF2B5EF4-FFF2-40B4-BE49-F238E27FC236}">
                  <a16:creationId xmlns:a16="http://schemas.microsoft.com/office/drawing/2014/main" id="{2823DDC2-68DB-B6FE-EB2A-C48615310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2399" y="5080993"/>
              <a:ext cx="685800" cy="481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X</a:t>
              </a:r>
              <a:endParaRPr lang="zh-CN" altLang="en-US" sz="2000" dirty="0"/>
            </a:p>
          </p:txBody>
        </p:sp>
      </p:grpSp>
      <p:grpSp>
        <p:nvGrpSpPr>
          <p:cNvPr id="27" name="Group 23">
            <a:extLst>
              <a:ext uri="{FF2B5EF4-FFF2-40B4-BE49-F238E27FC236}">
                <a16:creationId xmlns:a16="http://schemas.microsoft.com/office/drawing/2014/main" id="{F2FEF2DD-5A94-9655-C25A-2033E95E99F4}"/>
              </a:ext>
            </a:extLst>
          </p:cNvPr>
          <p:cNvGrpSpPr>
            <a:grpSpLocks/>
          </p:cNvGrpSpPr>
          <p:nvPr/>
        </p:nvGrpSpPr>
        <p:grpSpPr bwMode="auto">
          <a:xfrm>
            <a:off x="3920988" y="3789040"/>
            <a:ext cx="2895600" cy="2895600"/>
            <a:chOff x="3696" y="2112"/>
            <a:chExt cx="1824" cy="1824"/>
          </a:xfrm>
        </p:grpSpPr>
        <p:grpSp>
          <p:nvGrpSpPr>
            <p:cNvPr id="28" name="Group 24">
              <a:extLst>
                <a:ext uri="{FF2B5EF4-FFF2-40B4-BE49-F238E27FC236}">
                  <a16:creationId xmlns:a16="http://schemas.microsoft.com/office/drawing/2014/main" id="{E6C009BB-73C4-0BF5-3799-EBA3EF9FD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77" name="Text Box 25">
                <a:extLst>
                  <a:ext uri="{FF2B5EF4-FFF2-40B4-BE49-F238E27FC236}">
                    <a16:creationId xmlns:a16="http://schemas.microsoft.com/office/drawing/2014/main" id="{51DA6E72-DD95-6598-2CA6-DF79C4B73D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8" name="Oval 26">
                <a:extLst>
                  <a:ext uri="{FF2B5EF4-FFF2-40B4-BE49-F238E27FC236}">
                    <a16:creationId xmlns:a16="http://schemas.microsoft.com/office/drawing/2014/main" id="{572CF54D-CF8B-465A-625F-47B98A115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9" name="Group 27">
              <a:extLst>
                <a:ext uri="{FF2B5EF4-FFF2-40B4-BE49-F238E27FC236}">
                  <a16:creationId xmlns:a16="http://schemas.microsoft.com/office/drawing/2014/main" id="{9291585C-1645-F106-27AD-FC20BBA8D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75" name="Text Box 28">
                <a:extLst>
                  <a:ext uri="{FF2B5EF4-FFF2-40B4-BE49-F238E27FC236}">
                    <a16:creationId xmlns:a16="http://schemas.microsoft.com/office/drawing/2014/main" id="{09D781FD-F479-3214-CF34-DD296AFD69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76" name="Oval 29">
                <a:extLst>
                  <a:ext uri="{FF2B5EF4-FFF2-40B4-BE49-F238E27FC236}">
                    <a16:creationId xmlns:a16="http://schemas.microsoft.com/office/drawing/2014/main" id="{5A5733F7-4DFD-3FA2-A74E-813B7DD11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039E7738-9E2C-EFB7-65A5-73C1414951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73" name="Text Box 31">
                <a:extLst>
                  <a:ext uri="{FF2B5EF4-FFF2-40B4-BE49-F238E27FC236}">
                    <a16:creationId xmlns:a16="http://schemas.microsoft.com/office/drawing/2014/main" id="{9F49B76A-2440-33E6-8C1D-D6D28A9978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74" name="Oval 32">
                <a:extLst>
                  <a:ext uri="{FF2B5EF4-FFF2-40B4-BE49-F238E27FC236}">
                    <a16:creationId xmlns:a16="http://schemas.microsoft.com/office/drawing/2014/main" id="{2CEFF104-2188-122D-5764-21D5234155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BE7766EE-D58E-2AC8-73C6-8B7C813DA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6E703881-8899-D8D6-9D3D-A91AC5EF0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35">
              <a:extLst>
                <a:ext uri="{FF2B5EF4-FFF2-40B4-BE49-F238E27FC236}">
                  <a16:creationId xmlns:a16="http://schemas.microsoft.com/office/drawing/2014/main" id="{493EB3FF-EBBE-8DA8-82C7-3325525F0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68" name="Text Box 36">
                <a:extLst>
                  <a:ext uri="{FF2B5EF4-FFF2-40B4-BE49-F238E27FC236}">
                    <a16:creationId xmlns:a16="http://schemas.microsoft.com/office/drawing/2014/main" id="{5074B6D5-2B38-299C-2CCB-811F7AA64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69" name="Group 37">
                <a:extLst>
                  <a:ext uri="{FF2B5EF4-FFF2-40B4-BE49-F238E27FC236}">
                    <a16:creationId xmlns:a16="http://schemas.microsoft.com/office/drawing/2014/main" id="{463103B0-3E2E-E824-006E-4C9338E27E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71" name="Line 38">
                  <a:extLst>
                    <a:ext uri="{FF2B5EF4-FFF2-40B4-BE49-F238E27FC236}">
                      <a16:creationId xmlns:a16="http://schemas.microsoft.com/office/drawing/2014/main" id="{1B3519AB-33AA-4B1A-73B4-33CA98E15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Text Box 39">
                  <a:extLst>
                    <a:ext uri="{FF2B5EF4-FFF2-40B4-BE49-F238E27FC236}">
                      <a16:creationId xmlns:a16="http://schemas.microsoft.com/office/drawing/2014/main" id="{26FBCA8D-93DA-4278-BE15-E0428D3F0D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70" name="Line 40">
                <a:extLst>
                  <a:ext uri="{FF2B5EF4-FFF2-40B4-BE49-F238E27FC236}">
                    <a16:creationId xmlns:a16="http://schemas.microsoft.com/office/drawing/2014/main" id="{357F3D57-D34E-34A1-8BD8-E5D965B28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4" name="Group 41">
              <a:extLst>
                <a:ext uri="{FF2B5EF4-FFF2-40B4-BE49-F238E27FC236}">
                  <a16:creationId xmlns:a16="http://schemas.microsoft.com/office/drawing/2014/main" id="{7DB6571D-5127-37AB-E152-E2A939236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63" name="Text Box 42">
                <a:extLst>
                  <a:ext uri="{FF2B5EF4-FFF2-40B4-BE49-F238E27FC236}">
                    <a16:creationId xmlns:a16="http://schemas.microsoft.com/office/drawing/2014/main" id="{A7055D66-2001-9ECF-19DC-EC1F483A6A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64" name="Group 43">
                <a:extLst>
                  <a:ext uri="{FF2B5EF4-FFF2-40B4-BE49-F238E27FC236}">
                    <a16:creationId xmlns:a16="http://schemas.microsoft.com/office/drawing/2014/main" id="{EB461390-2793-4B41-9BC2-E18F959895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66" name="Line 44">
                  <a:extLst>
                    <a:ext uri="{FF2B5EF4-FFF2-40B4-BE49-F238E27FC236}">
                      <a16:creationId xmlns:a16="http://schemas.microsoft.com/office/drawing/2014/main" id="{CD7802F8-AF63-817C-4C35-D43B6B152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Text Box 45">
                  <a:extLst>
                    <a:ext uri="{FF2B5EF4-FFF2-40B4-BE49-F238E27FC236}">
                      <a16:creationId xmlns:a16="http://schemas.microsoft.com/office/drawing/2014/main" id="{50AD42E3-DC58-E8EB-A35B-C4A65A785B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65" name="Line 46">
                <a:extLst>
                  <a:ext uri="{FF2B5EF4-FFF2-40B4-BE49-F238E27FC236}">
                    <a16:creationId xmlns:a16="http://schemas.microsoft.com/office/drawing/2014/main" id="{5C79E868-8C44-3970-9B31-621764867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661BB767-8478-4980-C868-984F71300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" name="Group 48">
              <a:extLst>
                <a:ext uri="{FF2B5EF4-FFF2-40B4-BE49-F238E27FC236}">
                  <a16:creationId xmlns:a16="http://schemas.microsoft.com/office/drawing/2014/main" id="{ECE28497-0C2E-9434-0552-D92FA5925E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58" name="Text Box 49">
                <a:extLst>
                  <a:ext uri="{FF2B5EF4-FFF2-40B4-BE49-F238E27FC236}">
                    <a16:creationId xmlns:a16="http://schemas.microsoft.com/office/drawing/2014/main" id="{70D117EB-3D00-D609-5AD7-8D3B7E1EE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59" name="Group 50">
                <a:extLst>
                  <a:ext uri="{FF2B5EF4-FFF2-40B4-BE49-F238E27FC236}">
                    <a16:creationId xmlns:a16="http://schemas.microsoft.com/office/drawing/2014/main" id="{B144BF4B-5EDA-B363-5B16-BB55E0ADAE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86B194B9-F67A-8673-5803-4DDA319FFA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Text Box 52">
                  <a:extLst>
                    <a:ext uri="{FF2B5EF4-FFF2-40B4-BE49-F238E27FC236}">
                      <a16:creationId xmlns:a16="http://schemas.microsoft.com/office/drawing/2014/main" id="{C45F25BF-DA01-BA51-DB4D-0F4CAF7829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60" name="Line 53">
                <a:extLst>
                  <a:ext uri="{FF2B5EF4-FFF2-40B4-BE49-F238E27FC236}">
                    <a16:creationId xmlns:a16="http://schemas.microsoft.com/office/drawing/2014/main" id="{4E011164-EF13-7BCE-4FA6-E7CA3CEF3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7" name="Line 54">
              <a:extLst>
                <a:ext uri="{FF2B5EF4-FFF2-40B4-BE49-F238E27FC236}">
                  <a16:creationId xmlns:a16="http://schemas.microsoft.com/office/drawing/2014/main" id="{075E3842-A037-A443-5309-2CC700F59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55">
              <a:extLst>
                <a:ext uri="{FF2B5EF4-FFF2-40B4-BE49-F238E27FC236}">
                  <a16:creationId xmlns:a16="http://schemas.microsoft.com/office/drawing/2014/main" id="{93017CDE-B509-6173-AF7B-2903808A88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53" name="Text Box 56">
                <a:extLst>
                  <a:ext uri="{FF2B5EF4-FFF2-40B4-BE49-F238E27FC236}">
                    <a16:creationId xmlns:a16="http://schemas.microsoft.com/office/drawing/2014/main" id="{CDEE2805-1AFE-25E8-A1DA-E4BD4E8209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54" name="Group 57">
                <a:extLst>
                  <a:ext uri="{FF2B5EF4-FFF2-40B4-BE49-F238E27FC236}">
                    <a16:creationId xmlns:a16="http://schemas.microsoft.com/office/drawing/2014/main" id="{FFA73AE6-5121-433F-6695-AD472D1CC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56" name="Line 58">
                  <a:extLst>
                    <a:ext uri="{FF2B5EF4-FFF2-40B4-BE49-F238E27FC236}">
                      <a16:creationId xmlns:a16="http://schemas.microsoft.com/office/drawing/2014/main" id="{D1150910-195D-E3FC-0F5C-C79169D8DD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Text Box 59">
                  <a:extLst>
                    <a:ext uri="{FF2B5EF4-FFF2-40B4-BE49-F238E27FC236}">
                      <a16:creationId xmlns:a16="http://schemas.microsoft.com/office/drawing/2014/main" id="{27173AAB-2E67-5F74-830F-1220B87431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55" name="Line 60">
                <a:extLst>
                  <a:ext uri="{FF2B5EF4-FFF2-40B4-BE49-F238E27FC236}">
                    <a16:creationId xmlns:a16="http://schemas.microsoft.com/office/drawing/2014/main" id="{21EC7FBF-2D61-4183-C40E-A2F507AE9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" name="Group 61">
              <a:extLst>
                <a:ext uri="{FF2B5EF4-FFF2-40B4-BE49-F238E27FC236}">
                  <a16:creationId xmlns:a16="http://schemas.microsoft.com/office/drawing/2014/main" id="{4CFEAB96-69DD-FB3C-DB2A-75DD6BF322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48" name="Text Box 62">
                <a:extLst>
                  <a:ext uri="{FF2B5EF4-FFF2-40B4-BE49-F238E27FC236}">
                    <a16:creationId xmlns:a16="http://schemas.microsoft.com/office/drawing/2014/main" id="{489C69F8-6894-D3D6-D437-9F7489BC03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49" name="Group 63">
                <a:extLst>
                  <a:ext uri="{FF2B5EF4-FFF2-40B4-BE49-F238E27FC236}">
                    <a16:creationId xmlns:a16="http://schemas.microsoft.com/office/drawing/2014/main" id="{6F367BFB-9116-8ACA-6599-3DC5A2179A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51" name="Line 64">
                  <a:extLst>
                    <a:ext uri="{FF2B5EF4-FFF2-40B4-BE49-F238E27FC236}">
                      <a16:creationId xmlns:a16="http://schemas.microsoft.com/office/drawing/2014/main" id="{326B6AE3-EFAE-AC53-81EF-F55BD38750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Text Box 65">
                  <a:extLst>
                    <a:ext uri="{FF2B5EF4-FFF2-40B4-BE49-F238E27FC236}">
                      <a16:creationId xmlns:a16="http://schemas.microsoft.com/office/drawing/2014/main" id="{57D5CFEC-AD84-35B4-A616-00486FFF9E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50" name="Line 66">
                <a:extLst>
                  <a:ext uri="{FF2B5EF4-FFF2-40B4-BE49-F238E27FC236}">
                    <a16:creationId xmlns:a16="http://schemas.microsoft.com/office/drawing/2014/main" id="{4F28B827-5790-868D-1E25-000219F3B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0" name="Line 67">
              <a:extLst>
                <a:ext uri="{FF2B5EF4-FFF2-40B4-BE49-F238E27FC236}">
                  <a16:creationId xmlns:a16="http://schemas.microsoft.com/office/drawing/2014/main" id="{2858D429-1445-2456-AAE6-A56123F3E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68">
              <a:extLst>
                <a:ext uri="{FF2B5EF4-FFF2-40B4-BE49-F238E27FC236}">
                  <a16:creationId xmlns:a16="http://schemas.microsoft.com/office/drawing/2014/main" id="{20F8240B-1889-15AC-55F7-3C49B28FD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69">
              <a:extLst>
                <a:ext uri="{FF2B5EF4-FFF2-40B4-BE49-F238E27FC236}">
                  <a16:creationId xmlns:a16="http://schemas.microsoft.com/office/drawing/2014/main" id="{E1D74210-BDCF-60CB-1723-466FD1550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43" name="Text Box 70">
                <a:extLst>
                  <a:ext uri="{FF2B5EF4-FFF2-40B4-BE49-F238E27FC236}">
                    <a16:creationId xmlns:a16="http://schemas.microsoft.com/office/drawing/2014/main" id="{FA3F1579-CA2B-B9ED-982E-1680966F6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44" name="Group 71">
                <a:extLst>
                  <a:ext uri="{FF2B5EF4-FFF2-40B4-BE49-F238E27FC236}">
                    <a16:creationId xmlns:a16="http://schemas.microsoft.com/office/drawing/2014/main" id="{2BB9E9EC-A39E-AC1E-AC50-FD8000BAA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46" name="Line 72">
                  <a:extLst>
                    <a:ext uri="{FF2B5EF4-FFF2-40B4-BE49-F238E27FC236}">
                      <a16:creationId xmlns:a16="http://schemas.microsoft.com/office/drawing/2014/main" id="{F18950F6-B8F5-5429-D102-BA1CE5FDB3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Text Box 73">
                  <a:extLst>
                    <a:ext uri="{FF2B5EF4-FFF2-40B4-BE49-F238E27FC236}">
                      <a16:creationId xmlns:a16="http://schemas.microsoft.com/office/drawing/2014/main" id="{4E424BB2-18B9-AC18-3192-F70FCB6103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5" name="Line 74">
                <a:extLst>
                  <a:ext uri="{FF2B5EF4-FFF2-40B4-BE49-F238E27FC236}">
                    <a16:creationId xmlns:a16="http://schemas.microsoft.com/office/drawing/2014/main" id="{9CB922FF-9580-8B2B-88BC-1D268418B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631F1D1D-4552-332C-A52A-BFF3DDE14556}"/>
              </a:ext>
            </a:extLst>
          </p:cNvPr>
          <p:cNvGrpSpPr/>
          <p:nvPr/>
        </p:nvGrpSpPr>
        <p:grpSpPr>
          <a:xfrm>
            <a:off x="5597388" y="4263742"/>
            <a:ext cx="2151399" cy="1365413"/>
            <a:chOff x="5597388" y="4263742"/>
            <a:chExt cx="2151399" cy="1365413"/>
          </a:xfrm>
        </p:grpSpPr>
        <p:sp>
          <p:nvSpPr>
            <p:cNvPr id="79" name="Oval 26">
              <a:extLst>
                <a:ext uri="{FF2B5EF4-FFF2-40B4-BE49-F238E27FC236}">
                  <a16:creationId xmlns:a16="http://schemas.microsoft.com/office/drawing/2014/main" id="{5B8CDCA0-FB76-75BB-60BA-DD994BEDA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9374" y="4427103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0" name="Text Box 25">
              <a:extLst>
                <a:ext uri="{FF2B5EF4-FFF2-40B4-BE49-F238E27FC236}">
                  <a16:creationId xmlns:a16="http://schemas.microsoft.com/office/drawing/2014/main" id="{E8B7025B-38F5-1EE7-EF14-7FF59E729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2987" y="4432325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Line 67">
              <a:extLst>
                <a:ext uri="{FF2B5EF4-FFF2-40B4-BE49-F238E27FC236}">
                  <a16:creationId xmlns:a16="http://schemas.microsoft.com/office/drawing/2014/main" id="{121F2D55-3193-C5E9-A064-83117A72C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97388" y="4717727"/>
              <a:ext cx="1441986" cy="22265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67">
              <a:extLst>
                <a:ext uri="{FF2B5EF4-FFF2-40B4-BE49-F238E27FC236}">
                  <a16:creationId xmlns:a16="http://schemas.microsoft.com/office/drawing/2014/main" id="{22D0D227-6ACB-4B98-1616-BA8C8F20D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5587" y="4951438"/>
              <a:ext cx="627399" cy="6669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36">
              <a:extLst>
                <a:ext uri="{FF2B5EF4-FFF2-40B4-BE49-F238E27FC236}">
                  <a16:creationId xmlns:a16="http://schemas.microsoft.com/office/drawing/2014/main" id="{AFAEB7C8-D163-C548-BE11-8FCCE464F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0828" y="426374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701A0252-2951-6250-98C4-BA9B4C5CD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028" y="426374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5" name="Line 40">
              <a:extLst>
                <a:ext uri="{FF2B5EF4-FFF2-40B4-BE49-F238E27FC236}">
                  <a16:creationId xmlns:a16="http://schemas.microsoft.com/office/drawing/2014/main" id="{AF097B59-D3F0-03CC-6EB3-1581DA901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85628" y="4263742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Text Box 36">
              <a:extLst>
                <a:ext uri="{FF2B5EF4-FFF2-40B4-BE49-F238E27FC236}">
                  <a16:creationId xmlns:a16="http://schemas.microsoft.com/office/drawing/2014/main" id="{D2561204-C1AC-AFD2-05FE-1E0332ECE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8185" y="5171955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7" name="Text Box 39">
              <a:extLst>
                <a:ext uri="{FF2B5EF4-FFF2-40B4-BE49-F238E27FC236}">
                  <a16:creationId xmlns:a16="http://schemas.microsoft.com/office/drawing/2014/main" id="{BD12E254-8864-003E-0FCF-50120153A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385" y="5171955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88959B99-4928-8BB1-87CC-AF6E713B0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62985" y="5171955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B862E16E-5945-D468-FC5F-03B634669E77}"/>
              </a:ext>
            </a:extLst>
          </p:cNvPr>
          <p:cNvSpPr txBox="1"/>
          <p:nvPr/>
        </p:nvSpPr>
        <p:spPr>
          <a:xfrm>
            <a:off x="7022147" y="5680753"/>
            <a:ext cx="18748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能自启动</a:t>
            </a:r>
          </a:p>
        </p:txBody>
      </p:sp>
    </p:spTree>
    <p:extLst>
      <p:ext uri="{BB962C8B-B14F-4D97-AF65-F5344CB8AC3E}">
        <p14:creationId xmlns:p14="http://schemas.microsoft.com/office/powerpoint/2010/main" val="16848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7D3EC-84E2-DBB9-81DB-54062A9F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2CD4D6-ED51-485F-AE9F-4B2E4FB4F459}" type="slidenum">
              <a:rPr lang="en-US" altLang="zh-CN" sz="1000" smtClean="0"/>
              <a:pPr>
                <a:defRPr/>
              </a:pPr>
              <a:t>26</a:t>
            </a:fld>
            <a:endParaRPr lang="en-US" altLang="zh-CN" sz="1000"/>
          </a:p>
        </p:txBody>
      </p:sp>
      <p:sp>
        <p:nvSpPr>
          <p:cNvPr id="687106" name="Rectangle 2">
            <a:extLst>
              <a:ext uri="{FF2B5EF4-FFF2-40B4-BE49-F238E27FC236}">
                <a16:creationId xmlns:a16="http://schemas.microsoft.com/office/drawing/2014/main" id="{CA2C6383-79EC-8DD7-6426-34D05A78B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87107" name="Rectangle 3">
            <a:extLst>
              <a:ext uri="{FF2B5EF4-FFF2-40B4-BE49-F238E27FC236}">
                <a16:creationId xmlns:a16="http://schemas.microsoft.com/office/drawing/2014/main" id="{8664DCAB-5AD3-9F43-39F4-80B0A2566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/>
              <a:t>同步时序电路的设计中的</a:t>
            </a:r>
            <a:r>
              <a:rPr lang="zh-CN" altLang="en-US" sz="2800" b="1">
                <a:solidFill>
                  <a:srgbClr val="FFFF00"/>
                </a:solidFill>
              </a:rPr>
              <a:t>关键</a:t>
            </a:r>
            <a:r>
              <a:rPr lang="zh-CN" altLang="en-US" sz="2800" b="1"/>
              <a:t>步骤：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/>
              <a:t>确定输入变量和输出变量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>
                <a:solidFill>
                  <a:srgbClr val="FFFF00"/>
                </a:solidFill>
              </a:rPr>
              <a:t>作原始状态表：根据给定的电路设计条件构成原始状态表。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>
                <a:solidFill>
                  <a:srgbClr val="FFFF00"/>
                </a:solidFill>
              </a:rPr>
              <a:t>状态化简：原始状态表通常不是最小化状态表，它一般包含多余的状态，因此要对原始状态表进行化简</a:t>
            </a:r>
            <a:r>
              <a:rPr lang="zh-CN" altLang="en-US" sz="2000" b="1"/>
              <a:t>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>
                <a:solidFill>
                  <a:srgbClr val="FFFF00"/>
                </a:solidFill>
              </a:rPr>
              <a:t>状态分配：给简化后的每个状态用一个二进制数来编码。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/>
              <a:t>求出激励函数和输出函数：根据选用的触发器激励表和电路的状态表，综合出电路中各个触发器的激励函数和电路的输出函数。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/>
              <a:t>画逻辑图</a:t>
            </a:r>
            <a:endParaRPr lang="zh-CN" altLang="en-US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1C711A-2319-A383-B974-CC1A7B9A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4B92026-2D48-4AF3-AB37-5ED276A9E394}" type="slidenum">
              <a:rPr lang="en-US" altLang="zh-CN" sz="1000" smtClean="0"/>
              <a:pPr>
                <a:defRPr/>
              </a:pPr>
              <a:t>27</a:t>
            </a:fld>
            <a:endParaRPr lang="en-US" altLang="zh-CN" sz="1000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AD09FCED-F32D-566B-AC2C-33E9C052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7630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同步时序电路的分析与设计方法</a:t>
            </a:r>
          </a:p>
        </p:txBody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6B2E02CD-FE68-A149-3033-1AF4E62A7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305800" cy="50117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同步时序电路设计</a:t>
            </a:r>
            <a:r>
              <a:rPr lang="en-US" altLang="zh-CN" sz="3600">
                <a:latin typeface="Arial" panose="020B0604020202020204" pitchFamily="34" charset="0"/>
              </a:rPr>
              <a:t>——</a:t>
            </a:r>
            <a:r>
              <a:rPr lang="zh-CN" altLang="en-US" sz="3600"/>
              <a:t>总结</a:t>
            </a:r>
          </a:p>
          <a:p>
            <a:pPr lvl="1" eaLnBrk="1" hangingPunct="1">
              <a:defRPr/>
            </a:pPr>
            <a:r>
              <a:rPr lang="zh-CN" altLang="en-US" b="1"/>
              <a:t>画原始状态图，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/>
              <a:t>        不要想着节省状态，一定要画全；要考虑到从每个状态出来所有的输出情况。</a:t>
            </a:r>
          </a:p>
          <a:p>
            <a:pPr lvl="1" eaLnBrk="1" hangingPunct="1">
              <a:defRPr/>
            </a:pPr>
            <a:r>
              <a:rPr lang="zh-CN" altLang="en-US" b="1"/>
              <a:t>画原始状态表</a:t>
            </a:r>
          </a:p>
          <a:p>
            <a:pPr lvl="1" eaLnBrk="1" hangingPunct="1">
              <a:defRPr/>
            </a:pPr>
            <a:r>
              <a:rPr lang="zh-CN" altLang="en-US" b="1"/>
              <a:t>化简状态表</a:t>
            </a:r>
          </a:p>
          <a:p>
            <a:pPr lvl="1" eaLnBrk="1" hangingPunct="1">
              <a:defRPr/>
            </a:pPr>
            <a:r>
              <a:rPr lang="zh-CN" altLang="en-US" b="1"/>
              <a:t>求控制函数和输出函数</a:t>
            </a:r>
          </a:p>
          <a:p>
            <a:pPr lvl="1" eaLnBrk="1" hangingPunct="1">
              <a:defRPr/>
            </a:pPr>
            <a:endParaRPr lang="zh-CN" altLang="en-US" b="1"/>
          </a:p>
          <a:p>
            <a:pPr eaLnBrk="1" hangingPunct="1">
              <a:defRPr/>
            </a:pPr>
            <a:r>
              <a:rPr lang="zh-CN" altLang="en-US" b="1"/>
              <a:t>最困难的是第一步，只要有了原始状态图，后面的步骤是有规律的。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>
            <a:extLst>
              <a:ext uri="{FF2B5EF4-FFF2-40B4-BE49-F238E27FC236}">
                <a16:creationId xmlns:a16="http://schemas.microsoft.com/office/drawing/2014/main" id="{5984D6EC-A164-CF6B-3C10-36242E2309AC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>
                <a:latin typeface="华文行楷" panose="02010800040101010101" pitchFamily="2" charset="-122"/>
                <a:ea typeface="华文行楷" panose="02010800040101010101" pitchFamily="2" charset="-122"/>
              </a:rPr>
              <a:t>第四章 同步时序电路</a:t>
            </a:r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1E5714F9-C005-084D-E4D4-A2AC0D2B2E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B92BE98-48AE-475E-94E2-ADA3A4866F4C}" type="slidenum">
              <a:rPr lang="en-US" altLang="zh-CN" sz="1000" smtClean="0"/>
              <a:pPr>
                <a:defRPr/>
              </a:pPr>
              <a:t>28</a:t>
            </a:fld>
            <a:endParaRPr lang="en-US" altLang="zh-CN" sz="1000"/>
          </a:p>
        </p:txBody>
      </p:sp>
      <p:sp>
        <p:nvSpPr>
          <p:cNvPr id="699395" name="Rectangle 3">
            <a:extLst>
              <a:ext uri="{FF2B5EF4-FFF2-40B4-BE49-F238E27FC236}">
                <a16:creationId xmlns:a16="http://schemas.microsoft.com/office/drawing/2014/main" id="{B0A836CF-8AEE-57A4-475B-09964CC9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400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anose="03010101010201010101" pitchFamily="66" charset="0"/>
              </a:rPr>
              <a:t>Synchronous  Sequential Logic Circuit</a:t>
            </a:r>
          </a:p>
        </p:txBody>
      </p:sp>
      <p:sp>
        <p:nvSpPr>
          <p:cNvPr id="699396" name="Text Box 4">
            <a:extLst>
              <a:ext uri="{FF2B5EF4-FFF2-40B4-BE49-F238E27FC236}">
                <a16:creationId xmlns:a16="http://schemas.microsoft.com/office/drawing/2014/main" id="{0CC6755D-D1D5-DA8E-0F82-F2F849282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§1. 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§2. 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同步时序电路的分析与设计方法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§3. 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计数器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§4.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寄存器</a:t>
            </a:r>
            <a:endParaRPr lang="zh-CN" altLang="en-US" sz="24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99397" name="Rectangle 5">
            <a:extLst>
              <a:ext uri="{FF2B5EF4-FFF2-40B4-BE49-F238E27FC236}">
                <a16:creationId xmlns:a16="http://schemas.microsoft.com/office/drawing/2014/main" id="{EDED871D-17CD-1DE7-D7B2-87F5FF50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9624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39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>
            <a:extLst>
              <a:ext uri="{FF2B5EF4-FFF2-40B4-BE49-F238E27FC236}">
                <a16:creationId xmlns:a16="http://schemas.microsoft.com/office/drawing/2014/main" id="{7EE4F0EB-44AF-A294-BDAD-8BCAC950F2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00419" name="Rectangle 3">
            <a:extLst>
              <a:ext uri="{FF2B5EF4-FFF2-40B4-BE49-F238E27FC236}">
                <a16:creationId xmlns:a16="http://schemas.microsoft.com/office/drawing/2014/main" id="{01A54668-8E76-C917-51EB-A2BBA8D862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153400" cy="1219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计数器的功能：对</a:t>
            </a:r>
            <a:r>
              <a:rPr lang="en-US" altLang="zh-CN" b="1" dirty="0"/>
              <a:t>CP</a:t>
            </a:r>
            <a:r>
              <a:rPr lang="zh-CN" altLang="en-US" b="1" dirty="0"/>
              <a:t>脉冲计数，一个脉冲变化一次状态</a:t>
            </a:r>
          </a:p>
          <a:p>
            <a:pPr eaLnBrk="1" hangingPunct="1">
              <a:defRPr/>
            </a:pPr>
            <a:endParaRPr lang="en-US" altLang="zh-CN" b="1" dirty="0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0FC95E2D-25CB-7853-4DEA-90F19760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28D529F-F0C0-4C19-B52D-DB7748925599}" type="slidenum">
              <a:rPr lang="en-US" altLang="zh-CN" sz="1000" smtClean="0"/>
              <a:pPr>
                <a:defRPr/>
              </a:pPr>
              <a:t>29</a:t>
            </a:fld>
            <a:endParaRPr lang="en-US" altLang="zh-CN" sz="1000"/>
          </a:p>
        </p:txBody>
      </p:sp>
      <p:sp>
        <p:nvSpPr>
          <p:cNvPr id="700420" name="Rectangle 4">
            <a:extLst>
              <a:ext uri="{FF2B5EF4-FFF2-40B4-BE49-F238E27FC236}">
                <a16:creationId xmlns:a16="http://schemas.microsoft.com/office/drawing/2014/main" id="{BA5960E9-8343-5107-DFC3-2193C48D3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362200"/>
            <a:ext cx="8458200" cy="306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73100" indent="-215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计数器的种类：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按照时钟数量：同步计数器，异步计数器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按照计算方法：加法计数器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1,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),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减法计数器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减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1,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减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),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可逆计数器等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按照进制：二进制计数器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模为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en-US" altLang="zh-CN" sz="2400" b="1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),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十进制计数器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任意进制计数器等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其他：环形计数器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扭环计数器等特殊电路结构的计数器</a:t>
            </a:r>
          </a:p>
        </p:txBody>
      </p:sp>
      <p:sp>
        <p:nvSpPr>
          <p:cNvPr id="700421" name="Rectangle 5">
            <a:extLst>
              <a:ext uri="{FF2B5EF4-FFF2-40B4-BE49-F238E27FC236}">
                <a16:creationId xmlns:a16="http://schemas.microsoft.com/office/drawing/2014/main" id="{B3829840-559E-E8B5-FE32-598FD03ED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86400"/>
            <a:ext cx="660717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000000"/>
                  </a:outerShdw>
                </a:effectLst>
              </a:rPr>
              <a:t>计数器是应用最多的一类标准器件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0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9" grpId="0" build="p" autoUpdateAnimBg="0"/>
      <p:bldP spid="700420" grpId="0" autoUpdateAnimBg="0"/>
      <p:bldP spid="70042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0983E627-4A95-466E-E719-CF683C550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BD3C36ED-0A9B-5186-1D42-1DE7F6BC8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同步二进制计数器设计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十进制计数器设计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可逆计数器设计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集成化的</a:t>
            </a:r>
            <a:r>
              <a:rPr lang="en-US" altLang="zh-CN" b="1" dirty="0"/>
              <a:t>4</a:t>
            </a:r>
            <a:r>
              <a:rPr lang="zh-CN" altLang="en-US" b="1" dirty="0"/>
              <a:t>位二进制计数器设计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设计计数器时要注意的问题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9B8C4-6484-2AF1-7A2A-D13CEE0A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CDE4302-464C-4EBB-852F-95BE04E5B3D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30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>
            <a:extLst>
              <a:ext uri="{FF2B5EF4-FFF2-40B4-BE49-F238E27FC236}">
                <a16:creationId xmlns:a16="http://schemas.microsoft.com/office/drawing/2014/main" id="{15E86357-E71F-36A0-D2D5-D705A829C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04515" name="Rectangle 3">
            <a:extLst>
              <a:ext uri="{FF2B5EF4-FFF2-40B4-BE49-F238E27FC236}">
                <a16:creationId xmlns:a16="http://schemas.microsoft.com/office/drawing/2014/main" id="{66BBB395-282C-E4F6-D187-40AAC55551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同步二进制计数器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b="1"/>
          </a:p>
          <a:p>
            <a:pPr lvl="1" eaLnBrk="1" hangingPunct="1">
              <a:defRPr/>
            </a:pPr>
            <a:r>
              <a:rPr lang="zh-CN" altLang="en-US" b="1"/>
              <a:t>二进制计数器是最常使用的一类计数器</a:t>
            </a:r>
            <a:r>
              <a:rPr lang="en-US" altLang="zh-CN" b="1"/>
              <a:t>.</a:t>
            </a:r>
          </a:p>
          <a:p>
            <a:pPr lvl="1" eaLnBrk="1" hangingPunct="1">
              <a:defRPr/>
            </a:pPr>
            <a:r>
              <a:rPr lang="zh-CN" altLang="en-US" b="1"/>
              <a:t>通常指按照二进制数的规律每次加</a:t>
            </a:r>
            <a:r>
              <a:rPr lang="en-US" altLang="zh-CN" b="1"/>
              <a:t>1</a:t>
            </a:r>
            <a:r>
              <a:rPr lang="zh-CN" altLang="en-US" b="1"/>
              <a:t>的同步计数器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D59762-5E38-A820-D1B1-402D3F89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A46EF56-162D-45EC-801D-4AAA4BA4E9BE}" type="slidenum">
              <a:rPr lang="en-US" altLang="zh-CN" sz="1000" smtClean="0"/>
              <a:pPr>
                <a:defRPr/>
              </a:pPr>
              <a:t>31</a:t>
            </a:fld>
            <a:endParaRPr lang="en-US" altLang="zh-CN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>
            <a:extLst>
              <a:ext uri="{FF2B5EF4-FFF2-40B4-BE49-F238E27FC236}">
                <a16:creationId xmlns:a16="http://schemas.microsoft.com/office/drawing/2014/main" id="{A0276B01-0E16-7AE8-6E5F-9A7421225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9450" y="457200"/>
            <a:ext cx="7862888" cy="609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05539" name="Rectangle 3">
            <a:extLst>
              <a:ext uri="{FF2B5EF4-FFF2-40B4-BE49-F238E27FC236}">
                <a16:creationId xmlns:a16="http://schemas.microsoft.com/office/drawing/2014/main" id="{90E84CDF-3550-3022-B876-5E428C4B89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95400"/>
            <a:ext cx="8002587" cy="5086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/>
              <a:t>用</a:t>
            </a:r>
            <a:r>
              <a:rPr lang="en-US" altLang="zh-CN" sz="2800" b="1"/>
              <a:t>D</a:t>
            </a:r>
            <a:r>
              <a:rPr lang="zh-CN" altLang="en-US" sz="2800" b="1"/>
              <a:t>触发器实现</a:t>
            </a:r>
            <a:r>
              <a:rPr lang="en-US" altLang="zh-CN" sz="2800" b="1"/>
              <a:t>4</a:t>
            </a:r>
            <a:r>
              <a:rPr lang="zh-CN" altLang="en-US" sz="2800" b="1"/>
              <a:t>位二进制计数器</a:t>
            </a:r>
            <a:r>
              <a:rPr lang="en-US" altLang="zh-CN" sz="2800" b="1"/>
              <a:t>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800" b="1"/>
          </a:p>
        </p:txBody>
      </p:sp>
      <p:sp>
        <p:nvSpPr>
          <p:cNvPr id="40" name="灯片编号占位符 5">
            <a:extLst>
              <a:ext uri="{FF2B5EF4-FFF2-40B4-BE49-F238E27FC236}">
                <a16:creationId xmlns:a16="http://schemas.microsoft.com/office/drawing/2014/main" id="{FEA0741D-581E-0BB2-FE25-646F8142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FDAA960-3ABD-4AAB-83AE-7247EAAD209E}" type="slidenum">
              <a:rPr lang="en-US" altLang="zh-CN" sz="1000" smtClean="0"/>
              <a:pPr>
                <a:defRPr/>
              </a:pPr>
              <a:t>32</a:t>
            </a:fld>
            <a:endParaRPr lang="en-US" altLang="zh-CN" sz="1000"/>
          </a:p>
        </p:txBody>
      </p:sp>
      <p:sp>
        <p:nvSpPr>
          <p:cNvPr id="705541" name="Text Box 5">
            <a:extLst>
              <a:ext uri="{FF2B5EF4-FFF2-40B4-BE49-F238E27FC236}">
                <a16:creationId xmlns:a16="http://schemas.microsoft.com/office/drawing/2014/main" id="{FC043203-7352-5DF8-AB53-ADB46BEEB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81413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0000</a:t>
            </a:r>
          </a:p>
        </p:txBody>
      </p:sp>
      <p:sp>
        <p:nvSpPr>
          <p:cNvPr id="705542" name="Text Box 6">
            <a:extLst>
              <a:ext uri="{FF2B5EF4-FFF2-40B4-BE49-F238E27FC236}">
                <a16:creationId xmlns:a16="http://schemas.microsoft.com/office/drawing/2014/main" id="{4299697A-446A-9F1D-05A6-C6154014C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681413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0001</a:t>
            </a:r>
          </a:p>
        </p:txBody>
      </p:sp>
      <p:sp>
        <p:nvSpPr>
          <p:cNvPr id="705543" name="Text Box 7">
            <a:extLst>
              <a:ext uri="{FF2B5EF4-FFF2-40B4-BE49-F238E27FC236}">
                <a16:creationId xmlns:a16="http://schemas.microsoft.com/office/drawing/2014/main" id="{0F056C9F-3468-3CE1-7C83-EA940D0E8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68141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0010</a:t>
            </a:r>
          </a:p>
        </p:txBody>
      </p:sp>
      <p:sp>
        <p:nvSpPr>
          <p:cNvPr id="705544" name="Text Box 8">
            <a:extLst>
              <a:ext uri="{FF2B5EF4-FFF2-40B4-BE49-F238E27FC236}">
                <a16:creationId xmlns:a16="http://schemas.microsoft.com/office/drawing/2014/main" id="{A03FD560-DF20-5E7F-FFF0-F0A1CEF2A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681413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0011</a:t>
            </a:r>
          </a:p>
        </p:txBody>
      </p:sp>
      <p:sp>
        <p:nvSpPr>
          <p:cNvPr id="705545" name="Text Box 9">
            <a:extLst>
              <a:ext uri="{FF2B5EF4-FFF2-40B4-BE49-F238E27FC236}">
                <a16:creationId xmlns:a16="http://schemas.microsoft.com/office/drawing/2014/main" id="{DF28ED63-452F-A654-AECE-A9F290654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638" y="4713288"/>
            <a:ext cx="639762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0111</a:t>
            </a:r>
          </a:p>
        </p:txBody>
      </p:sp>
      <p:sp>
        <p:nvSpPr>
          <p:cNvPr id="705546" name="Text Box 10">
            <a:extLst>
              <a:ext uri="{FF2B5EF4-FFF2-40B4-BE49-F238E27FC236}">
                <a16:creationId xmlns:a16="http://schemas.microsoft.com/office/drawing/2014/main" id="{1226BE82-0F87-0895-C290-058FC3B91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681413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0110</a:t>
            </a:r>
          </a:p>
        </p:txBody>
      </p:sp>
      <p:sp>
        <p:nvSpPr>
          <p:cNvPr id="705547" name="Text Box 11">
            <a:extLst>
              <a:ext uri="{FF2B5EF4-FFF2-40B4-BE49-F238E27FC236}">
                <a16:creationId xmlns:a16="http://schemas.microsoft.com/office/drawing/2014/main" id="{DD549296-44BD-273F-3F68-9821EEE7B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813" y="3681413"/>
            <a:ext cx="611187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0101</a:t>
            </a:r>
          </a:p>
        </p:txBody>
      </p:sp>
      <p:sp>
        <p:nvSpPr>
          <p:cNvPr id="705548" name="Text Box 12">
            <a:extLst>
              <a:ext uri="{FF2B5EF4-FFF2-40B4-BE49-F238E27FC236}">
                <a16:creationId xmlns:a16="http://schemas.microsoft.com/office/drawing/2014/main" id="{C218BBF6-94F8-B6A0-8343-937FA0192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68141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0100</a:t>
            </a:r>
          </a:p>
        </p:txBody>
      </p:sp>
      <p:sp>
        <p:nvSpPr>
          <p:cNvPr id="705550" name="Line 14">
            <a:extLst>
              <a:ext uri="{FF2B5EF4-FFF2-40B4-BE49-F238E27FC236}">
                <a16:creationId xmlns:a16="http://schemas.microsoft.com/office/drawing/2014/main" id="{B4D6F121-E466-52DF-C739-1C12E423E6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1388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53" name="Line 17">
            <a:extLst>
              <a:ext uri="{FF2B5EF4-FFF2-40B4-BE49-F238E27FC236}">
                <a16:creationId xmlns:a16="http://schemas.microsoft.com/office/drawing/2014/main" id="{29E4973E-2B70-B8A9-A80F-CD1295F4A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114800"/>
            <a:ext cx="0" cy="55721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56" name="Line 20">
            <a:extLst>
              <a:ext uri="{FF2B5EF4-FFF2-40B4-BE49-F238E27FC236}">
                <a16:creationId xmlns:a16="http://schemas.microsoft.com/office/drawing/2014/main" id="{63430A8A-7592-9B5E-5530-C7688AEDDB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" y="4114800"/>
            <a:ext cx="0" cy="5334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59" name="Line 23">
            <a:extLst>
              <a:ext uri="{FF2B5EF4-FFF2-40B4-BE49-F238E27FC236}">
                <a16:creationId xmlns:a16="http://schemas.microsoft.com/office/drawing/2014/main" id="{961357A9-8F0D-2A0F-F02E-53102D6AD3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62" name="Line 26">
            <a:extLst>
              <a:ext uri="{FF2B5EF4-FFF2-40B4-BE49-F238E27FC236}">
                <a16:creationId xmlns:a16="http://schemas.microsoft.com/office/drawing/2014/main" id="{2444218F-BBF8-FF6E-6828-716B6D3CAB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8388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65" name="Line 29">
            <a:extLst>
              <a:ext uri="{FF2B5EF4-FFF2-40B4-BE49-F238E27FC236}">
                <a16:creationId xmlns:a16="http://schemas.microsoft.com/office/drawing/2014/main" id="{CFE3FBB2-9656-6146-F009-75BFC45D5B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68" name="Line 32">
            <a:extLst>
              <a:ext uri="{FF2B5EF4-FFF2-40B4-BE49-F238E27FC236}">
                <a16:creationId xmlns:a16="http://schemas.microsoft.com/office/drawing/2014/main" id="{6F8E698E-E6B7-0F04-0F22-72BBC95AE1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71" name="Line 35">
            <a:extLst>
              <a:ext uri="{FF2B5EF4-FFF2-40B4-BE49-F238E27FC236}">
                <a16:creationId xmlns:a16="http://schemas.microsoft.com/office/drawing/2014/main" id="{94A63212-BDF5-2E73-33D0-4B6A8C163B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74" name="Line 38">
            <a:extLst>
              <a:ext uri="{FF2B5EF4-FFF2-40B4-BE49-F238E27FC236}">
                <a16:creationId xmlns:a16="http://schemas.microsoft.com/office/drawing/2014/main" id="{BBF58798-091C-1BCD-CA58-4EC00F607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5205413"/>
            <a:ext cx="0" cy="4572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76" name="Text Box 40">
            <a:extLst>
              <a:ext uri="{FF2B5EF4-FFF2-40B4-BE49-F238E27FC236}">
                <a16:creationId xmlns:a16="http://schemas.microsoft.com/office/drawing/2014/main" id="{3F438158-0168-7493-7D1A-7B6A7DA35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703888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1000</a:t>
            </a:r>
          </a:p>
        </p:txBody>
      </p:sp>
      <p:sp>
        <p:nvSpPr>
          <p:cNvPr id="705577" name="Text Box 41">
            <a:extLst>
              <a:ext uri="{FF2B5EF4-FFF2-40B4-BE49-F238E27FC236}">
                <a16:creationId xmlns:a16="http://schemas.microsoft.com/office/drawing/2014/main" id="{8B081FB0-1C28-379F-6E8D-A45F52ED0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662613"/>
            <a:ext cx="6556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1110</a:t>
            </a:r>
          </a:p>
        </p:txBody>
      </p:sp>
      <p:sp>
        <p:nvSpPr>
          <p:cNvPr id="705578" name="Text Box 42">
            <a:extLst>
              <a:ext uri="{FF2B5EF4-FFF2-40B4-BE49-F238E27FC236}">
                <a16:creationId xmlns:a16="http://schemas.microsoft.com/office/drawing/2014/main" id="{9F8005CA-BE77-9A5D-8005-D7AEB01A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703888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1101</a:t>
            </a:r>
          </a:p>
        </p:txBody>
      </p:sp>
      <p:sp>
        <p:nvSpPr>
          <p:cNvPr id="705579" name="Text Box 43">
            <a:extLst>
              <a:ext uri="{FF2B5EF4-FFF2-40B4-BE49-F238E27FC236}">
                <a16:creationId xmlns:a16="http://schemas.microsoft.com/office/drawing/2014/main" id="{F5A92114-7CE0-231C-A6A2-88A608509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7038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1100</a:t>
            </a:r>
          </a:p>
        </p:txBody>
      </p:sp>
      <p:sp>
        <p:nvSpPr>
          <p:cNvPr id="705580" name="Text Box 44">
            <a:extLst>
              <a:ext uri="{FF2B5EF4-FFF2-40B4-BE49-F238E27FC236}">
                <a16:creationId xmlns:a16="http://schemas.microsoft.com/office/drawing/2014/main" id="{922FDAA0-63FA-39D5-8E71-C883FC944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703888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1011</a:t>
            </a:r>
          </a:p>
        </p:txBody>
      </p:sp>
      <p:sp>
        <p:nvSpPr>
          <p:cNvPr id="705581" name="Text Box 45">
            <a:extLst>
              <a:ext uri="{FF2B5EF4-FFF2-40B4-BE49-F238E27FC236}">
                <a16:creationId xmlns:a16="http://schemas.microsoft.com/office/drawing/2014/main" id="{E2FA9DAB-B4A9-7AEF-352F-7383B0EC0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703888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1001</a:t>
            </a:r>
          </a:p>
        </p:txBody>
      </p:sp>
      <p:sp>
        <p:nvSpPr>
          <p:cNvPr id="705582" name="Text Box 46">
            <a:extLst>
              <a:ext uri="{FF2B5EF4-FFF2-40B4-BE49-F238E27FC236}">
                <a16:creationId xmlns:a16="http://schemas.microsoft.com/office/drawing/2014/main" id="{9F6E9476-A92E-E618-DA3C-352C532C8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7038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1010</a:t>
            </a:r>
          </a:p>
        </p:txBody>
      </p:sp>
      <p:sp>
        <p:nvSpPr>
          <p:cNvPr id="705584" name="Line 48">
            <a:extLst>
              <a:ext uri="{FF2B5EF4-FFF2-40B4-BE49-F238E27FC236}">
                <a16:creationId xmlns:a16="http://schemas.microsoft.com/office/drawing/2014/main" id="{A51C9435-9895-3C7A-7F70-58EB88D7B8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5849938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86" name="Text Box 50">
            <a:extLst>
              <a:ext uri="{FF2B5EF4-FFF2-40B4-BE49-F238E27FC236}">
                <a16:creationId xmlns:a16="http://schemas.microsoft.com/office/drawing/2014/main" id="{BAF5F38D-314E-7309-2C7E-902BC8902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72013"/>
            <a:ext cx="63341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1111</a:t>
            </a:r>
          </a:p>
        </p:txBody>
      </p:sp>
      <p:sp>
        <p:nvSpPr>
          <p:cNvPr id="705588" name="Line 52">
            <a:extLst>
              <a:ext uri="{FF2B5EF4-FFF2-40B4-BE49-F238E27FC236}">
                <a16:creationId xmlns:a16="http://schemas.microsoft.com/office/drawing/2014/main" id="{B369656A-2946-2396-73DC-ED6DFB8A56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" y="5053013"/>
            <a:ext cx="0" cy="6096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91" name="Line 55">
            <a:extLst>
              <a:ext uri="{FF2B5EF4-FFF2-40B4-BE49-F238E27FC236}">
                <a16:creationId xmlns:a16="http://schemas.microsoft.com/office/drawing/2014/main" id="{B99736CB-3B56-FBDE-0BF9-6767BA4EED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94" name="Line 58">
            <a:extLst>
              <a:ext uri="{FF2B5EF4-FFF2-40B4-BE49-F238E27FC236}">
                <a16:creationId xmlns:a16="http://schemas.microsoft.com/office/drawing/2014/main" id="{D5EAE543-6329-9DF3-6E21-25E3906372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97" name="Line 61">
            <a:extLst>
              <a:ext uri="{FF2B5EF4-FFF2-40B4-BE49-F238E27FC236}">
                <a16:creationId xmlns:a16="http://schemas.microsoft.com/office/drawing/2014/main" id="{49034B81-8390-9EE6-2905-DBCAE7A891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600" name="Line 64">
            <a:extLst>
              <a:ext uri="{FF2B5EF4-FFF2-40B4-BE49-F238E27FC236}">
                <a16:creationId xmlns:a16="http://schemas.microsoft.com/office/drawing/2014/main" id="{7570381A-7008-8A17-0F41-FD8583331B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603" name="Line 67">
            <a:extLst>
              <a:ext uri="{FF2B5EF4-FFF2-40B4-BE49-F238E27FC236}">
                <a16:creationId xmlns:a16="http://schemas.microsoft.com/office/drawing/2014/main" id="{D09D5CD9-669D-5914-1F74-675FB8144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605" name="Rectangle 69">
            <a:extLst>
              <a:ext uri="{FF2B5EF4-FFF2-40B4-BE49-F238E27FC236}">
                <a16:creationId xmlns:a16="http://schemas.microsoft.com/office/drawing/2014/main" id="{8CD0595B-3039-5B3F-B163-A6603959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895600"/>
            <a:ext cx="71183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16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个状态（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0000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～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1111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）都是必要的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不能简化。</a:t>
            </a:r>
          </a:p>
        </p:txBody>
      </p:sp>
      <p:sp>
        <p:nvSpPr>
          <p:cNvPr id="705606" name="Rectangle 70">
            <a:extLst>
              <a:ext uri="{FF2B5EF4-FFF2-40B4-BE49-F238E27FC236}">
                <a16:creationId xmlns:a16="http://schemas.microsoft.com/office/drawing/2014/main" id="{6BC4CD68-F5C8-210F-39FA-C3E3FED98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286000"/>
            <a:ext cx="47275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第一步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画出原始状态图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0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0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0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0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0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0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0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0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0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70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70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0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70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70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70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70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9" dur="500"/>
                                        <p:tgtEl>
                                          <p:spTgt spid="70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4" dur="500"/>
                                        <p:tgtEl>
                                          <p:spTgt spid="7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9" dur="500"/>
                                        <p:tgtEl>
                                          <p:spTgt spid="70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4" dur="500"/>
                                        <p:tgtEl>
                                          <p:spTgt spid="70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9" dur="500"/>
                                        <p:tgtEl>
                                          <p:spTgt spid="70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70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9" dur="500"/>
                                        <p:tgtEl>
                                          <p:spTgt spid="70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4" dur="500"/>
                                        <p:tgtEl>
                                          <p:spTgt spid="70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9" dur="500"/>
                                        <p:tgtEl>
                                          <p:spTgt spid="70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4" dur="500"/>
                                        <p:tgtEl>
                                          <p:spTgt spid="70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9" dur="500"/>
                                        <p:tgtEl>
                                          <p:spTgt spid="70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4" dur="500"/>
                                        <p:tgtEl>
                                          <p:spTgt spid="70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41" grpId="0" animBg="1" autoUpdateAnimBg="0"/>
      <p:bldP spid="705542" grpId="0" animBg="1" autoUpdateAnimBg="0"/>
      <p:bldP spid="705543" grpId="0" animBg="1" autoUpdateAnimBg="0"/>
      <p:bldP spid="705544" grpId="0" animBg="1" autoUpdateAnimBg="0"/>
      <p:bldP spid="705545" grpId="0" animBg="1" autoUpdateAnimBg="0"/>
      <p:bldP spid="705546" grpId="0" animBg="1" autoUpdateAnimBg="0"/>
      <p:bldP spid="705547" grpId="0" animBg="1" autoUpdateAnimBg="0"/>
      <p:bldP spid="705548" grpId="0" animBg="1" autoUpdateAnimBg="0"/>
      <p:bldP spid="705576" grpId="0" animBg="1" autoUpdateAnimBg="0"/>
      <p:bldP spid="705577" grpId="0" animBg="1" autoUpdateAnimBg="0"/>
      <p:bldP spid="705578" grpId="0" animBg="1" autoUpdateAnimBg="0"/>
      <p:bldP spid="705579" grpId="0" animBg="1" autoUpdateAnimBg="0"/>
      <p:bldP spid="705580" grpId="0" animBg="1" autoUpdateAnimBg="0"/>
      <p:bldP spid="705581" grpId="0" animBg="1" autoUpdateAnimBg="0"/>
      <p:bldP spid="705582" grpId="0" animBg="1" autoUpdateAnimBg="0"/>
      <p:bldP spid="705586" grpId="0" animBg="1" autoUpdateAnimBg="0"/>
      <p:bldP spid="705605" grpId="0" autoUpdateAnimBg="0"/>
      <p:bldP spid="70560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748" name="Rectangle 188">
            <a:extLst>
              <a:ext uri="{FF2B5EF4-FFF2-40B4-BE49-F238E27FC236}">
                <a16:creationId xmlns:a16="http://schemas.microsoft.com/office/drawing/2014/main" id="{BCBDCCA3-56D2-DD9E-FAE9-1AB2B60DC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 </a:t>
            </a:r>
          </a:p>
        </p:txBody>
      </p:sp>
      <p:sp>
        <p:nvSpPr>
          <p:cNvPr id="330" name="灯片编号占位符 5">
            <a:extLst>
              <a:ext uri="{FF2B5EF4-FFF2-40B4-BE49-F238E27FC236}">
                <a16:creationId xmlns:a16="http://schemas.microsoft.com/office/drawing/2014/main" id="{3C5B7BCE-842C-0BC4-CFF2-4597CCB4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46CAD62-F2C6-4CB5-975E-EED3F8DDE5D6}" type="slidenum">
              <a:rPr lang="en-US" altLang="zh-CN" sz="1000" smtClean="0"/>
              <a:pPr>
                <a:defRPr/>
              </a:pPr>
              <a:t>33</a:t>
            </a:fld>
            <a:endParaRPr lang="en-US" altLang="zh-CN" sz="1000"/>
          </a:p>
        </p:txBody>
      </p:sp>
      <p:graphicFrame>
        <p:nvGraphicFramePr>
          <p:cNvPr id="706807" name="Group 247">
            <a:extLst>
              <a:ext uri="{FF2B5EF4-FFF2-40B4-BE49-F238E27FC236}">
                <a16:creationId xmlns:a16="http://schemas.microsoft.com/office/drawing/2014/main" id="{F0E3A032-2AAE-FEB6-2AFB-5EBDD88431FF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1066800"/>
          <a:ext cx="5791200" cy="579120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4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06746" name="Text Box 186">
            <a:extLst>
              <a:ext uri="{FF2B5EF4-FFF2-40B4-BE49-F238E27FC236}">
                <a16:creationId xmlns:a16="http://schemas.microsoft.com/office/drawing/2014/main" id="{A6FBA801-41C8-81F7-1296-A51A71B03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33800"/>
            <a:ext cx="24384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四位二进制计数器的状态表</a:t>
            </a:r>
          </a:p>
        </p:txBody>
      </p:sp>
      <p:sp>
        <p:nvSpPr>
          <p:cNvPr id="706750" name="Rectangle 190">
            <a:extLst>
              <a:ext uri="{FF2B5EF4-FFF2-40B4-BE49-F238E27FC236}">
                <a16:creationId xmlns:a16="http://schemas.microsoft.com/office/drawing/2014/main" id="{D2BD296A-C37A-18AE-5D34-1D94997AC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27463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第二步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画出状态表</a:t>
            </a:r>
          </a:p>
        </p:txBody>
      </p:sp>
      <p:graphicFrame>
        <p:nvGraphicFramePr>
          <p:cNvPr id="706785" name="Group 225">
            <a:extLst>
              <a:ext uri="{FF2B5EF4-FFF2-40B4-BE49-F238E27FC236}">
                <a16:creationId xmlns:a16="http://schemas.microsoft.com/office/drawing/2014/main" id="{484FEA69-4E0D-1ADB-3FEA-8A3A8E288F3C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1509713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806" name="Group 246">
            <a:extLst>
              <a:ext uri="{FF2B5EF4-FFF2-40B4-BE49-F238E27FC236}">
                <a16:creationId xmlns:a16="http://schemas.microsoft.com/office/drawing/2014/main" id="{EC1D9CF1-0FA5-8937-F786-909BA71CFF91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1828800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828" name="Group 268">
            <a:extLst>
              <a:ext uri="{FF2B5EF4-FFF2-40B4-BE49-F238E27FC236}">
                <a16:creationId xmlns:a16="http://schemas.microsoft.com/office/drawing/2014/main" id="{693948C9-5564-320D-35AC-22CED076C7F4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2195513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849" name="Group 289">
            <a:extLst>
              <a:ext uri="{FF2B5EF4-FFF2-40B4-BE49-F238E27FC236}">
                <a16:creationId xmlns:a16="http://schemas.microsoft.com/office/drawing/2014/main" id="{3A4D17E8-5008-8317-52E5-2EB1D09426C5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2514600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7019" name="Group 459">
            <a:extLst>
              <a:ext uri="{FF2B5EF4-FFF2-40B4-BE49-F238E27FC236}">
                <a16:creationId xmlns:a16="http://schemas.microsoft.com/office/drawing/2014/main" id="{E82EB001-C51E-8059-9F97-5CED6B09A8C2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2895600"/>
          <a:ext cx="2819400" cy="3976687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42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3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0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0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0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0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0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0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0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46" grpId="0" autoUpdateAnimBg="0"/>
      <p:bldP spid="70675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618" name="Rectangle 34">
            <a:extLst>
              <a:ext uri="{FF2B5EF4-FFF2-40B4-BE49-F238E27FC236}">
                <a16:creationId xmlns:a16="http://schemas.microsoft.com/office/drawing/2014/main" id="{2F39F6E4-6DE2-4B36-A532-98FD377AC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304800"/>
            <a:ext cx="7753350" cy="690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56" name="灯片编号占位符 5">
            <a:extLst>
              <a:ext uri="{FF2B5EF4-FFF2-40B4-BE49-F238E27FC236}">
                <a16:creationId xmlns:a16="http://schemas.microsoft.com/office/drawing/2014/main" id="{50822062-21B3-6840-7A10-88C49F77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BD30F53-DFD1-4826-A61D-587117A08317}" type="slidenum">
              <a:rPr lang="en-US" altLang="zh-CN" sz="1000" smtClean="0"/>
              <a:pPr>
                <a:defRPr/>
              </a:pPr>
              <a:t>34</a:t>
            </a:fld>
            <a:endParaRPr lang="en-US" altLang="zh-CN" sz="1000"/>
          </a:p>
        </p:txBody>
      </p:sp>
      <p:sp>
        <p:nvSpPr>
          <p:cNvPr id="707619" name="Text Box 35">
            <a:extLst>
              <a:ext uri="{FF2B5EF4-FFF2-40B4-BE49-F238E27FC236}">
                <a16:creationId xmlns:a16="http://schemas.microsoft.com/office/drawing/2014/main" id="{79287218-3B4B-735D-9763-5579D1AC7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8164512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第三步：利用状态表，求次态表达式 </a:t>
            </a:r>
          </a:p>
        </p:txBody>
      </p:sp>
      <p:grpSp>
        <p:nvGrpSpPr>
          <p:cNvPr id="707627" name="Group 43">
            <a:extLst>
              <a:ext uri="{FF2B5EF4-FFF2-40B4-BE49-F238E27FC236}">
                <a16:creationId xmlns:a16="http://schemas.microsoft.com/office/drawing/2014/main" id="{E0CC143B-5C92-B9A5-D1B7-D3F15662E305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2133600"/>
            <a:ext cx="5981700" cy="3751263"/>
            <a:chOff x="604" y="1344"/>
            <a:chExt cx="3768" cy="2363"/>
          </a:xfrm>
        </p:grpSpPr>
        <p:sp>
          <p:nvSpPr>
            <p:cNvPr id="707587" name="Rectangle 3">
              <a:extLst>
                <a:ext uri="{FF2B5EF4-FFF2-40B4-BE49-F238E27FC236}">
                  <a16:creationId xmlns:a16="http://schemas.microsoft.com/office/drawing/2014/main" id="{53A8A83F-4384-F5CC-A1A1-EF1E8FA66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3420"/>
              <a:ext cx="655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88" name="Rectangle 4">
              <a:extLst>
                <a:ext uri="{FF2B5EF4-FFF2-40B4-BE49-F238E27FC236}">
                  <a16:creationId xmlns:a16="http://schemas.microsoft.com/office/drawing/2014/main" id="{41E194D8-0EA4-4D7A-2CCB-DC14EB808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3420"/>
              <a:ext cx="695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89" name="Rectangle 5">
              <a:extLst>
                <a:ext uri="{FF2B5EF4-FFF2-40B4-BE49-F238E27FC236}">
                  <a16:creationId xmlns:a16="http://schemas.microsoft.com/office/drawing/2014/main" id="{DF35586F-5CCC-9357-7989-0C432FE7D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3420"/>
              <a:ext cx="697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0" name="Rectangle 6">
              <a:extLst>
                <a:ext uri="{FF2B5EF4-FFF2-40B4-BE49-F238E27FC236}">
                  <a16:creationId xmlns:a16="http://schemas.microsoft.com/office/drawing/2014/main" id="{9A01073D-6BDF-C949-BEA7-D46B824FA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3420"/>
              <a:ext cx="697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1" name="Rectangle 7">
              <a:extLst>
                <a:ext uri="{FF2B5EF4-FFF2-40B4-BE49-F238E27FC236}">
                  <a16:creationId xmlns:a16="http://schemas.microsoft.com/office/drawing/2014/main" id="{2900550A-B48D-7F69-02A7-175EE285B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3035"/>
              <a:ext cx="655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2" name="Rectangle 8">
              <a:extLst>
                <a:ext uri="{FF2B5EF4-FFF2-40B4-BE49-F238E27FC236}">
                  <a16:creationId xmlns:a16="http://schemas.microsoft.com/office/drawing/2014/main" id="{2E622730-A03D-8146-D1E4-710E62D07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3035"/>
              <a:ext cx="695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3" name="Rectangle 9">
              <a:extLst>
                <a:ext uri="{FF2B5EF4-FFF2-40B4-BE49-F238E27FC236}">
                  <a16:creationId xmlns:a16="http://schemas.microsoft.com/office/drawing/2014/main" id="{752CFF1F-4EF9-4044-49CD-F482D9214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3035"/>
              <a:ext cx="697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4" name="Rectangle 10">
              <a:extLst>
                <a:ext uri="{FF2B5EF4-FFF2-40B4-BE49-F238E27FC236}">
                  <a16:creationId xmlns:a16="http://schemas.microsoft.com/office/drawing/2014/main" id="{F0C7E1A3-4303-F3A2-C8FB-D1696AF35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3035"/>
              <a:ext cx="697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5" name="Rectangle 11">
              <a:extLst>
                <a:ext uri="{FF2B5EF4-FFF2-40B4-BE49-F238E27FC236}">
                  <a16:creationId xmlns:a16="http://schemas.microsoft.com/office/drawing/2014/main" id="{1FB393EA-2F58-2D1A-A664-4597E979F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649"/>
              <a:ext cx="655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6" name="Rectangle 12">
              <a:extLst>
                <a:ext uri="{FF2B5EF4-FFF2-40B4-BE49-F238E27FC236}">
                  <a16:creationId xmlns:a16="http://schemas.microsoft.com/office/drawing/2014/main" id="{7F26EA41-CCE8-ED9C-F501-9A72029BD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2649"/>
              <a:ext cx="695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7" name="Rectangle 13">
              <a:extLst>
                <a:ext uri="{FF2B5EF4-FFF2-40B4-BE49-F238E27FC236}">
                  <a16:creationId xmlns:a16="http://schemas.microsoft.com/office/drawing/2014/main" id="{50CFE4EE-4C87-801D-A2A9-3EED85DFA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649"/>
              <a:ext cx="697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8" name="Rectangle 14">
              <a:extLst>
                <a:ext uri="{FF2B5EF4-FFF2-40B4-BE49-F238E27FC236}">
                  <a16:creationId xmlns:a16="http://schemas.microsoft.com/office/drawing/2014/main" id="{9D3F2B3B-1FF0-BE64-9CE1-5CEA0D1F9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2649"/>
              <a:ext cx="697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9" name="Rectangle 15">
              <a:extLst>
                <a:ext uri="{FF2B5EF4-FFF2-40B4-BE49-F238E27FC236}">
                  <a16:creationId xmlns:a16="http://schemas.microsoft.com/office/drawing/2014/main" id="{4D1130E2-D9B7-55DF-9597-1909FD754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304"/>
              <a:ext cx="655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600" name="Rectangle 16">
              <a:extLst>
                <a:ext uri="{FF2B5EF4-FFF2-40B4-BE49-F238E27FC236}">
                  <a16:creationId xmlns:a16="http://schemas.microsoft.com/office/drawing/2014/main" id="{26E7DECA-DEDD-7107-45E2-D445AE126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2304"/>
              <a:ext cx="695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601" name="Rectangle 17">
              <a:extLst>
                <a:ext uri="{FF2B5EF4-FFF2-40B4-BE49-F238E27FC236}">
                  <a16:creationId xmlns:a16="http://schemas.microsoft.com/office/drawing/2014/main" id="{CBBBD123-8083-FFAE-844C-CB8839922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304"/>
              <a:ext cx="697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602" name="Rectangle 18">
              <a:extLst>
                <a:ext uri="{FF2B5EF4-FFF2-40B4-BE49-F238E27FC236}">
                  <a16:creationId xmlns:a16="http://schemas.microsoft.com/office/drawing/2014/main" id="{49939997-B0C2-464C-CC64-6C57735DA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2304"/>
              <a:ext cx="697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40998" name="Line 19">
              <a:extLst>
                <a:ext uri="{FF2B5EF4-FFF2-40B4-BE49-F238E27FC236}">
                  <a16:creationId xmlns:a16="http://schemas.microsoft.com/office/drawing/2014/main" id="{B09F55C9-C88A-5109-CE26-67A3CC087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304"/>
              <a:ext cx="27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9" name="Line 20">
              <a:extLst>
                <a:ext uri="{FF2B5EF4-FFF2-40B4-BE49-F238E27FC236}">
                  <a16:creationId xmlns:a16="http://schemas.microsoft.com/office/drawing/2014/main" id="{1E614E26-4D39-BA41-4DD1-AF8FF4216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649"/>
              <a:ext cx="2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0" name="Line 21">
              <a:extLst>
                <a:ext uri="{FF2B5EF4-FFF2-40B4-BE49-F238E27FC236}">
                  <a16:creationId xmlns:a16="http://schemas.microsoft.com/office/drawing/2014/main" id="{4B73DCC1-B93C-29D3-A991-36643B02F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035"/>
              <a:ext cx="2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1" name="Line 22">
              <a:extLst>
                <a:ext uri="{FF2B5EF4-FFF2-40B4-BE49-F238E27FC236}">
                  <a16:creationId xmlns:a16="http://schemas.microsoft.com/office/drawing/2014/main" id="{969F381E-6B55-7B6A-6625-CFF9333F1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420"/>
              <a:ext cx="2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2" name="Line 23">
              <a:extLst>
                <a:ext uri="{FF2B5EF4-FFF2-40B4-BE49-F238E27FC236}">
                  <a16:creationId xmlns:a16="http://schemas.microsoft.com/office/drawing/2014/main" id="{6A6BCA8F-802B-1A6B-1DE6-9292DECC8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707"/>
              <a:ext cx="27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3" name="Line 24">
              <a:extLst>
                <a:ext uri="{FF2B5EF4-FFF2-40B4-BE49-F238E27FC236}">
                  <a16:creationId xmlns:a16="http://schemas.microsoft.com/office/drawing/2014/main" id="{10316880-D666-A7ED-4EA4-047178308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304"/>
              <a:ext cx="0" cy="140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4" name="Line 25">
              <a:extLst>
                <a:ext uri="{FF2B5EF4-FFF2-40B4-BE49-F238E27FC236}">
                  <a16:creationId xmlns:a16="http://schemas.microsoft.com/office/drawing/2014/main" id="{25E2CB95-2D14-6B37-E53E-AC3162513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2304"/>
              <a:ext cx="0" cy="1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5" name="Line 26">
              <a:extLst>
                <a:ext uri="{FF2B5EF4-FFF2-40B4-BE49-F238E27FC236}">
                  <a16:creationId xmlns:a16="http://schemas.microsoft.com/office/drawing/2014/main" id="{AD29E342-F5B1-560E-E804-8364263A4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" y="2304"/>
              <a:ext cx="0" cy="1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6" name="Line 27">
              <a:extLst>
                <a:ext uri="{FF2B5EF4-FFF2-40B4-BE49-F238E27FC236}">
                  <a16:creationId xmlns:a16="http://schemas.microsoft.com/office/drawing/2014/main" id="{F5376A86-1000-4C9B-5F45-E88F11332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2304"/>
              <a:ext cx="0" cy="1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7" name="Line 28">
              <a:extLst>
                <a:ext uri="{FF2B5EF4-FFF2-40B4-BE49-F238E27FC236}">
                  <a16:creationId xmlns:a16="http://schemas.microsoft.com/office/drawing/2014/main" id="{C1879312-C45E-4206-C276-6B20A2D6B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304"/>
              <a:ext cx="0" cy="140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8" name="Line 29">
              <a:extLst>
                <a:ext uri="{FF2B5EF4-FFF2-40B4-BE49-F238E27FC236}">
                  <a16:creationId xmlns:a16="http://schemas.microsoft.com/office/drawing/2014/main" id="{B3DDC91B-A460-A842-BDDD-2E3DC66D43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4" y="1858"/>
              <a:ext cx="816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14" name="Text Box 30">
              <a:extLst>
                <a:ext uri="{FF2B5EF4-FFF2-40B4-BE49-F238E27FC236}">
                  <a16:creationId xmlns:a16="http://schemas.microsoft.com/office/drawing/2014/main" id="{30DBC056-EA75-AD0E-B0F5-E8092ED43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899"/>
              <a:ext cx="58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7615" name="Text Box 31">
              <a:extLst>
                <a:ext uri="{FF2B5EF4-FFF2-40B4-BE49-F238E27FC236}">
                  <a16:creationId xmlns:a16="http://schemas.microsoft.com/office/drawing/2014/main" id="{3B5F6192-8827-A9B2-1A71-E054040E5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" y="2054"/>
              <a:ext cx="591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7616" name="Text Box 32">
              <a:extLst>
                <a:ext uri="{FF2B5EF4-FFF2-40B4-BE49-F238E27FC236}">
                  <a16:creationId xmlns:a16="http://schemas.microsoft.com/office/drawing/2014/main" id="{41CAE1B1-F7F3-E6A6-3543-46747A157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368"/>
              <a:ext cx="352" cy="13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7617" name="Text Box 33">
              <a:extLst>
                <a:ext uri="{FF2B5EF4-FFF2-40B4-BE49-F238E27FC236}">
                  <a16:creationId xmlns:a16="http://schemas.microsoft.com/office/drawing/2014/main" id="{A793BEFF-F0A0-FF3B-A2AD-3EC26757B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2" y="2023"/>
              <a:ext cx="23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00         01          11             10</a:t>
              </a:r>
            </a:p>
          </p:txBody>
        </p:sp>
        <p:sp>
          <p:nvSpPr>
            <p:cNvPr id="707620" name="Text Box 36">
              <a:extLst>
                <a:ext uri="{FF2B5EF4-FFF2-40B4-BE49-F238E27FC236}">
                  <a16:creationId xmlns:a16="http://schemas.microsoft.com/office/drawing/2014/main" id="{6E9EE719-BFA0-3340-2BC6-9D58BAB8D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670"/>
              <a:ext cx="225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3(N+1)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2(N+1) 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1(N+1)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0(N+1)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7621" name="Text Box 37">
              <a:extLst>
                <a:ext uri="{FF2B5EF4-FFF2-40B4-BE49-F238E27FC236}">
                  <a16:creationId xmlns:a16="http://schemas.microsoft.com/office/drawing/2014/main" id="{B10F415C-2A6A-81E8-4A12-56E713922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344"/>
              <a:ext cx="322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4</a:t>
              </a: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位二进制计数器的状态表</a:t>
              </a:r>
            </a:p>
          </p:txBody>
        </p:sp>
      </p:grpSp>
      <p:sp>
        <p:nvSpPr>
          <p:cNvPr id="707624" name="Rectangle 40">
            <a:extLst>
              <a:ext uri="{FF2B5EF4-FFF2-40B4-BE49-F238E27FC236}">
                <a16:creationId xmlns:a16="http://schemas.microsoft.com/office/drawing/2014/main" id="{9D0E6C98-4E43-7E07-58E4-76B1F136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0001</a:t>
            </a:r>
          </a:p>
        </p:txBody>
      </p:sp>
      <p:sp>
        <p:nvSpPr>
          <p:cNvPr id="707625" name="Rectangle 41">
            <a:extLst>
              <a:ext uri="{FF2B5EF4-FFF2-40B4-BE49-F238E27FC236}">
                <a16:creationId xmlns:a16="http://schemas.microsoft.com/office/drawing/2014/main" id="{D181727B-3CC1-A537-AF06-B23E1E6B9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0010</a:t>
            </a:r>
          </a:p>
        </p:txBody>
      </p:sp>
      <p:sp>
        <p:nvSpPr>
          <p:cNvPr id="707626" name="Rectangle 42">
            <a:extLst>
              <a:ext uri="{FF2B5EF4-FFF2-40B4-BE49-F238E27FC236}">
                <a16:creationId xmlns:a16="http://schemas.microsoft.com/office/drawing/2014/main" id="{42C755BF-6854-13D3-4B0E-147B10749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0100</a:t>
            </a:r>
          </a:p>
        </p:txBody>
      </p:sp>
      <p:sp>
        <p:nvSpPr>
          <p:cNvPr id="707628" name="Rectangle 44">
            <a:extLst>
              <a:ext uri="{FF2B5EF4-FFF2-40B4-BE49-F238E27FC236}">
                <a16:creationId xmlns:a16="http://schemas.microsoft.com/office/drawing/2014/main" id="{475F70B5-F249-8D97-7C35-25F3AF48A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0011</a:t>
            </a:r>
          </a:p>
        </p:txBody>
      </p:sp>
      <p:sp>
        <p:nvSpPr>
          <p:cNvPr id="707629" name="Rectangle 45">
            <a:extLst>
              <a:ext uri="{FF2B5EF4-FFF2-40B4-BE49-F238E27FC236}">
                <a16:creationId xmlns:a16="http://schemas.microsoft.com/office/drawing/2014/main" id="{77BDDD9F-EDE9-8074-ABBF-697D7B4E4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0101</a:t>
            </a:r>
          </a:p>
        </p:txBody>
      </p:sp>
      <p:sp>
        <p:nvSpPr>
          <p:cNvPr id="707630" name="Rectangle 46">
            <a:extLst>
              <a:ext uri="{FF2B5EF4-FFF2-40B4-BE49-F238E27FC236}">
                <a16:creationId xmlns:a16="http://schemas.microsoft.com/office/drawing/2014/main" id="{7AFD027C-45B3-0A79-B3AB-1EF283C3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0110</a:t>
            </a:r>
          </a:p>
        </p:txBody>
      </p:sp>
      <p:sp>
        <p:nvSpPr>
          <p:cNvPr id="707631" name="Rectangle 47">
            <a:extLst>
              <a:ext uri="{FF2B5EF4-FFF2-40B4-BE49-F238E27FC236}">
                <a16:creationId xmlns:a16="http://schemas.microsoft.com/office/drawing/2014/main" id="{5F4D6AE0-97D8-2884-133B-ACADEF6D3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1000</a:t>
            </a:r>
          </a:p>
        </p:txBody>
      </p:sp>
      <p:sp>
        <p:nvSpPr>
          <p:cNvPr id="707632" name="Rectangle 48">
            <a:extLst>
              <a:ext uri="{FF2B5EF4-FFF2-40B4-BE49-F238E27FC236}">
                <a16:creationId xmlns:a16="http://schemas.microsoft.com/office/drawing/2014/main" id="{F33F4F3A-E667-8655-514B-5866FB6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0111</a:t>
            </a:r>
          </a:p>
        </p:txBody>
      </p:sp>
      <p:sp>
        <p:nvSpPr>
          <p:cNvPr id="707633" name="Rectangle 49">
            <a:extLst>
              <a:ext uri="{FF2B5EF4-FFF2-40B4-BE49-F238E27FC236}">
                <a16:creationId xmlns:a16="http://schemas.microsoft.com/office/drawing/2014/main" id="{65FC2CDF-7218-EF90-F9E4-B54AE5D72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1101</a:t>
            </a:r>
          </a:p>
        </p:txBody>
      </p:sp>
      <p:sp>
        <p:nvSpPr>
          <p:cNvPr id="707634" name="Rectangle 50">
            <a:extLst>
              <a:ext uri="{FF2B5EF4-FFF2-40B4-BE49-F238E27FC236}">
                <a16:creationId xmlns:a16="http://schemas.microsoft.com/office/drawing/2014/main" id="{309983DC-B66F-B71F-826A-DB6E6B1C1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1110</a:t>
            </a:r>
          </a:p>
        </p:txBody>
      </p:sp>
      <p:sp>
        <p:nvSpPr>
          <p:cNvPr id="707635" name="Rectangle 51">
            <a:extLst>
              <a:ext uri="{FF2B5EF4-FFF2-40B4-BE49-F238E27FC236}">
                <a16:creationId xmlns:a16="http://schemas.microsoft.com/office/drawing/2014/main" id="{D3796E4C-9DB3-955A-B9C6-9986A548A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0000</a:t>
            </a:r>
          </a:p>
        </p:txBody>
      </p:sp>
      <p:sp>
        <p:nvSpPr>
          <p:cNvPr id="707636" name="Rectangle 52">
            <a:extLst>
              <a:ext uri="{FF2B5EF4-FFF2-40B4-BE49-F238E27FC236}">
                <a16:creationId xmlns:a16="http://schemas.microsoft.com/office/drawing/2014/main" id="{9CBCA258-6155-1C67-BDAA-41F3CD9AB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1111</a:t>
            </a:r>
          </a:p>
        </p:txBody>
      </p:sp>
      <p:sp>
        <p:nvSpPr>
          <p:cNvPr id="707637" name="Rectangle 53">
            <a:extLst>
              <a:ext uri="{FF2B5EF4-FFF2-40B4-BE49-F238E27FC236}">
                <a16:creationId xmlns:a16="http://schemas.microsoft.com/office/drawing/2014/main" id="{B43E064D-6CA2-DAEE-F8A9-A9124AC84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1001</a:t>
            </a:r>
          </a:p>
        </p:txBody>
      </p:sp>
      <p:sp>
        <p:nvSpPr>
          <p:cNvPr id="707638" name="Rectangle 54">
            <a:extLst>
              <a:ext uri="{FF2B5EF4-FFF2-40B4-BE49-F238E27FC236}">
                <a16:creationId xmlns:a16="http://schemas.microsoft.com/office/drawing/2014/main" id="{F2A37DD2-B9D9-C00C-8430-CECBCE5FD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1010</a:t>
            </a:r>
          </a:p>
        </p:txBody>
      </p:sp>
      <p:sp>
        <p:nvSpPr>
          <p:cNvPr id="707639" name="Rectangle 55">
            <a:extLst>
              <a:ext uri="{FF2B5EF4-FFF2-40B4-BE49-F238E27FC236}">
                <a16:creationId xmlns:a16="http://schemas.microsoft.com/office/drawing/2014/main" id="{C6DA2953-E7C2-514E-0D4E-416FD24B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1100</a:t>
            </a:r>
          </a:p>
        </p:txBody>
      </p:sp>
      <p:sp>
        <p:nvSpPr>
          <p:cNvPr id="707640" name="Rectangle 56">
            <a:extLst>
              <a:ext uri="{FF2B5EF4-FFF2-40B4-BE49-F238E27FC236}">
                <a16:creationId xmlns:a16="http://schemas.microsoft.com/office/drawing/2014/main" id="{946A31CD-2883-F962-216F-93D08863B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7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7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0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0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0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0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0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0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0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0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0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0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0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0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0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0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0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19" grpId="0" autoUpdateAnimBg="0"/>
      <p:bldP spid="707624" grpId="0" autoUpdateAnimBg="0"/>
      <p:bldP spid="707625" grpId="0" autoUpdateAnimBg="0"/>
      <p:bldP spid="707626" grpId="0" autoUpdateAnimBg="0"/>
      <p:bldP spid="707628" grpId="0" autoUpdateAnimBg="0"/>
      <p:bldP spid="707629" grpId="0" autoUpdateAnimBg="0"/>
      <p:bldP spid="707630" grpId="0" autoUpdateAnimBg="0"/>
      <p:bldP spid="707631" grpId="0" autoUpdateAnimBg="0"/>
      <p:bldP spid="707632" grpId="0" autoUpdateAnimBg="0"/>
      <p:bldP spid="707633" grpId="0" autoUpdateAnimBg="0"/>
      <p:bldP spid="707634" grpId="0" autoUpdateAnimBg="0"/>
      <p:bldP spid="707635" grpId="0" autoUpdateAnimBg="0"/>
      <p:bldP spid="707636" grpId="0" autoUpdateAnimBg="0"/>
      <p:bldP spid="707637" grpId="0" autoUpdateAnimBg="0"/>
      <p:bldP spid="707638" grpId="0" autoUpdateAnimBg="0"/>
      <p:bldP spid="707639" grpId="0" autoUpdateAnimBg="0"/>
      <p:bldP spid="70764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78" name="Rectangle 70">
            <a:extLst>
              <a:ext uri="{FF2B5EF4-FFF2-40B4-BE49-F238E27FC236}">
                <a16:creationId xmlns:a16="http://schemas.microsoft.com/office/drawing/2014/main" id="{69251813-2DDA-049B-F48C-981F80120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304800"/>
            <a:ext cx="7753350" cy="690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4" name="灯片编号占位符 5">
            <a:extLst>
              <a:ext uri="{FF2B5EF4-FFF2-40B4-BE49-F238E27FC236}">
                <a16:creationId xmlns:a16="http://schemas.microsoft.com/office/drawing/2014/main" id="{11B03F24-1160-8F53-8E78-1DBCF7F4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EC08E94-65B8-4B0D-92C5-7B095DAC5584}" type="slidenum">
              <a:rPr lang="en-US" altLang="zh-CN" sz="1000" smtClean="0"/>
              <a:pPr>
                <a:defRPr/>
              </a:pPr>
              <a:t>35</a:t>
            </a:fld>
            <a:endParaRPr lang="en-US" altLang="zh-CN" sz="1000"/>
          </a:p>
        </p:txBody>
      </p:sp>
      <p:grpSp>
        <p:nvGrpSpPr>
          <p:cNvPr id="708683" name="Group 75">
            <a:extLst>
              <a:ext uri="{FF2B5EF4-FFF2-40B4-BE49-F238E27FC236}">
                <a16:creationId xmlns:a16="http://schemas.microsoft.com/office/drawing/2014/main" id="{D42D577B-8135-2351-03A9-7CACC558F89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209800"/>
            <a:ext cx="2971800" cy="2667000"/>
            <a:chOff x="2736" y="1392"/>
            <a:chExt cx="1872" cy="1680"/>
          </a:xfrm>
        </p:grpSpPr>
        <p:sp>
          <p:nvSpPr>
            <p:cNvPr id="708611" name="Rectangle 3">
              <a:extLst>
                <a:ext uri="{FF2B5EF4-FFF2-40B4-BE49-F238E27FC236}">
                  <a16:creationId xmlns:a16="http://schemas.microsoft.com/office/drawing/2014/main" id="{2C37F251-DE75-81AB-8751-C12208FC8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2794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12" name="Rectangle 4">
              <a:extLst>
                <a:ext uri="{FF2B5EF4-FFF2-40B4-BE49-F238E27FC236}">
                  <a16:creationId xmlns:a16="http://schemas.microsoft.com/office/drawing/2014/main" id="{96CEDB4A-19D2-DAAB-D6F2-CD2D82012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794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13" name="Rectangle 5">
              <a:extLst>
                <a:ext uri="{FF2B5EF4-FFF2-40B4-BE49-F238E27FC236}">
                  <a16:creationId xmlns:a16="http://schemas.microsoft.com/office/drawing/2014/main" id="{4ABEDA34-0D75-3F97-B514-4CD705934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794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14" name="Rectangle 6">
              <a:extLst>
                <a:ext uri="{FF2B5EF4-FFF2-40B4-BE49-F238E27FC236}">
                  <a16:creationId xmlns:a16="http://schemas.microsoft.com/office/drawing/2014/main" id="{63C86456-054B-D820-201E-3D5C82B13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794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15" name="Rectangle 7">
              <a:extLst>
                <a:ext uri="{FF2B5EF4-FFF2-40B4-BE49-F238E27FC236}">
                  <a16:creationId xmlns:a16="http://schemas.microsoft.com/office/drawing/2014/main" id="{9005727C-E019-4815-1310-9361EACEF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2517"/>
              <a:ext cx="327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16" name="Rectangle 8">
              <a:extLst>
                <a:ext uri="{FF2B5EF4-FFF2-40B4-BE49-F238E27FC236}">
                  <a16:creationId xmlns:a16="http://schemas.microsoft.com/office/drawing/2014/main" id="{5A570D24-5082-31DB-DF99-CB7049E8E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517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17" name="Rectangle 9">
              <a:extLst>
                <a:ext uri="{FF2B5EF4-FFF2-40B4-BE49-F238E27FC236}">
                  <a16:creationId xmlns:a16="http://schemas.microsoft.com/office/drawing/2014/main" id="{EC680AF4-A537-B3B0-F5FE-534CE25A4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517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18" name="Rectangle 10">
              <a:extLst>
                <a:ext uri="{FF2B5EF4-FFF2-40B4-BE49-F238E27FC236}">
                  <a16:creationId xmlns:a16="http://schemas.microsoft.com/office/drawing/2014/main" id="{F55233E0-868F-4631-A18D-E2FBCD96C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517"/>
              <a:ext cx="321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19" name="Rectangle 11">
              <a:extLst>
                <a:ext uri="{FF2B5EF4-FFF2-40B4-BE49-F238E27FC236}">
                  <a16:creationId xmlns:a16="http://schemas.microsoft.com/office/drawing/2014/main" id="{0AB305FE-2D8D-0D95-A24B-6010B1775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2239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20" name="Rectangle 12">
              <a:extLst>
                <a:ext uri="{FF2B5EF4-FFF2-40B4-BE49-F238E27FC236}">
                  <a16:creationId xmlns:a16="http://schemas.microsoft.com/office/drawing/2014/main" id="{F23ABB27-7643-2D94-2E57-5D2E94A03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239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21" name="Rectangle 13">
              <a:extLst>
                <a:ext uri="{FF2B5EF4-FFF2-40B4-BE49-F238E27FC236}">
                  <a16:creationId xmlns:a16="http://schemas.microsoft.com/office/drawing/2014/main" id="{EEC4FD96-46F5-3775-A975-0AFA810EF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239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22" name="Rectangle 14">
              <a:extLst>
                <a:ext uri="{FF2B5EF4-FFF2-40B4-BE49-F238E27FC236}">
                  <a16:creationId xmlns:a16="http://schemas.microsoft.com/office/drawing/2014/main" id="{E695D9A3-9A3A-DA43-500E-A91D88F00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239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23" name="Rectangle 15">
              <a:extLst>
                <a:ext uri="{FF2B5EF4-FFF2-40B4-BE49-F238E27FC236}">
                  <a16:creationId xmlns:a16="http://schemas.microsoft.com/office/drawing/2014/main" id="{AD00FCFF-F068-563C-5C9E-12342560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1961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24" name="Rectangle 16">
              <a:extLst>
                <a:ext uri="{FF2B5EF4-FFF2-40B4-BE49-F238E27FC236}">
                  <a16:creationId xmlns:a16="http://schemas.microsoft.com/office/drawing/2014/main" id="{532D7FE5-4E0C-DFF9-8708-2FB3C8A3C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196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25" name="Rectangle 17">
              <a:extLst>
                <a:ext uri="{FF2B5EF4-FFF2-40B4-BE49-F238E27FC236}">
                  <a16:creationId xmlns:a16="http://schemas.microsoft.com/office/drawing/2014/main" id="{7D78EDC6-D2E5-F331-88A9-2E0B2BE54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196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26" name="Rectangle 18">
              <a:extLst>
                <a:ext uri="{FF2B5EF4-FFF2-40B4-BE49-F238E27FC236}">
                  <a16:creationId xmlns:a16="http://schemas.microsoft.com/office/drawing/2014/main" id="{0A2ECD1D-60F7-74BD-4E78-5C682B6F7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1961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42041" name="Line 19">
              <a:extLst>
                <a:ext uri="{FF2B5EF4-FFF2-40B4-BE49-F238E27FC236}">
                  <a16:creationId xmlns:a16="http://schemas.microsoft.com/office/drawing/2014/main" id="{53F0FFE7-EC91-2913-C569-EAB35E496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1961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2" name="Line 20">
              <a:extLst>
                <a:ext uri="{FF2B5EF4-FFF2-40B4-BE49-F238E27FC236}">
                  <a16:creationId xmlns:a16="http://schemas.microsoft.com/office/drawing/2014/main" id="{A86083F5-799D-17AC-066E-B485C5FD4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239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3" name="Line 21">
              <a:extLst>
                <a:ext uri="{FF2B5EF4-FFF2-40B4-BE49-F238E27FC236}">
                  <a16:creationId xmlns:a16="http://schemas.microsoft.com/office/drawing/2014/main" id="{55AB3AE9-CC3D-3054-A96C-BC24E3205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517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4" name="Line 22">
              <a:extLst>
                <a:ext uri="{FF2B5EF4-FFF2-40B4-BE49-F238E27FC236}">
                  <a16:creationId xmlns:a16="http://schemas.microsoft.com/office/drawing/2014/main" id="{ED2639EF-9563-106E-98A6-0E01C94BC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794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5" name="Line 23">
              <a:extLst>
                <a:ext uri="{FF2B5EF4-FFF2-40B4-BE49-F238E27FC236}">
                  <a16:creationId xmlns:a16="http://schemas.microsoft.com/office/drawing/2014/main" id="{26F729C8-0716-C189-4CDC-E98A85481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72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6" name="Line 24">
              <a:extLst>
                <a:ext uri="{FF2B5EF4-FFF2-40B4-BE49-F238E27FC236}">
                  <a16:creationId xmlns:a16="http://schemas.microsoft.com/office/drawing/2014/main" id="{0ABAECB1-FDC7-CBF1-9420-0CCBED94F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1961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7" name="Line 25">
              <a:extLst>
                <a:ext uri="{FF2B5EF4-FFF2-40B4-BE49-F238E27FC236}">
                  <a16:creationId xmlns:a16="http://schemas.microsoft.com/office/drawing/2014/main" id="{1268535E-F84D-50B2-938C-12B2FAF02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961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8" name="Line 26">
              <a:extLst>
                <a:ext uri="{FF2B5EF4-FFF2-40B4-BE49-F238E27FC236}">
                  <a16:creationId xmlns:a16="http://schemas.microsoft.com/office/drawing/2014/main" id="{C4540F5D-7E8E-2D77-12B1-B7FFFA34E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3" y="1961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9" name="Line 27">
              <a:extLst>
                <a:ext uri="{FF2B5EF4-FFF2-40B4-BE49-F238E27FC236}">
                  <a16:creationId xmlns:a16="http://schemas.microsoft.com/office/drawing/2014/main" id="{AC06A930-8517-D518-7D18-80DA24D3A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1" y="1961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50" name="Line 28">
              <a:extLst>
                <a:ext uri="{FF2B5EF4-FFF2-40B4-BE49-F238E27FC236}">
                  <a16:creationId xmlns:a16="http://schemas.microsoft.com/office/drawing/2014/main" id="{A1EF7EA9-9850-4434-33DF-95CD2B10E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961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51" name="Line 29">
              <a:extLst>
                <a:ext uri="{FF2B5EF4-FFF2-40B4-BE49-F238E27FC236}">
                  <a16:creationId xmlns:a16="http://schemas.microsoft.com/office/drawing/2014/main" id="{42A461D9-E69F-F326-5B48-507604551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83" y="1734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8638" name="Text Box 30">
              <a:extLst>
                <a:ext uri="{FF2B5EF4-FFF2-40B4-BE49-F238E27FC236}">
                  <a16:creationId xmlns:a16="http://schemas.microsoft.com/office/drawing/2014/main" id="{1F6F4B76-B546-3107-766A-2AE7E60B5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1550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39" name="Text Box 31">
              <a:extLst>
                <a:ext uri="{FF2B5EF4-FFF2-40B4-BE49-F238E27FC236}">
                  <a16:creationId xmlns:a16="http://schemas.microsoft.com/office/drawing/2014/main" id="{7402C368-146B-A77A-7853-8D70AC950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66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40" name="Text Box 32">
              <a:extLst>
                <a:ext uri="{FF2B5EF4-FFF2-40B4-BE49-F238E27FC236}">
                  <a16:creationId xmlns:a16="http://schemas.microsoft.com/office/drawing/2014/main" id="{255C17F2-C964-461C-80BE-9403C8006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" y="1958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8641" name="Text Box 33">
              <a:extLst>
                <a:ext uri="{FF2B5EF4-FFF2-40B4-BE49-F238E27FC236}">
                  <a16:creationId xmlns:a16="http://schemas.microsoft.com/office/drawing/2014/main" id="{321149EE-6586-CF04-934A-4267E35BC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" y="1703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8676" name="Text Box 68">
              <a:extLst>
                <a:ext uri="{FF2B5EF4-FFF2-40B4-BE49-F238E27FC236}">
                  <a16:creationId xmlns:a16="http://schemas.microsoft.com/office/drawing/2014/main" id="{5BD57AB6-B571-CD10-307A-3FBFB4987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392"/>
              <a:ext cx="92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708682" name="Group 74">
            <a:extLst>
              <a:ext uri="{FF2B5EF4-FFF2-40B4-BE49-F238E27FC236}">
                <a16:creationId xmlns:a16="http://schemas.microsoft.com/office/drawing/2014/main" id="{8D3BD846-6DF8-9051-4F39-324C8276E33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133600"/>
            <a:ext cx="2940050" cy="2819400"/>
            <a:chOff x="336" y="1344"/>
            <a:chExt cx="1852" cy="1776"/>
          </a:xfrm>
        </p:grpSpPr>
        <p:sp>
          <p:nvSpPr>
            <p:cNvPr id="708643" name="Rectangle 35">
              <a:extLst>
                <a:ext uri="{FF2B5EF4-FFF2-40B4-BE49-F238E27FC236}">
                  <a16:creationId xmlns:a16="http://schemas.microsoft.com/office/drawing/2014/main" id="{45364E62-D4E2-E909-3EE9-810471E2E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838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44" name="Rectangle 36">
              <a:extLst>
                <a:ext uri="{FF2B5EF4-FFF2-40B4-BE49-F238E27FC236}">
                  <a16:creationId xmlns:a16="http://schemas.microsoft.com/office/drawing/2014/main" id="{F4DAC4B8-E8F3-3778-D592-9F5563609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838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45" name="Rectangle 37">
              <a:extLst>
                <a:ext uri="{FF2B5EF4-FFF2-40B4-BE49-F238E27FC236}">
                  <a16:creationId xmlns:a16="http://schemas.microsoft.com/office/drawing/2014/main" id="{655A12F3-2303-EE58-BA75-7B8C033E5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838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46" name="Rectangle 38">
              <a:extLst>
                <a:ext uri="{FF2B5EF4-FFF2-40B4-BE49-F238E27FC236}">
                  <a16:creationId xmlns:a16="http://schemas.microsoft.com/office/drawing/2014/main" id="{4D36B9FD-4095-E1C0-A464-F7560C4C1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838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47" name="Rectangle 39">
              <a:extLst>
                <a:ext uri="{FF2B5EF4-FFF2-40B4-BE49-F238E27FC236}">
                  <a16:creationId xmlns:a16="http://schemas.microsoft.com/office/drawing/2014/main" id="{1A6C4B25-0006-1637-7C82-46D8AD042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555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48" name="Rectangle 40">
              <a:extLst>
                <a:ext uri="{FF2B5EF4-FFF2-40B4-BE49-F238E27FC236}">
                  <a16:creationId xmlns:a16="http://schemas.microsoft.com/office/drawing/2014/main" id="{21DA87FF-AC99-0BFE-83FA-5AEA89F98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555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49" name="Rectangle 41">
              <a:extLst>
                <a:ext uri="{FF2B5EF4-FFF2-40B4-BE49-F238E27FC236}">
                  <a16:creationId xmlns:a16="http://schemas.microsoft.com/office/drawing/2014/main" id="{55D7C0A5-AB7B-913C-DCEB-53DD2B656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555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50" name="Rectangle 42">
              <a:extLst>
                <a:ext uri="{FF2B5EF4-FFF2-40B4-BE49-F238E27FC236}">
                  <a16:creationId xmlns:a16="http://schemas.microsoft.com/office/drawing/2014/main" id="{3B2FC579-B96D-181B-604D-DDBAD8C83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555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51" name="Rectangle 43">
              <a:extLst>
                <a:ext uri="{FF2B5EF4-FFF2-40B4-BE49-F238E27FC236}">
                  <a16:creationId xmlns:a16="http://schemas.microsoft.com/office/drawing/2014/main" id="{D573ADC8-2930-9144-B6E4-88D3CDBDA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273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52" name="Rectangle 44">
              <a:extLst>
                <a:ext uri="{FF2B5EF4-FFF2-40B4-BE49-F238E27FC236}">
                  <a16:creationId xmlns:a16="http://schemas.microsoft.com/office/drawing/2014/main" id="{4810F90D-0832-5EBB-B1A4-88B148896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273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53" name="Rectangle 45">
              <a:extLst>
                <a:ext uri="{FF2B5EF4-FFF2-40B4-BE49-F238E27FC236}">
                  <a16:creationId xmlns:a16="http://schemas.microsoft.com/office/drawing/2014/main" id="{6A281204-5D37-51FF-3FE6-01EFAE8A8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73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54" name="Rectangle 46">
              <a:extLst>
                <a:ext uri="{FF2B5EF4-FFF2-40B4-BE49-F238E27FC236}">
                  <a16:creationId xmlns:a16="http://schemas.microsoft.com/office/drawing/2014/main" id="{3AC91894-95CE-8BFD-05E1-34FA15D5F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273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55" name="Rectangle 47">
              <a:extLst>
                <a:ext uri="{FF2B5EF4-FFF2-40B4-BE49-F238E27FC236}">
                  <a16:creationId xmlns:a16="http://schemas.microsoft.com/office/drawing/2014/main" id="{1C6E8C03-BEB5-1A2E-84D0-45E8C0BD9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1990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8656" name="Rectangle 48">
              <a:extLst>
                <a:ext uri="{FF2B5EF4-FFF2-40B4-BE49-F238E27FC236}">
                  <a16:creationId xmlns:a16="http://schemas.microsoft.com/office/drawing/2014/main" id="{0222C55C-B71E-7928-2616-74E535FCF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1990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57" name="Rectangle 49">
              <a:extLst>
                <a:ext uri="{FF2B5EF4-FFF2-40B4-BE49-F238E27FC236}">
                  <a16:creationId xmlns:a16="http://schemas.microsoft.com/office/drawing/2014/main" id="{556D4F00-3063-103E-2E24-AC19E479B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1990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8658" name="Rectangle 50">
              <a:extLst>
                <a:ext uri="{FF2B5EF4-FFF2-40B4-BE49-F238E27FC236}">
                  <a16:creationId xmlns:a16="http://schemas.microsoft.com/office/drawing/2014/main" id="{9843F1C0-AE8C-0E81-3FFA-789DD0B0C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1990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42009" name="Line 51">
              <a:extLst>
                <a:ext uri="{FF2B5EF4-FFF2-40B4-BE49-F238E27FC236}">
                  <a16:creationId xmlns:a16="http://schemas.microsoft.com/office/drawing/2014/main" id="{63D6C459-B421-2887-8744-CF8F4D630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990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0" name="Line 52">
              <a:extLst>
                <a:ext uri="{FF2B5EF4-FFF2-40B4-BE49-F238E27FC236}">
                  <a16:creationId xmlns:a16="http://schemas.microsoft.com/office/drawing/2014/main" id="{8867F2E3-C9CC-3E76-3782-D5993D2E8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2273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1" name="Line 53">
              <a:extLst>
                <a:ext uri="{FF2B5EF4-FFF2-40B4-BE49-F238E27FC236}">
                  <a16:creationId xmlns:a16="http://schemas.microsoft.com/office/drawing/2014/main" id="{88305B58-7649-D01A-6055-6D207C3BE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2555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2" name="Line 54">
              <a:extLst>
                <a:ext uri="{FF2B5EF4-FFF2-40B4-BE49-F238E27FC236}">
                  <a16:creationId xmlns:a16="http://schemas.microsoft.com/office/drawing/2014/main" id="{50E767F6-6405-874D-4F01-201FE88E7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2838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3" name="Line 55">
              <a:extLst>
                <a:ext uri="{FF2B5EF4-FFF2-40B4-BE49-F238E27FC236}">
                  <a16:creationId xmlns:a16="http://schemas.microsoft.com/office/drawing/2014/main" id="{E1D074C2-CB39-702D-9E59-852C229CB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3120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4" name="Line 56">
              <a:extLst>
                <a:ext uri="{FF2B5EF4-FFF2-40B4-BE49-F238E27FC236}">
                  <a16:creationId xmlns:a16="http://schemas.microsoft.com/office/drawing/2014/main" id="{CBC98314-C1AE-CB71-BA78-57AA92DDD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990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5" name="Line 57">
              <a:extLst>
                <a:ext uri="{FF2B5EF4-FFF2-40B4-BE49-F238E27FC236}">
                  <a16:creationId xmlns:a16="http://schemas.microsoft.com/office/drawing/2014/main" id="{85AF02CF-8B54-603E-FC46-FA4461F22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0" y="1990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6" name="Line 58">
              <a:extLst>
                <a:ext uri="{FF2B5EF4-FFF2-40B4-BE49-F238E27FC236}">
                  <a16:creationId xmlns:a16="http://schemas.microsoft.com/office/drawing/2014/main" id="{35CF079C-38DA-68F5-6C89-AB849F956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1990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7" name="Line 59">
              <a:extLst>
                <a:ext uri="{FF2B5EF4-FFF2-40B4-BE49-F238E27FC236}">
                  <a16:creationId xmlns:a16="http://schemas.microsoft.com/office/drawing/2014/main" id="{B644EB6F-4A7A-14BE-9499-422085F59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1" y="1990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8" name="Line 60">
              <a:extLst>
                <a:ext uri="{FF2B5EF4-FFF2-40B4-BE49-F238E27FC236}">
                  <a16:creationId xmlns:a16="http://schemas.microsoft.com/office/drawing/2014/main" id="{DF0CC47F-48A7-FD2C-11D0-B8F10151F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990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9" name="Line 61">
              <a:extLst>
                <a:ext uri="{FF2B5EF4-FFF2-40B4-BE49-F238E27FC236}">
                  <a16:creationId xmlns:a16="http://schemas.microsoft.com/office/drawing/2014/main" id="{192D690F-FE41-BC87-5708-2C1907253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4" y="1763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8670" name="Text Box 62">
              <a:extLst>
                <a:ext uri="{FF2B5EF4-FFF2-40B4-BE49-F238E27FC236}">
                  <a16:creationId xmlns:a16="http://schemas.microsoft.com/office/drawing/2014/main" id="{BCFD10EB-1D91-CCB9-1DBB-6E78AC3A7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" y="1550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71" name="Text Box 63">
              <a:extLst>
                <a:ext uri="{FF2B5EF4-FFF2-40B4-BE49-F238E27FC236}">
                  <a16:creationId xmlns:a16="http://schemas.microsoft.com/office/drawing/2014/main" id="{E6206D4A-E697-57D7-5BFE-8EE1A3BC7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776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72" name="Text Box 64">
              <a:extLst>
                <a:ext uri="{FF2B5EF4-FFF2-40B4-BE49-F238E27FC236}">
                  <a16:creationId xmlns:a16="http://schemas.microsoft.com/office/drawing/2014/main" id="{ECBFFFDC-BD16-07DC-37C7-CFA41CFB0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" y="2006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8673" name="Text Box 65">
              <a:extLst>
                <a:ext uri="{FF2B5EF4-FFF2-40B4-BE49-F238E27FC236}">
                  <a16:creationId xmlns:a16="http://schemas.microsoft.com/office/drawing/2014/main" id="{EB2CBF26-8FBA-D16C-4AE3-40F7B41D7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" y="1732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8677" name="Text Box 69">
              <a:extLst>
                <a:ext uri="{FF2B5EF4-FFF2-40B4-BE49-F238E27FC236}">
                  <a16:creationId xmlns:a16="http://schemas.microsoft.com/office/drawing/2014/main" id="{4DE371BA-F310-C8F1-22C6-11BF9B3CF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344"/>
              <a:ext cx="99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708679" name="Text Box 71">
            <a:extLst>
              <a:ext uri="{FF2B5EF4-FFF2-40B4-BE49-F238E27FC236}">
                <a16:creationId xmlns:a16="http://schemas.microsoft.com/office/drawing/2014/main" id="{DC5CB667-B05D-C578-90F6-9332A0980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7402512" cy="9540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用卡诺图求次态表达式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Wingdings" panose="05000000000000000000" pitchFamily="2" charset="2"/>
              </a:rPr>
              <a:t>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触发器实现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位二进制计数器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Wingdings" panose="05000000000000000000" pitchFamily="2" charset="2"/>
              </a:rPr>
              <a:t>）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75" name="文本框 15">
            <a:extLst>
              <a:ext uri="{FF2B5EF4-FFF2-40B4-BE49-F238E27FC236}">
                <a16:creationId xmlns:a16="http://schemas.microsoft.com/office/drawing/2014/main" id="{82A49C8F-D189-42ED-AF31-4E962B763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5443538"/>
            <a:ext cx="23352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76" name="文本框 16">
            <a:extLst>
              <a:ext uri="{FF2B5EF4-FFF2-40B4-BE49-F238E27FC236}">
                <a16:creationId xmlns:a16="http://schemas.microsoft.com/office/drawing/2014/main" id="{017B4B32-A633-450C-1224-DFCB27225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5626100"/>
            <a:ext cx="282575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r>
              <a:rPr lang="en-US" altLang="zh-CN" sz="2400">
                <a:sym typeface="Symbol" panose="05050102010706020507" pitchFamily="18" charset="2"/>
              </a:rPr>
              <a:t>Q</a:t>
            </a:r>
            <a:r>
              <a:rPr lang="en-US" altLang="zh-CN" sz="2400" baseline="-25000">
                <a:sym typeface="Symbol" panose="05050102010706020507" pitchFamily="18" charset="2"/>
              </a:rPr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0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702" name="Rectangle 70">
            <a:extLst>
              <a:ext uri="{FF2B5EF4-FFF2-40B4-BE49-F238E27FC236}">
                <a16:creationId xmlns:a16="http://schemas.microsoft.com/office/drawing/2014/main" id="{3A08D9C6-3EB3-EF1F-4291-F88ABD019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304800"/>
            <a:ext cx="7753350" cy="690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4" name="灯片编号占位符 5">
            <a:extLst>
              <a:ext uri="{FF2B5EF4-FFF2-40B4-BE49-F238E27FC236}">
                <a16:creationId xmlns:a16="http://schemas.microsoft.com/office/drawing/2014/main" id="{FAA55DBC-1ADE-9342-DAFF-5858126D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A29E530-FB99-42BC-9D87-A32DC4E0743C}" type="slidenum">
              <a:rPr lang="en-US" altLang="zh-CN" sz="1000" smtClean="0"/>
              <a:pPr>
                <a:defRPr/>
              </a:pPr>
              <a:t>36</a:t>
            </a:fld>
            <a:endParaRPr lang="en-US" altLang="zh-CN" sz="1000"/>
          </a:p>
        </p:txBody>
      </p:sp>
      <p:grpSp>
        <p:nvGrpSpPr>
          <p:cNvPr id="709706" name="Group 74">
            <a:extLst>
              <a:ext uri="{FF2B5EF4-FFF2-40B4-BE49-F238E27FC236}">
                <a16:creationId xmlns:a16="http://schemas.microsoft.com/office/drawing/2014/main" id="{9BB496EF-8978-DCE6-B5A7-A26246BFF26D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995488"/>
            <a:ext cx="2940050" cy="2652712"/>
            <a:chOff x="2832" y="1257"/>
            <a:chExt cx="1852" cy="1671"/>
          </a:xfrm>
        </p:grpSpPr>
        <p:sp>
          <p:nvSpPr>
            <p:cNvPr id="709635" name="Rectangle 3">
              <a:extLst>
                <a:ext uri="{FF2B5EF4-FFF2-40B4-BE49-F238E27FC236}">
                  <a16:creationId xmlns:a16="http://schemas.microsoft.com/office/drawing/2014/main" id="{66B838E3-31CA-14E2-24E1-B0842C85B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2655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36" name="Rectangle 4">
              <a:extLst>
                <a:ext uri="{FF2B5EF4-FFF2-40B4-BE49-F238E27FC236}">
                  <a16:creationId xmlns:a16="http://schemas.microsoft.com/office/drawing/2014/main" id="{6BD207F2-3D36-2ACD-4729-85B96CF59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655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37" name="Rectangle 5">
              <a:extLst>
                <a:ext uri="{FF2B5EF4-FFF2-40B4-BE49-F238E27FC236}">
                  <a16:creationId xmlns:a16="http://schemas.microsoft.com/office/drawing/2014/main" id="{44C58AB4-BB9B-DD3D-9BF9-AB85E7EA7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2655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38" name="Rectangle 6">
              <a:extLst>
                <a:ext uri="{FF2B5EF4-FFF2-40B4-BE49-F238E27FC236}">
                  <a16:creationId xmlns:a16="http://schemas.microsoft.com/office/drawing/2014/main" id="{0A373463-9EAC-3844-BBDB-E4665FCBB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655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39" name="Rectangle 7">
              <a:extLst>
                <a:ext uri="{FF2B5EF4-FFF2-40B4-BE49-F238E27FC236}">
                  <a16:creationId xmlns:a16="http://schemas.microsoft.com/office/drawing/2014/main" id="{6DBC34DA-511E-9E00-4CC3-F5C98E806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2382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40" name="Rectangle 8">
              <a:extLst>
                <a:ext uri="{FF2B5EF4-FFF2-40B4-BE49-F238E27FC236}">
                  <a16:creationId xmlns:a16="http://schemas.microsoft.com/office/drawing/2014/main" id="{8EF0B999-D1A6-60F8-AA25-9A385FDDE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382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9641" name="Rectangle 9">
              <a:extLst>
                <a:ext uri="{FF2B5EF4-FFF2-40B4-BE49-F238E27FC236}">
                  <a16:creationId xmlns:a16="http://schemas.microsoft.com/office/drawing/2014/main" id="{817A72EE-35A8-DBDB-F7D0-C01791F57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2382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42" name="Rectangle 10">
              <a:extLst>
                <a:ext uri="{FF2B5EF4-FFF2-40B4-BE49-F238E27FC236}">
                  <a16:creationId xmlns:a16="http://schemas.microsoft.com/office/drawing/2014/main" id="{84428456-4784-0F20-4215-6E9501715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382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43" name="Rectangle 11">
              <a:extLst>
                <a:ext uri="{FF2B5EF4-FFF2-40B4-BE49-F238E27FC236}">
                  <a16:creationId xmlns:a16="http://schemas.microsoft.com/office/drawing/2014/main" id="{1368D43B-84EB-D82B-69A9-ABCD01FFA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2109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9644" name="Rectangle 12">
              <a:extLst>
                <a:ext uri="{FF2B5EF4-FFF2-40B4-BE49-F238E27FC236}">
                  <a16:creationId xmlns:a16="http://schemas.microsoft.com/office/drawing/2014/main" id="{A85BA0FB-5B3E-1C7B-3342-D37ECCE05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109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09645" name="Rectangle 13">
              <a:extLst>
                <a:ext uri="{FF2B5EF4-FFF2-40B4-BE49-F238E27FC236}">
                  <a16:creationId xmlns:a16="http://schemas.microsoft.com/office/drawing/2014/main" id="{076CC43E-7129-781A-F205-969A14DE8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2109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9646" name="Rectangle 14">
              <a:extLst>
                <a:ext uri="{FF2B5EF4-FFF2-40B4-BE49-F238E27FC236}">
                  <a16:creationId xmlns:a16="http://schemas.microsoft.com/office/drawing/2014/main" id="{E9A65978-9DA1-F21E-8019-923DB5B72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109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9647" name="Rectangle 15">
              <a:extLst>
                <a:ext uri="{FF2B5EF4-FFF2-40B4-BE49-F238E27FC236}">
                  <a16:creationId xmlns:a16="http://schemas.microsoft.com/office/drawing/2014/main" id="{D5C22ACC-888E-427B-52CE-1B72262F3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1836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9648" name="Rectangle 16">
              <a:extLst>
                <a:ext uri="{FF2B5EF4-FFF2-40B4-BE49-F238E27FC236}">
                  <a16:creationId xmlns:a16="http://schemas.microsoft.com/office/drawing/2014/main" id="{99A21C4B-3580-6003-5EBC-38B33F2E9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1836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9649" name="Rectangle 17">
              <a:extLst>
                <a:ext uri="{FF2B5EF4-FFF2-40B4-BE49-F238E27FC236}">
                  <a16:creationId xmlns:a16="http://schemas.microsoft.com/office/drawing/2014/main" id="{5ED9B1D3-4414-BFB2-DA18-2EA8B5C5E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1836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09650" name="Rectangle 18">
              <a:extLst>
                <a:ext uri="{FF2B5EF4-FFF2-40B4-BE49-F238E27FC236}">
                  <a16:creationId xmlns:a16="http://schemas.microsoft.com/office/drawing/2014/main" id="{EB6F22BA-42FF-1B89-212C-01880A4A4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1836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43065" name="Line 19">
              <a:extLst>
                <a:ext uri="{FF2B5EF4-FFF2-40B4-BE49-F238E27FC236}">
                  <a16:creationId xmlns:a16="http://schemas.microsoft.com/office/drawing/2014/main" id="{374AA0FA-AD97-8C77-09E3-EACA3B0F5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1836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6" name="Line 20">
              <a:extLst>
                <a:ext uri="{FF2B5EF4-FFF2-40B4-BE49-F238E27FC236}">
                  <a16:creationId xmlns:a16="http://schemas.microsoft.com/office/drawing/2014/main" id="{7F6EBFA0-884B-4A21-781A-C06C48734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109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7" name="Line 21">
              <a:extLst>
                <a:ext uri="{FF2B5EF4-FFF2-40B4-BE49-F238E27FC236}">
                  <a16:creationId xmlns:a16="http://schemas.microsoft.com/office/drawing/2014/main" id="{1CB9388D-A4C8-F912-9336-36625E05A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382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8" name="Line 22">
              <a:extLst>
                <a:ext uri="{FF2B5EF4-FFF2-40B4-BE49-F238E27FC236}">
                  <a16:creationId xmlns:a16="http://schemas.microsoft.com/office/drawing/2014/main" id="{0D6B6D2F-266E-E795-2F4F-ECB5122F9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655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9" name="Line 23">
              <a:extLst>
                <a:ext uri="{FF2B5EF4-FFF2-40B4-BE49-F238E27FC236}">
                  <a16:creationId xmlns:a16="http://schemas.microsoft.com/office/drawing/2014/main" id="{893D6781-9CAB-70FE-AF45-017F5DFC9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92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0" name="Line 24">
              <a:extLst>
                <a:ext uri="{FF2B5EF4-FFF2-40B4-BE49-F238E27FC236}">
                  <a16:creationId xmlns:a16="http://schemas.microsoft.com/office/drawing/2014/main" id="{D8CAF858-723F-F8EE-F295-3A3709ED4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1836"/>
              <a:ext cx="0" cy="10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1" name="Line 25">
              <a:extLst>
                <a:ext uri="{FF2B5EF4-FFF2-40B4-BE49-F238E27FC236}">
                  <a16:creationId xmlns:a16="http://schemas.microsoft.com/office/drawing/2014/main" id="{01500F20-0364-6361-74D6-644761EB6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1836"/>
              <a:ext cx="0" cy="10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2" name="Line 26">
              <a:extLst>
                <a:ext uri="{FF2B5EF4-FFF2-40B4-BE49-F238E27FC236}">
                  <a16:creationId xmlns:a16="http://schemas.microsoft.com/office/drawing/2014/main" id="{21032C32-F955-A913-17F5-B6A86A1FE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836"/>
              <a:ext cx="0" cy="10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3" name="Line 27">
              <a:extLst>
                <a:ext uri="{FF2B5EF4-FFF2-40B4-BE49-F238E27FC236}">
                  <a16:creationId xmlns:a16="http://schemas.microsoft.com/office/drawing/2014/main" id="{B8C72E8B-690A-8DDE-CBED-40C4A520B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1836"/>
              <a:ext cx="0" cy="10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4" name="Line 28">
              <a:extLst>
                <a:ext uri="{FF2B5EF4-FFF2-40B4-BE49-F238E27FC236}">
                  <a16:creationId xmlns:a16="http://schemas.microsoft.com/office/drawing/2014/main" id="{FC542605-D759-AF18-4D43-3F589E823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836"/>
              <a:ext cx="0" cy="10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5" name="Line 29">
              <a:extLst>
                <a:ext uri="{FF2B5EF4-FFF2-40B4-BE49-F238E27FC236}">
                  <a16:creationId xmlns:a16="http://schemas.microsoft.com/office/drawing/2014/main" id="{48860870-54A1-9405-1B22-AEF00B2C1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00" y="1609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9662" name="Text Box 30">
              <a:extLst>
                <a:ext uri="{FF2B5EF4-FFF2-40B4-BE49-F238E27FC236}">
                  <a16:creationId xmlns:a16="http://schemas.microsoft.com/office/drawing/2014/main" id="{A786D24F-65E0-EFC7-C9D3-0E54CFEE9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440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63" name="Text Box 31">
              <a:extLst>
                <a:ext uri="{FF2B5EF4-FFF2-40B4-BE49-F238E27FC236}">
                  <a16:creationId xmlns:a16="http://schemas.microsoft.com/office/drawing/2014/main" id="{B14CDCF6-9E26-E203-2AA3-E9E18B709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670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64" name="Text Box 32">
              <a:extLst>
                <a:ext uri="{FF2B5EF4-FFF2-40B4-BE49-F238E27FC236}">
                  <a16:creationId xmlns:a16="http://schemas.microsoft.com/office/drawing/2014/main" id="{FFAA18DA-479F-631C-A176-73EF30E54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0" y="1804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9665" name="Text Box 33">
              <a:extLst>
                <a:ext uri="{FF2B5EF4-FFF2-40B4-BE49-F238E27FC236}">
                  <a16:creationId xmlns:a16="http://schemas.microsoft.com/office/drawing/2014/main" id="{142A5F61-6C15-5803-7206-9FE83EAFC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9" y="1578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9700" name="Text Box 68">
              <a:extLst>
                <a:ext uri="{FF2B5EF4-FFF2-40B4-BE49-F238E27FC236}">
                  <a16:creationId xmlns:a16="http://schemas.microsoft.com/office/drawing/2014/main" id="{A8F949AE-8AE5-178D-CB77-C55E71630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257"/>
              <a:ext cx="11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 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709705" name="Group 73">
            <a:extLst>
              <a:ext uri="{FF2B5EF4-FFF2-40B4-BE49-F238E27FC236}">
                <a16:creationId xmlns:a16="http://schemas.microsoft.com/office/drawing/2014/main" id="{AA12F1E3-5A35-2EAE-76E6-87B150CE230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981200"/>
            <a:ext cx="2895600" cy="2590800"/>
            <a:chOff x="384" y="1248"/>
            <a:chExt cx="1824" cy="1632"/>
          </a:xfrm>
        </p:grpSpPr>
        <p:sp>
          <p:nvSpPr>
            <p:cNvPr id="709667" name="Rectangle 35">
              <a:extLst>
                <a:ext uri="{FF2B5EF4-FFF2-40B4-BE49-F238E27FC236}">
                  <a16:creationId xmlns:a16="http://schemas.microsoft.com/office/drawing/2014/main" id="{9F64F55F-98E9-3200-B158-BF2751C56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631"/>
              <a:ext cx="305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709668" name="Rectangle 36">
              <a:extLst>
                <a:ext uri="{FF2B5EF4-FFF2-40B4-BE49-F238E27FC236}">
                  <a16:creationId xmlns:a16="http://schemas.microsoft.com/office/drawing/2014/main" id="{6BBC73A7-EA1D-B1E7-448C-38BD9340E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2631"/>
              <a:ext cx="301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69" name="Rectangle 37">
              <a:extLst>
                <a:ext uri="{FF2B5EF4-FFF2-40B4-BE49-F238E27FC236}">
                  <a16:creationId xmlns:a16="http://schemas.microsoft.com/office/drawing/2014/main" id="{3E1464BE-7075-0A8C-0378-FF9315911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631"/>
              <a:ext cx="311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709670" name="Rectangle 38">
              <a:extLst>
                <a:ext uri="{FF2B5EF4-FFF2-40B4-BE49-F238E27FC236}">
                  <a16:creationId xmlns:a16="http://schemas.microsoft.com/office/drawing/2014/main" id="{A0E0362F-8C00-2794-6406-E6A9D23D4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631"/>
              <a:ext cx="305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709671" name="Rectangle 39">
              <a:extLst>
                <a:ext uri="{FF2B5EF4-FFF2-40B4-BE49-F238E27FC236}">
                  <a16:creationId xmlns:a16="http://schemas.microsoft.com/office/drawing/2014/main" id="{EE6F371A-06E6-C2DA-4E67-B6AD90D1A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374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72" name="Rectangle 40">
              <a:extLst>
                <a:ext uri="{FF2B5EF4-FFF2-40B4-BE49-F238E27FC236}">
                  <a16:creationId xmlns:a16="http://schemas.microsoft.com/office/drawing/2014/main" id="{0583B2FB-E1AF-73B2-988A-4720082A2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2374"/>
              <a:ext cx="30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709673" name="Rectangle 41">
              <a:extLst>
                <a:ext uri="{FF2B5EF4-FFF2-40B4-BE49-F238E27FC236}">
                  <a16:creationId xmlns:a16="http://schemas.microsoft.com/office/drawing/2014/main" id="{92857EA7-AF32-512C-190B-D488D5C2D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374"/>
              <a:ext cx="31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74" name="Rectangle 42">
              <a:extLst>
                <a:ext uri="{FF2B5EF4-FFF2-40B4-BE49-F238E27FC236}">
                  <a16:creationId xmlns:a16="http://schemas.microsoft.com/office/drawing/2014/main" id="{C82CED57-7B3D-87AE-27A1-512E0D93B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374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75" name="Rectangle 43">
              <a:extLst>
                <a:ext uri="{FF2B5EF4-FFF2-40B4-BE49-F238E27FC236}">
                  <a16:creationId xmlns:a16="http://schemas.microsoft.com/office/drawing/2014/main" id="{8D14F5AF-4F54-7E47-4968-87C7340FF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116"/>
              <a:ext cx="305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76" name="Rectangle 44">
              <a:extLst>
                <a:ext uri="{FF2B5EF4-FFF2-40B4-BE49-F238E27FC236}">
                  <a16:creationId xmlns:a16="http://schemas.microsoft.com/office/drawing/2014/main" id="{18EB73CC-EC70-A5A0-E21B-48308EAA4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2116"/>
              <a:ext cx="301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709677" name="Rectangle 45">
              <a:extLst>
                <a:ext uri="{FF2B5EF4-FFF2-40B4-BE49-F238E27FC236}">
                  <a16:creationId xmlns:a16="http://schemas.microsoft.com/office/drawing/2014/main" id="{33623323-EC5E-6169-1184-84803FEA5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116"/>
              <a:ext cx="311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78" name="Rectangle 46">
              <a:extLst>
                <a:ext uri="{FF2B5EF4-FFF2-40B4-BE49-F238E27FC236}">
                  <a16:creationId xmlns:a16="http://schemas.microsoft.com/office/drawing/2014/main" id="{BBFE8D8A-E2ED-F908-0373-874AA5150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116"/>
              <a:ext cx="305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79" name="Rectangle 47">
              <a:extLst>
                <a:ext uri="{FF2B5EF4-FFF2-40B4-BE49-F238E27FC236}">
                  <a16:creationId xmlns:a16="http://schemas.microsoft.com/office/drawing/2014/main" id="{09E30D45-167C-9E0C-612E-6F010285A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1859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709680" name="Rectangle 48">
              <a:extLst>
                <a:ext uri="{FF2B5EF4-FFF2-40B4-BE49-F238E27FC236}">
                  <a16:creationId xmlns:a16="http://schemas.microsoft.com/office/drawing/2014/main" id="{D8E2C0E7-AE33-CDC8-8319-4AEC20EB8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1859"/>
              <a:ext cx="30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1</a:t>
              </a:r>
            </a:p>
          </p:txBody>
        </p:sp>
        <p:sp>
          <p:nvSpPr>
            <p:cNvPr id="709681" name="Rectangle 49">
              <a:extLst>
                <a:ext uri="{FF2B5EF4-FFF2-40B4-BE49-F238E27FC236}">
                  <a16:creationId xmlns:a16="http://schemas.microsoft.com/office/drawing/2014/main" id="{9B24D6DE-CBAF-CE56-6CC3-837CC2792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1859"/>
              <a:ext cx="31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709682" name="Rectangle 50">
              <a:extLst>
                <a:ext uri="{FF2B5EF4-FFF2-40B4-BE49-F238E27FC236}">
                  <a16:creationId xmlns:a16="http://schemas.microsoft.com/office/drawing/2014/main" id="{4EF7F27B-B129-410C-7E37-0DB701221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1859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43033" name="Line 51">
              <a:extLst>
                <a:ext uri="{FF2B5EF4-FFF2-40B4-BE49-F238E27FC236}">
                  <a16:creationId xmlns:a16="http://schemas.microsoft.com/office/drawing/2014/main" id="{AE83803B-BCC5-A56A-CBF1-9D4455F01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1859"/>
              <a:ext cx="122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4" name="Line 52">
              <a:extLst>
                <a:ext uri="{FF2B5EF4-FFF2-40B4-BE49-F238E27FC236}">
                  <a16:creationId xmlns:a16="http://schemas.microsoft.com/office/drawing/2014/main" id="{AE3C2814-0271-95D7-6033-940920E9D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116"/>
              <a:ext cx="1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5" name="Line 53">
              <a:extLst>
                <a:ext uri="{FF2B5EF4-FFF2-40B4-BE49-F238E27FC236}">
                  <a16:creationId xmlns:a16="http://schemas.microsoft.com/office/drawing/2014/main" id="{5ED8A92A-6D26-BD29-6B8F-BA1D92647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374"/>
              <a:ext cx="1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6" name="Line 54">
              <a:extLst>
                <a:ext uri="{FF2B5EF4-FFF2-40B4-BE49-F238E27FC236}">
                  <a16:creationId xmlns:a16="http://schemas.microsoft.com/office/drawing/2014/main" id="{D557EDD7-B527-A19B-C711-A91DFF6DC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631"/>
              <a:ext cx="1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7" name="Line 55">
              <a:extLst>
                <a:ext uri="{FF2B5EF4-FFF2-40B4-BE49-F238E27FC236}">
                  <a16:creationId xmlns:a16="http://schemas.microsoft.com/office/drawing/2014/main" id="{E02983FE-5CE7-917F-6DDA-C222370FD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880"/>
              <a:ext cx="122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8" name="Line 56">
              <a:extLst>
                <a:ext uri="{FF2B5EF4-FFF2-40B4-BE49-F238E27FC236}">
                  <a16:creationId xmlns:a16="http://schemas.microsoft.com/office/drawing/2014/main" id="{EFB50E28-8524-1F77-AC4B-83440BFB0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1859"/>
              <a:ext cx="0" cy="102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9" name="Line 57">
              <a:extLst>
                <a:ext uri="{FF2B5EF4-FFF2-40B4-BE49-F238E27FC236}">
                  <a16:creationId xmlns:a16="http://schemas.microsoft.com/office/drawing/2014/main" id="{E0635BAC-B9E9-2A3E-62BD-B21B00ABF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1" y="1859"/>
              <a:ext cx="0" cy="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0" name="Line 58">
              <a:extLst>
                <a:ext uri="{FF2B5EF4-FFF2-40B4-BE49-F238E27FC236}">
                  <a16:creationId xmlns:a16="http://schemas.microsoft.com/office/drawing/2014/main" id="{BE471227-AA15-60B8-EB95-463966B7F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2" y="1859"/>
              <a:ext cx="0" cy="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1" name="Line 59">
              <a:extLst>
                <a:ext uri="{FF2B5EF4-FFF2-40B4-BE49-F238E27FC236}">
                  <a16:creationId xmlns:a16="http://schemas.microsoft.com/office/drawing/2014/main" id="{8E79BB06-0A00-339B-043E-790F9A561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1859"/>
              <a:ext cx="0" cy="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2" name="Line 60">
              <a:extLst>
                <a:ext uri="{FF2B5EF4-FFF2-40B4-BE49-F238E27FC236}">
                  <a16:creationId xmlns:a16="http://schemas.microsoft.com/office/drawing/2014/main" id="{7EFAE762-0175-179F-3FA3-7F90B48B5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59"/>
              <a:ext cx="0" cy="102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3" name="Line 61">
              <a:extLst>
                <a:ext uri="{FF2B5EF4-FFF2-40B4-BE49-F238E27FC236}">
                  <a16:creationId xmlns:a16="http://schemas.microsoft.com/office/drawing/2014/main" id="{A7E5091F-259C-42AF-4403-7D85DBEF70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9" y="1632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9694" name="Text Box 62">
              <a:extLst>
                <a:ext uri="{FF2B5EF4-FFF2-40B4-BE49-F238E27FC236}">
                  <a16:creationId xmlns:a16="http://schemas.microsoft.com/office/drawing/2014/main" id="{BA876D88-DD5D-49AD-7AEC-D55A3CEA4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" y="1440"/>
              <a:ext cx="598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sz="1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95" name="Text Box 63">
              <a:extLst>
                <a:ext uri="{FF2B5EF4-FFF2-40B4-BE49-F238E27FC236}">
                  <a16:creationId xmlns:a16="http://schemas.microsoft.com/office/drawing/2014/main" id="{F69A639A-9969-A637-CC42-9C393818C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616"/>
              <a:ext cx="60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1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96" name="Text Box 64">
              <a:extLst>
                <a:ext uri="{FF2B5EF4-FFF2-40B4-BE49-F238E27FC236}">
                  <a16:creationId xmlns:a16="http://schemas.microsoft.com/office/drawing/2014/main" id="{91504A7F-F6C8-40EC-5FE5-3D43CDFD3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" y="1843"/>
              <a:ext cx="318" cy="10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9697" name="Text Box 65">
              <a:extLst>
                <a:ext uri="{FF2B5EF4-FFF2-40B4-BE49-F238E27FC236}">
                  <a16:creationId xmlns:a16="http://schemas.microsoft.com/office/drawing/2014/main" id="{8371749A-A308-FD9C-8A35-7436BF565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617"/>
              <a:ext cx="1137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9701" name="Text Box 69">
              <a:extLst>
                <a:ext uri="{FF2B5EF4-FFF2-40B4-BE49-F238E27FC236}">
                  <a16:creationId xmlns:a16="http://schemas.microsoft.com/office/drawing/2014/main" id="{6BDF6CBA-4355-8113-AB09-0C99F1FC8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248"/>
              <a:ext cx="100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 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709704" name="Text Box 72">
            <a:extLst>
              <a:ext uri="{FF2B5EF4-FFF2-40B4-BE49-F238E27FC236}">
                <a16:creationId xmlns:a16="http://schemas.microsoft.com/office/drawing/2014/main" id="{BCA8EBBE-0337-008B-830C-2F917056B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7402512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用卡诺图求次态表达式 </a:t>
            </a:r>
          </a:p>
        </p:txBody>
      </p:sp>
      <p:sp>
        <p:nvSpPr>
          <p:cNvPr id="73" name="文本框 17">
            <a:extLst>
              <a:ext uri="{FF2B5EF4-FFF2-40B4-BE49-F238E27FC236}">
                <a16:creationId xmlns:a16="http://schemas.microsoft.com/office/drawing/2014/main" id="{56AC00F8-7277-8624-81AC-899A0651E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229225"/>
            <a:ext cx="32718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>
                <a:sym typeface="Symbol" panose="05050102010706020507" pitchFamily="18" charset="2"/>
              </a:rPr>
              <a:t>Q</a:t>
            </a:r>
            <a:r>
              <a:rPr lang="en-US" altLang="zh-CN" sz="2400" baseline="-25000">
                <a:sym typeface="Symbol" panose="05050102010706020507" pitchFamily="18" charset="2"/>
              </a:rPr>
              <a:t>1n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0n</a:t>
            </a:r>
            <a:endParaRPr lang="zh-CN" altLang="en-US" sz="2400"/>
          </a:p>
        </p:txBody>
      </p:sp>
      <p:sp>
        <p:nvSpPr>
          <p:cNvPr id="75" name="文本框 18">
            <a:extLst>
              <a:ext uri="{FF2B5EF4-FFF2-40B4-BE49-F238E27FC236}">
                <a16:creationId xmlns:a16="http://schemas.microsoft.com/office/drawing/2014/main" id="{1A643035-9C29-B62B-65D3-04D47DDB3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088" y="5119688"/>
            <a:ext cx="3273425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3(n+1)</a:t>
            </a:r>
            <a:r>
              <a:rPr lang="en-US" altLang="zh-CN" sz="2400"/>
              <a:t>=Q</a:t>
            </a:r>
            <a:r>
              <a:rPr lang="en-US" altLang="zh-CN" sz="2400" baseline="-25000"/>
              <a:t>3n</a:t>
            </a:r>
            <a:r>
              <a:rPr lang="en-US" altLang="zh-CN" sz="2400">
                <a:sym typeface="Symbol" panose="05050102010706020507" pitchFamily="18" charset="2"/>
              </a:rPr>
              <a:t>Q</a:t>
            </a:r>
            <a:r>
              <a:rPr lang="en-US" altLang="zh-CN" sz="2400" baseline="-25000">
                <a:sym typeface="Symbol" panose="05050102010706020507" pitchFamily="18" charset="2"/>
              </a:rPr>
              <a:t>2n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1n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0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3C371C2-3F6A-4378-6D2F-191044B94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</a:p>
        </p:txBody>
      </p:sp>
      <p:sp>
        <p:nvSpPr>
          <p:cNvPr id="23" name="灯片编号占位符 5">
            <a:extLst>
              <a:ext uri="{FF2B5EF4-FFF2-40B4-BE49-F238E27FC236}">
                <a16:creationId xmlns:a16="http://schemas.microsoft.com/office/drawing/2014/main" id="{1EEA29AD-83E4-3974-A372-DB0EE31F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5CBBC3E-06F6-4575-B7A9-705F2DBC8284}" type="slidenum">
              <a:rPr lang="en-US" altLang="zh-CN" sz="1000" smtClean="0"/>
              <a:pPr>
                <a:defRPr/>
              </a:pPr>
              <a:t>37</a:t>
            </a:fld>
            <a:endParaRPr lang="en-US" altLang="zh-CN" sz="1000" dirty="0"/>
          </a:p>
        </p:txBody>
      </p:sp>
      <p:sp>
        <p:nvSpPr>
          <p:cNvPr id="735236" name="Text Box 4">
            <a:extLst>
              <a:ext uri="{FF2B5EF4-FFF2-40B4-BE49-F238E27FC236}">
                <a16:creationId xmlns:a16="http://schemas.microsoft.com/office/drawing/2014/main" id="{0D788B56-0E9B-2BE8-296A-4BC91244A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4887912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第四步：求激励函数表达式 </a:t>
            </a:r>
          </a:p>
        </p:txBody>
      </p:sp>
      <p:sp>
        <p:nvSpPr>
          <p:cNvPr id="735237" name="Rectangle 5">
            <a:extLst>
              <a:ext uri="{FF2B5EF4-FFF2-40B4-BE49-F238E27FC236}">
                <a16:creationId xmlns:a16="http://schemas.microsoft.com/office/drawing/2014/main" id="{BF6D1182-55CC-FA41-AD06-00446733D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1828800"/>
            <a:ext cx="57007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用</a:t>
            </a: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触发器实现</a:t>
            </a: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位二进制计数器</a:t>
            </a: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735255" name="Rectangle 23">
            <a:extLst>
              <a:ext uri="{FF2B5EF4-FFF2-40B4-BE49-F238E27FC236}">
                <a16:creationId xmlns:a16="http://schemas.microsoft.com/office/drawing/2014/main" id="{78EE94AC-FC6A-17D9-47B0-FEF25E8A2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450" y="2566988"/>
            <a:ext cx="28654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触发器激励函数：</a:t>
            </a:r>
          </a:p>
        </p:txBody>
      </p:sp>
      <p:sp>
        <p:nvSpPr>
          <p:cNvPr id="735260" name="AutoShape 28">
            <a:extLst>
              <a:ext uri="{FF2B5EF4-FFF2-40B4-BE49-F238E27FC236}">
                <a16:creationId xmlns:a16="http://schemas.microsoft.com/office/drawing/2014/main" id="{802E0FAF-DFA9-101F-9B42-A7C46A51C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337185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1" name="Rectangle 29">
            <a:extLst>
              <a:ext uri="{FF2B5EF4-FFF2-40B4-BE49-F238E27FC236}">
                <a16:creationId xmlns:a16="http://schemas.microsoft.com/office/drawing/2014/main" id="{39F521D8-5648-AF4C-2C3B-E1FCE12C8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状态方程</a:t>
            </a:r>
          </a:p>
        </p:txBody>
      </p:sp>
      <p:sp>
        <p:nvSpPr>
          <p:cNvPr id="735262" name="Rectangle 30">
            <a:extLst>
              <a:ext uri="{FF2B5EF4-FFF2-40B4-BE49-F238E27FC236}">
                <a16:creationId xmlns:a16="http://schemas.microsoft.com/office/drawing/2014/main" id="{A2E53E90-A6DB-892E-5C9F-68A336CBF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13" y="3200400"/>
            <a:ext cx="1716087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原理表达式</a:t>
            </a:r>
          </a:p>
        </p:txBody>
      </p:sp>
      <p:sp>
        <p:nvSpPr>
          <p:cNvPr id="735264" name="AutoShape 32">
            <a:extLst>
              <a:ext uri="{FF2B5EF4-FFF2-40B4-BE49-F238E27FC236}">
                <a16:creationId xmlns:a16="http://schemas.microsoft.com/office/drawing/2014/main" id="{62515CBD-62F7-9C97-C922-B6009410F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3324225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5" name="Rectangle 33">
            <a:extLst>
              <a:ext uri="{FF2B5EF4-FFF2-40B4-BE49-F238E27FC236}">
                <a16:creationId xmlns:a16="http://schemas.microsoft.com/office/drawing/2014/main" id="{6A164144-A549-7533-F33B-EE4EA7A6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00400"/>
            <a:ext cx="171608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实用表达式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72AAEE4-C4C4-3AB3-1856-D74F9CECC669}"/>
              </a:ext>
            </a:extLst>
          </p:cNvPr>
          <p:cNvGrpSpPr>
            <a:grpSpLocks/>
          </p:cNvGrpSpPr>
          <p:nvPr/>
        </p:nvGrpSpPr>
        <p:grpSpPr bwMode="auto">
          <a:xfrm>
            <a:off x="476250" y="4311650"/>
            <a:ext cx="2843213" cy="1943100"/>
            <a:chOff x="-2793051" y="3953680"/>
            <a:chExt cx="2932601" cy="1943157"/>
          </a:xfrm>
        </p:grpSpPr>
        <p:sp>
          <p:nvSpPr>
            <p:cNvPr id="45079" name="文本框 15">
              <a:extLst>
                <a:ext uri="{FF2B5EF4-FFF2-40B4-BE49-F238E27FC236}">
                  <a16:creationId xmlns:a16="http://schemas.microsoft.com/office/drawing/2014/main" id="{3039BCE7-45FD-5F16-9200-E940D54D1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75586" y="3953680"/>
              <a:ext cx="193383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80" name="文本框 16">
              <a:extLst>
                <a:ext uri="{FF2B5EF4-FFF2-40B4-BE49-F238E27FC236}">
                  <a16:creationId xmlns:a16="http://schemas.microsoft.com/office/drawing/2014/main" id="{E278C6AA-8CF9-6D62-A0AF-A223C177E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88947" y="4613574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1(n+1)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45081" name="文本框 17">
              <a:extLst>
                <a:ext uri="{FF2B5EF4-FFF2-40B4-BE49-F238E27FC236}">
                  <a16:creationId xmlns:a16="http://schemas.microsoft.com/office/drawing/2014/main" id="{D6879842-D16E-BA56-4B2B-DD5A12C77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93051" y="5071351"/>
              <a:ext cx="269021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2(n+1)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45082" name="文本框 18">
              <a:extLst>
                <a:ext uri="{FF2B5EF4-FFF2-40B4-BE49-F238E27FC236}">
                  <a16:creationId xmlns:a16="http://schemas.microsoft.com/office/drawing/2014/main" id="{2FAE5541-AEBA-D322-F8FA-F03268B83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7611" y="5604185"/>
              <a:ext cx="2907161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3(n+1)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9C2BB90-30AF-E7CA-D914-1C9B2AC422BA}"/>
              </a:ext>
            </a:extLst>
          </p:cNvPr>
          <p:cNvGrpSpPr>
            <a:grpSpLocks/>
          </p:cNvGrpSpPr>
          <p:nvPr/>
        </p:nvGrpSpPr>
        <p:grpSpPr bwMode="auto">
          <a:xfrm>
            <a:off x="3592513" y="4198938"/>
            <a:ext cx="2292350" cy="2068512"/>
            <a:chOff x="-2742341" y="3904977"/>
            <a:chExt cx="2363470" cy="2068570"/>
          </a:xfrm>
        </p:grpSpPr>
        <p:sp>
          <p:nvSpPr>
            <p:cNvPr id="45075" name="文本框 15">
              <a:extLst>
                <a:ext uri="{FF2B5EF4-FFF2-40B4-BE49-F238E27FC236}">
                  <a16:creationId xmlns:a16="http://schemas.microsoft.com/office/drawing/2014/main" id="{48FC60E8-D513-505D-DEC9-0693C93E2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76" name="文本框 16">
              <a:extLst>
                <a:ext uri="{FF2B5EF4-FFF2-40B4-BE49-F238E27FC236}">
                  <a16:creationId xmlns:a16="http://schemas.microsoft.com/office/drawing/2014/main" id="{788B15E6-8C5A-C8AC-6619-299C22753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64138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45077" name="文本框 17">
              <a:extLst>
                <a:ext uri="{FF2B5EF4-FFF2-40B4-BE49-F238E27FC236}">
                  <a16:creationId xmlns:a16="http://schemas.microsoft.com/office/drawing/2014/main" id="{A6D0ADFC-942D-4F39-187B-D95569D10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7847" y="5134840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45078" name="文本框 18">
              <a:extLst>
                <a:ext uri="{FF2B5EF4-FFF2-40B4-BE49-F238E27FC236}">
                  <a16:creationId xmlns:a16="http://schemas.microsoft.com/office/drawing/2014/main" id="{125E860B-C776-9CE9-0718-0625D12E7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680895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FDD45E3-614E-C99E-7CC6-28FCA6E7705C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030663"/>
            <a:ext cx="2757488" cy="2390775"/>
            <a:chOff x="-2763468" y="3904978"/>
            <a:chExt cx="2843922" cy="2389921"/>
          </a:xfrm>
        </p:grpSpPr>
        <p:sp>
          <p:nvSpPr>
            <p:cNvPr id="45071" name="文本框 15">
              <a:extLst>
                <a:ext uri="{FF2B5EF4-FFF2-40B4-BE49-F238E27FC236}">
                  <a16:creationId xmlns:a16="http://schemas.microsoft.com/office/drawing/2014/main" id="{C9A6ACFF-5A53-5A1F-C1C3-38C2015B6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72" name="文本框 16">
              <a:extLst>
                <a:ext uri="{FF2B5EF4-FFF2-40B4-BE49-F238E27FC236}">
                  <a16:creationId xmlns:a16="http://schemas.microsoft.com/office/drawing/2014/main" id="{474867E4-7A24-E4D5-8650-C0ACA369E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45073" name="文本框 17">
              <a:extLst>
                <a:ext uri="{FF2B5EF4-FFF2-40B4-BE49-F238E27FC236}">
                  <a16:creationId xmlns:a16="http://schemas.microsoft.com/office/drawing/2014/main" id="{4D44F93D-B294-177A-E40A-A3B9530B8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45074" name="文本框 18">
              <a:extLst>
                <a:ext uri="{FF2B5EF4-FFF2-40B4-BE49-F238E27FC236}">
                  <a16:creationId xmlns:a16="http://schemas.microsoft.com/office/drawing/2014/main" id="{39DA6DDD-9C5A-43F5-4825-F5F9F0891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73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3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73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3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6" grpId="0" autoUpdateAnimBg="0"/>
      <p:bldP spid="735237" grpId="0" autoUpdateAnimBg="0"/>
      <p:bldP spid="735255" grpId="0" autoUpdateAnimBg="0"/>
      <p:bldP spid="735260" grpId="0" animBg="1"/>
      <p:bldP spid="735261" grpId="0" autoUpdateAnimBg="0"/>
      <p:bldP spid="735262" grpId="0" autoUpdateAnimBg="0"/>
      <p:bldP spid="735264" grpId="0" animBg="1"/>
      <p:bldP spid="73526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744FF-D255-F262-19BB-D641A9CC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4F40D9-D7BC-5A2A-07DB-942A5C85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695C2-3F14-4F90-8075-0997A8CDC6DF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6D5AA79-487F-C087-2C4F-843946533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2462213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状态方程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659372C-58C8-43AA-EF9E-CC04FE0CC34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573463"/>
            <a:ext cx="2843212" cy="1943100"/>
            <a:chOff x="-2793051" y="3953680"/>
            <a:chExt cx="2932601" cy="1943157"/>
          </a:xfrm>
        </p:grpSpPr>
        <p:sp>
          <p:nvSpPr>
            <p:cNvPr id="46087" name="文本框 15">
              <a:extLst>
                <a:ext uri="{FF2B5EF4-FFF2-40B4-BE49-F238E27FC236}">
                  <a16:creationId xmlns:a16="http://schemas.microsoft.com/office/drawing/2014/main" id="{061CB7EC-8B9C-530D-F801-120438118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75586" y="3953680"/>
              <a:ext cx="193383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6088" name="文本框 16">
              <a:extLst>
                <a:ext uri="{FF2B5EF4-FFF2-40B4-BE49-F238E27FC236}">
                  <a16:creationId xmlns:a16="http://schemas.microsoft.com/office/drawing/2014/main" id="{EC53A237-1C84-D07D-BA9A-A44D9F4ED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88947" y="4613574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1(n+1)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46089" name="文本框 17">
              <a:extLst>
                <a:ext uri="{FF2B5EF4-FFF2-40B4-BE49-F238E27FC236}">
                  <a16:creationId xmlns:a16="http://schemas.microsoft.com/office/drawing/2014/main" id="{3FA64E6C-AD71-E8F3-EDA2-895294D34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93051" y="5071351"/>
              <a:ext cx="269021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2(n+1)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46090" name="文本框 18">
              <a:extLst>
                <a:ext uri="{FF2B5EF4-FFF2-40B4-BE49-F238E27FC236}">
                  <a16:creationId xmlns:a16="http://schemas.microsoft.com/office/drawing/2014/main" id="{C80F2ACC-79A7-9AB4-5F17-02771220A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7611" y="5604185"/>
              <a:ext cx="2907161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3(n+1)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pic>
        <p:nvPicPr>
          <p:cNvPr id="3" name="二进制计数器">
            <a:hlinkClick r:id="" action="ppaction://media"/>
            <a:extLst>
              <a:ext uri="{FF2B5EF4-FFF2-40B4-BE49-F238E27FC236}">
                <a16:creationId xmlns:a16="http://schemas.microsoft.com/office/drawing/2014/main" id="{07E8F1A1-CDAF-053E-03E8-3A117B7692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10592" y="188640"/>
            <a:ext cx="3429000" cy="609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>
            <a:extLst>
              <a:ext uri="{FF2B5EF4-FFF2-40B4-BE49-F238E27FC236}">
                <a16:creationId xmlns:a16="http://schemas.microsoft.com/office/drawing/2014/main" id="{C5B0AF93-4E7A-0603-964C-CA82BEE64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131" name="灯片编号占位符 5">
            <a:extLst>
              <a:ext uri="{FF2B5EF4-FFF2-40B4-BE49-F238E27FC236}">
                <a16:creationId xmlns:a16="http://schemas.microsoft.com/office/drawing/2014/main" id="{EFF6062F-129B-B63D-9699-F0982179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51B602D-DC6D-4F30-834F-A828F69C5CE0}" type="slidenum">
              <a:rPr lang="en-US" altLang="zh-CN" sz="1000" smtClean="0"/>
              <a:pPr>
                <a:defRPr/>
              </a:pPr>
              <a:t>39</a:t>
            </a:fld>
            <a:endParaRPr lang="en-US" altLang="zh-CN" sz="1000"/>
          </a:p>
        </p:txBody>
      </p:sp>
      <p:grpSp>
        <p:nvGrpSpPr>
          <p:cNvPr id="711684" name="Group 4">
            <a:extLst>
              <a:ext uri="{FF2B5EF4-FFF2-40B4-BE49-F238E27FC236}">
                <a16:creationId xmlns:a16="http://schemas.microsoft.com/office/drawing/2014/main" id="{4D5935B1-D459-D2CE-6F34-D49278797F8E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685800"/>
            <a:ext cx="5715000" cy="2057400"/>
            <a:chOff x="1776" y="672"/>
            <a:chExt cx="3600" cy="1296"/>
          </a:xfrm>
        </p:grpSpPr>
        <p:grpSp>
          <p:nvGrpSpPr>
            <p:cNvPr id="48226" name="Group 5">
              <a:extLst>
                <a:ext uri="{FF2B5EF4-FFF2-40B4-BE49-F238E27FC236}">
                  <a16:creationId xmlns:a16="http://schemas.microsoft.com/office/drawing/2014/main" id="{B2DC5D38-C2A5-8A1E-750B-235371BEC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392"/>
              <a:ext cx="720" cy="576"/>
              <a:chOff x="1680" y="1248"/>
              <a:chExt cx="720" cy="576"/>
            </a:xfrm>
          </p:grpSpPr>
          <p:sp>
            <p:nvSpPr>
              <p:cNvPr id="48256" name="Rectangle 6">
                <a:extLst>
                  <a:ext uri="{FF2B5EF4-FFF2-40B4-BE49-F238E27FC236}">
                    <a16:creationId xmlns:a16="http://schemas.microsoft.com/office/drawing/2014/main" id="{50764686-2A4E-7E43-CC11-90D558079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687" name="Text Box 7">
                <a:extLst>
                  <a:ext uri="{FF2B5EF4-FFF2-40B4-BE49-F238E27FC236}">
                    <a16:creationId xmlns:a16="http://schemas.microsoft.com/office/drawing/2014/main" id="{046DFC82-7E81-5DD1-A01C-1F49266C18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688" name="Text Box 8">
                <a:extLst>
                  <a:ext uri="{FF2B5EF4-FFF2-40B4-BE49-F238E27FC236}">
                    <a16:creationId xmlns:a16="http://schemas.microsoft.com/office/drawing/2014/main" id="{36A4FAC3-E85E-C156-1E56-0239AFAAF2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59" name="Rectangle 9">
                <a:extLst>
                  <a:ext uri="{FF2B5EF4-FFF2-40B4-BE49-F238E27FC236}">
                    <a16:creationId xmlns:a16="http://schemas.microsoft.com/office/drawing/2014/main" id="{A074BE90-E42D-D35D-5790-E7CA1231C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60" name="Rectangle 10">
                <a:extLst>
                  <a:ext uri="{FF2B5EF4-FFF2-40B4-BE49-F238E27FC236}">
                    <a16:creationId xmlns:a16="http://schemas.microsoft.com/office/drawing/2014/main" id="{F7E7EF45-4477-DDA2-6FCA-925D2F623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61" name="Line 11">
                <a:extLst>
                  <a:ext uri="{FF2B5EF4-FFF2-40B4-BE49-F238E27FC236}">
                    <a16:creationId xmlns:a16="http://schemas.microsoft.com/office/drawing/2014/main" id="{03FDA93F-9DDF-D485-0F30-E311E65E5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227" name="Group 12">
              <a:extLst>
                <a:ext uri="{FF2B5EF4-FFF2-40B4-BE49-F238E27FC236}">
                  <a16:creationId xmlns:a16="http://schemas.microsoft.com/office/drawing/2014/main" id="{ECE87C26-5550-1737-7BE2-67C380F2C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392"/>
              <a:ext cx="720" cy="576"/>
              <a:chOff x="1680" y="1248"/>
              <a:chExt cx="720" cy="576"/>
            </a:xfrm>
          </p:grpSpPr>
          <p:sp>
            <p:nvSpPr>
              <p:cNvPr id="48250" name="Rectangle 13">
                <a:extLst>
                  <a:ext uri="{FF2B5EF4-FFF2-40B4-BE49-F238E27FC236}">
                    <a16:creationId xmlns:a16="http://schemas.microsoft.com/office/drawing/2014/main" id="{353597E4-6C7E-172A-58D0-953D7F6DEB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694" name="Text Box 14">
                <a:extLst>
                  <a:ext uri="{FF2B5EF4-FFF2-40B4-BE49-F238E27FC236}">
                    <a16:creationId xmlns:a16="http://schemas.microsoft.com/office/drawing/2014/main" id="{A90CCB93-5929-35B7-4450-8B82DA511B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695" name="Text Box 15">
                <a:extLst>
                  <a:ext uri="{FF2B5EF4-FFF2-40B4-BE49-F238E27FC236}">
                    <a16:creationId xmlns:a16="http://schemas.microsoft.com/office/drawing/2014/main" id="{A1A5CBCD-C509-6C19-83A7-C73CE23DC3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53" name="Rectangle 16">
                <a:extLst>
                  <a:ext uri="{FF2B5EF4-FFF2-40B4-BE49-F238E27FC236}">
                    <a16:creationId xmlns:a16="http://schemas.microsoft.com/office/drawing/2014/main" id="{002C3135-7B8B-EA2E-87F9-71B7803D7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54" name="Rectangle 17">
                <a:extLst>
                  <a:ext uri="{FF2B5EF4-FFF2-40B4-BE49-F238E27FC236}">
                    <a16:creationId xmlns:a16="http://schemas.microsoft.com/office/drawing/2014/main" id="{9B70F6ED-4667-A001-7CF8-9E8F81F1F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55" name="Line 18">
                <a:extLst>
                  <a:ext uri="{FF2B5EF4-FFF2-40B4-BE49-F238E27FC236}">
                    <a16:creationId xmlns:a16="http://schemas.microsoft.com/office/drawing/2014/main" id="{6F7F0D09-D927-1B3F-7E10-816C23B6D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228" name="Group 19">
              <a:extLst>
                <a:ext uri="{FF2B5EF4-FFF2-40B4-BE49-F238E27FC236}">
                  <a16:creationId xmlns:a16="http://schemas.microsoft.com/office/drawing/2014/main" id="{EEEC996F-9F82-CD73-3BC8-C9FA38EC3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392"/>
              <a:ext cx="720" cy="576"/>
              <a:chOff x="1680" y="1248"/>
              <a:chExt cx="720" cy="576"/>
            </a:xfrm>
          </p:grpSpPr>
          <p:sp>
            <p:nvSpPr>
              <p:cNvPr id="48244" name="Rectangle 20">
                <a:extLst>
                  <a:ext uri="{FF2B5EF4-FFF2-40B4-BE49-F238E27FC236}">
                    <a16:creationId xmlns:a16="http://schemas.microsoft.com/office/drawing/2014/main" id="{CF5A4313-D651-DCF9-5CA3-B91802C59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01" name="Text Box 21">
                <a:extLst>
                  <a:ext uri="{FF2B5EF4-FFF2-40B4-BE49-F238E27FC236}">
                    <a16:creationId xmlns:a16="http://schemas.microsoft.com/office/drawing/2014/main" id="{A2B8A086-0AAC-C7BE-EC08-AE56076020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702" name="Text Box 22">
                <a:extLst>
                  <a:ext uri="{FF2B5EF4-FFF2-40B4-BE49-F238E27FC236}">
                    <a16:creationId xmlns:a16="http://schemas.microsoft.com/office/drawing/2014/main" id="{25FD3012-67E0-B3A8-4C45-E4A849B85E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47" name="Rectangle 23">
                <a:extLst>
                  <a:ext uri="{FF2B5EF4-FFF2-40B4-BE49-F238E27FC236}">
                    <a16:creationId xmlns:a16="http://schemas.microsoft.com/office/drawing/2014/main" id="{6C541B38-48C7-516D-88B2-5C3D37A95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8" name="Rectangle 24">
                <a:extLst>
                  <a:ext uri="{FF2B5EF4-FFF2-40B4-BE49-F238E27FC236}">
                    <a16:creationId xmlns:a16="http://schemas.microsoft.com/office/drawing/2014/main" id="{7E22FEAF-7407-BD11-4DA2-A4DE67535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9" name="Line 25">
                <a:extLst>
                  <a:ext uri="{FF2B5EF4-FFF2-40B4-BE49-F238E27FC236}">
                    <a16:creationId xmlns:a16="http://schemas.microsoft.com/office/drawing/2014/main" id="{83929507-EB4B-2741-7BE7-31880D9934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229" name="Group 26">
              <a:extLst>
                <a:ext uri="{FF2B5EF4-FFF2-40B4-BE49-F238E27FC236}">
                  <a16:creationId xmlns:a16="http://schemas.microsoft.com/office/drawing/2014/main" id="{E2DB5BE9-2173-1E4A-B852-F340F8921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392"/>
              <a:ext cx="720" cy="576"/>
              <a:chOff x="1680" y="1248"/>
              <a:chExt cx="720" cy="576"/>
            </a:xfrm>
          </p:grpSpPr>
          <p:sp>
            <p:nvSpPr>
              <p:cNvPr id="48238" name="Rectangle 27">
                <a:extLst>
                  <a:ext uri="{FF2B5EF4-FFF2-40B4-BE49-F238E27FC236}">
                    <a16:creationId xmlns:a16="http://schemas.microsoft.com/office/drawing/2014/main" id="{8D215F25-42DF-FCF3-4A01-92625972C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08" name="Text Box 28">
                <a:extLst>
                  <a:ext uri="{FF2B5EF4-FFF2-40B4-BE49-F238E27FC236}">
                    <a16:creationId xmlns:a16="http://schemas.microsoft.com/office/drawing/2014/main" id="{20A5D551-91A0-C172-C5C8-2231A34F56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709" name="Text Box 29">
                <a:extLst>
                  <a:ext uri="{FF2B5EF4-FFF2-40B4-BE49-F238E27FC236}">
                    <a16:creationId xmlns:a16="http://schemas.microsoft.com/office/drawing/2014/main" id="{DF4E233A-522F-B5EC-749D-29DEFAFD9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41" name="Rectangle 30">
                <a:extLst>
                  <a:ext uri="{FF2B5EF4-FFF2-40B4-BE49-F238E27FC236}">
                    <a16:creationId xmlns:a16="http://schemas.microsoft.com/office/drawing/2014/main" id="{FE53E0BD-496C-C218-13FD-BD4BFA946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2" name="Rectangle 31">
                <a:extLst>
                  <a:ext uri="{FF2B5EF4-FFF2-40B4-BE49-F238E27FC236}">
                    <a16:creationId xmlns:a16="http://schemas.microsoft.com/office/drawing/2014/main" id="{D92CFEEB-6334-5B87-5E96-75330E87E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3" name="Line 32">
                <a:extLst>
                  <a:ext uri="{FF2B5EF4-FFF2-40B4-BE49-F238E27FC236}">
                    <a16:creationId xmlns:a16="http://schemas.microsoft.com/office/drawing/2014/main" id="{BFEF3BF5-B3EE-86A6-1E7D-D3350BA6A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230" name="Line 33">
              <a:extLst>
                <a:ext uri="{FF2B5EF4-FFF2-40B4-BE49-F238E27FC236}">
                  <a16:creationId xmlns:a16="http://schemas.microsoft.com/office/drawing/2014/main" id="{94C97EAC-0FFE-6C83-87A1-B65948CFD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31" name="Line 34">
              <a:extLst>
                <a:ext uri="{FF2B5EF4-FFF2-40B4-BE49-F238E27FC236}">
                  <a16:creationId xmlns:a16="http://schemas.microsoft.com/office/drawing/2014/main" id="{2FD7FAAF-0849-92C5-5D82-C5CED8F8B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32" name="Line 35">
              <a:extLst>
                <a:ext uri="{FF2B5EF4-FFF2-40B4-BE49-F238E27FC236}">
                  <a16:creationId xmlns:a16="http://schemas.microsoft.com/office/drawing/2014/main" id="{B9AB2309-0D20-9809-EDE0-144B4E864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33" name="Line 36">
              <a:extLst>
                <a:ext uri="{FF2B5EF4-FFF2-40B4-BE49-F238E27FC236}">
                  <a16:creationId xmlns:a16="http://schemas.microsoft.com/office/drawing/2014/main" id="{59592AC9-7694-34BB-69DA-0896D8C10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1717" name="Text Box 37">
              <a:extLst>
                <a:ext uri="{FF2B5EF4-FFF2-40B4-BE49-F238E27FC236}">
                  <a16:creationId xmlns:a16="http://schemas.microsoft.com/office/drawing/2014/main" id="{F365C9CF-D463-0DB0-3295-7999ADD50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11718" name="Text Box 38">
              <a:extLst>
                <a:ext uri="{FF2B5EF4-FFF2-40B4-BE49-F238E27FC236}">
                  <a16:creationId xmlns:a16="http://schemas.microsoft.com/office/drawing/2014/main" id="{E5372A0F-8079-7D63-6A39-CEFC23231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11719" name="Text Box 39">
              <a:extLst>
                <a:ext uri="{FF2B5EF4-FFF2-40B4-BE49-F238E27FC236}">
                  <a16:creationId xmlns:a16="http://schemas.microsoft.com/office/drawing/2014/main" id="{FA6015CA-D1C2-5140-8C66-AF9A254AE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711720" name="Text Box 40">
              <a:extLst>
                <a:ext uri="{FF2B5EF4-FFF2-40B4-BE49-F238E27FC236}">
                  <a16:creationId xmlns:a16="http://schemas.microsoft.com/office/drawing/2014/main" id="{7A87B277-B26E-1484-9FC1-EEE9FC3AD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</a:t>
              </a:r>
            </a:p>
          </p:txBody>
        </p:sp>
      </p:grpSp>
      <p:grpSp>
        <p:nvGrpSpPr>
          <p:cNvPr id="711721" name="Group 41">
            <a:extLst>
              <a:ext uri="{FF2B5EF4-FFF2-40B4-BE49-F238E27FC236}">
                <a16:creationId xmlns:a16="http://schemas.microsoft.com/office/drawing/2014/main" id="{77C7E23E-341E-E3F9-2E3F-0B18039DCE62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600200"/>
            <a:ext cx="1143000" cy="1295400"/>
            <a:chOff x="1536" y="1248"/>
            <a:chExt cx="720" cy="816"/>
          </a:xfrm>
        </p:grpSpPr>
        <p:sp>
          <p:nvSpPr>
            <p:cNvPr id="48221" name="Line 42">
              <a:extLst>
                <a:ext uri="{FF2B5EF4-FFF2-40B4-BE49-F238E27FC236}">
                  <a16:creationId xmlns:a16="http://schemas.microsoft.com/office/drawing/2014/main" id="{BFF55479-6A00-7E7A-9C34-E5A0EC515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2" name="Line 43">
              <a:extLst>
                <a:ext uri="{FF2B5EF4-FFF2-40B4-BE49-F238E27FC236}">
                  <a16:creationId xmlns:a16="http://schemas.microsoft.com/office/drawing/2014/main" id="{65893254-BDEE-A6E4-0053-599D62C87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124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3" name="Line 44">
              <a:extLst>
                <a:ext uri="{FF2B5EF4-FFF2-40B4-BE49-F238E27FC236}">
                  <a16:creationId xmlns:a16="http://schemas.microsoft.com/office/drawing/2014/main" id="{46D35E67-1583-E2C7-2C22-EF043C0C2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4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4" name="Line 45">
              <a:extLst>
                <a:ext uri="{FF2B5EF4-FFF2-40B4-BE49-F238E27FC236}">
                  <a16:creationId xmlns:a16="http://schemas.microsoft.com/office/drawing/2014/main" id="{1CFA2455-02CF-400C-7F5A-31138E207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6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5" name="Line 46">
              <a:extLst>
                <a:ext uri="{FF2B5EF4-FFF2-40B4-BE49-F238E27FC236}">
                  <a16:creationId xmlns:a16="http://schemas.microsoft.com/office/drawing/2014/main" id="{ED742A31-FED6-95AB-C9B1-9F2C1174B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9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1727" name="Group 47">
            <a:extLst>
              <a:ext uri="{FF2B5EF4-FFF2-40B4-BE49-F238E27FC236}">
                <a16:creationId xmlns:a16="http://schemas.microsoft.com/office/drawing/2014/main" id="{7118D62C-3129-9CEC-8F0E-E6D245E8A620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524000"/>
            <a:ext cx="1981200" cy="4191000"/>
            <a:chOff x="2208" y="1200"/>
            <a:chExt cx="1248" cy="2640"/>
          </a:xfrm>
        </p:grpSpPr>
        <p:grpSp>
          <p:nvGrpSpPr>
            <p:cNvPr id="48202" name="Group 48">
              <a:extLst>
                <a:ext uri="{FF2B5EF4-FFF2-40B4-BE49-F238E27FC236}">
                  <a16:creationId xmlns:a16="http://schemas.microsoft.com/office/drawing/2014/main" id="{DCFB9D21-726A-4CFE-04DB-2F881C760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352"/>
              <a:ext cx="384" cy="336"/>
              <a:chOff x="2928" y="2256"/>
              <a:chExt cx="384" cy="336"/>
            </a:xfrm>
          </p:grpSpPr>
          <p:sp>
            <p:nvSpPr>
              <p:cNvPr id="48218" name="Rectangle 49">
                <a:extLst>
                  <a:ext uri="{FF2B5EF4-FFF2-40B4-BE49-F238E27FC236}">
                    <a16:creationId xmlns:a16="http://schemas.microsoft.com/office/drawing/2014/main" id="{8626157D-D03B-8459-DB1F-AAAEA5DE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19" name="Oval 50">
                <a:extLst>
                  <a:ext uri="{FF2B5EF4-FFF2-40B4-BE49-F238E27FC236}">
                    <a16:creationId xmlns:a16="http://schemas.microsoft.com/office/drawing/2014/main" id="{BD3862EA-6354-6EE0-2F7C-92C30FED6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31" name="Text Box 51">
                <a:extLst>
                  <a:ext uri="{FF2B5EF4-FFF2-40B4-BE49-F238E27FC236}">
                    <a16:creationId xmlns:a16="http://schemas.microsoft.com/office/drawing/2014/main" id="{9BE6FB1C-FE32-2A74-486B-0E5BC27DF2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sym typeface="Symbol" panose="05050102010706020507" pitchFamily="18" charset="2"/>
                  </a:rPr>
                  <a:t></a:t>
                </a:r>
                <a:endPara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48203" name="Line 52">
              <a:extLst>
                <a:ext uri="{FF2B5EF4-FFF2-40B4-BE49-F238E27FC236}">
                  <a16:creationId xmlns:a16="http://schemas.microsoft.com/office/drawing/2014/main" id="{FD6388FB-ED18-8E01-3EE9-80FFBF83E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24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4" name="Line 53">
              <a:extLst>
                <a:ext uri="{FF2B5EF4-FFF2-40B4-BE49-F238E27FC236}">
                  <a16:creationId xmlns:a16="http://schemas.microsoft.com/office/drawing/2014/main" id="{DA42B9CB-22D5-83E2-CE3B-FEC94DA4A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1248"/>
              <a:ext cx="0" cy="2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5" name="Oval 54">
              <a:extLst>
                <a:ext uri="{FF2B5EF4-FFF2-40B4-BE49-F238E27FC236}">
                  <a16:creationId xmlns:a16="http://schemas.microsoft.com/office/drawing/2014/main" id="{0E26F8DE-D552-1CAA-3BAA-10191521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20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206" name="Line 55">
              <a:extLst>
                <a:ext uri="{FF2B5EF4-FFF2-40B4-BE49-F238E27FC236}">
                  <a16:creationId xmlns:a16="http://schemas.microsoft.com/office/drawing/2014/main" id="{412035D1-5ABF-4C1B-C102-8037EAE77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7" name="Line 56">
              <a:extLst>
                <a:ext uri="{FF2B5EF4-FFF2-40B4-BE49-F238E27FC236}">
                  <a16:creationId xmlns:a16="http://schemas.microsoft.com/office/drawing/2014/main" id="{72A03D8D-D5C8-3FDE-8D44-C0F21D21C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8" name="Line 57">
              <a:extLst>
                <a:ext uri="{FF2B5EF4-FFF2-40B4-BE49-F238E27FC236}">
                  <a16:creationId xmlns:a16="http://schemas.microsoft.com/office/drawing/2014/main" id="{BC9B532E-D050-4E29-55CE-F812B3E29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209" name="Group 58">
              <a:extLst>
                <a:ext uri="{FF2B5EF4-FFF2-40B4-BE49-F238E27FC236}">
                  <a16:creationId xmlns:a16="http://schemas.microsoft.com/office/drawing/2014/main" id="{8BD3A7FB-ABBE-FD5E-BCC7-D912023E4F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928"/>
              <a:ext cx="288" cy="288"/>
              <a:chOff x="2784" y="2736"/>
              <a:chExt cx="288" cy="288"/>
            </a:xfrm>
          </p:grpSpPr>
          <p:sp>
            <p:nvSpPr>
              <p:cNvPr id="48216" name="Rectangle 59">
                <a:extLst>
                  <a:ext uri="{FF2B5EF4-FFF2-40B4-BE49-F238E27FC236}">
                    <a16:creationId xmlns:a16="http://schemas.microsoft.com/office/drawing/2014/main" id="{0E52EC8E-76A4-D2EE-19D8-D95538866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32"/>
                <a:ext cx="288" cy="19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17" name="Oval 60">
                <a:extLst>
                  <a:ext uri="{FF2B5EF4-FFF2-40B4-BE49-F238E27FC236}">
                    <a16:creationId xmlns:a16="http://schemas.microsoft.com/office/drawing/2014/main" id="{433D3CFE-1B47-21F0-8CA3-0A7C9AD56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48210" name="Line 61">
              <a:extLst>
                <a:ext uri="{FF2B5EF4-FFF2-40B4-BE49-F238E27FC236}">
                  <a16:creationId xmlns:a16="http://schemas.microsoft.com/office/drawing/2014/main" id="{8F646A8C-3F25-0EEC-CD93-8A43829E6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21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1" name="Line 62">
              <a:extLst>
                <a:ext uri="{FF2B5EF4-FFF2-40B4-BE49-F238E27FC236}">
                  <a16:creationId xmlns:a16="http://schemas.microsoft.com/office/drawing/2014/main" id="{72E9C903-EBE1-7BB4-9751-05F3CBAF66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2" name="Line 63">
              <a:extLst>
                <a:ext uri="{FF2B5EF4-FFF2-40B4-BE49-F238E27FC236}">
                  <a16:creationId xmlns:a16="http://schemas.microsoft.com/office/drawing/2014/main" id="{E6D7594E-3C85-A010-380E-2A9F0A9BB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3" name="Line 64">
              <a:extLst>
                <a:ext uri="{FF2B5EF4-FFF2-40B4-BE49-F238E27FC236}">
                  <a16:creationId xmlns:a16="http://schemas.microsoft.com/office/drawing/2014/main" id="{042B1D96-4A23-A3A3-CC0E-D7B171802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4" name="Line 65">
              <a:extLst>
                <a:ext uri="{FF2B5EF4-FFF2-40B4-BE49-F238E27FC236}">
                  <a16:creationId xmlns:a16="http://schemas.microsoft.com/office/drawing/2014/main" id="{764A7696-88BA-08F4-8FAB-ADF4544B2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8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5" name="Line 66">
              <a:extLst>
                <a:ext uri="{FF2B5EF4-FFF2-40B4-BE49-F238E27FC236}">
                  <a16:creationId xmlns:a16="http://schemas.microsoft.com/office/drawing/2014/main" id="{A03AD0A5-7783-5A1D-1221-1E1B9209B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1747" name="Group 67">
            <a:extLst>
              <a:ext uri="{FF2B5EF4-FFF2-40B4-BE49-F238E27FC236}">
                <a16:creationId xmlns:a16="http://schemas.microsoft.com/office/drawing/2014/main" id="{42EB2EE7-93DA-571E-A845-FC3D6D58B16C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600200"/>
            <a:ext cx="2819400" cy="4191000"/>
            <a:chOff x="2688" y="1248"/>
            <a:chExt cx="1776" cy="2640"/>
          </a:xfrm>
        </p:grpSpPr>
        <p:grpSp>
          <p:nvGrpSpPr>
            <p:cNvPr id="48180" name="Group 68">
              <a:extLst>
                <a:ext uri="{FF2B5EF4-FFF2-40B4-BE49-F238E27FC236}">
                  <a16:creationId xmlns:a16="http://schemas.microsoft.com/office/drawing/2014/main" id="{4C77A180-B0C8-8966-9763-4DAAADFD4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352"/>
              <a:ext cx="384" cy="336"/>
              <a:chOff x="2928" y="2256"/>
              <a:chExt cx="384" cy="336"/>
            </a:xfrm>
          </p:grpSpPr>
          <p:sp>
            <p:nvSpPr>
              <p:cNvPr id="48199" name="Rectangle 69">
                <a:extLst>
                  <a:ext uri="{FF2B5EF4-FFF2-40B4-BE49-F238E27FC236}">
                    <a16:creationId xmlns:a16="http://schemas.microsoft.com/office/drawing/2014/main" id="{7FEC05E6-6D1B-A80F-0E70-430260685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00" name="Oval 70">
                <a:extLst>
                  <a:ext uri="{FF2B5EF4-FFF2-40B4-BE49-F238E27FC236}">
                    <a16:creationId xmlns:a16="http://schemas.microsoft.com/office/drawing/2014/main" id="{F891C43B-AA0F-0E77-6EB9-7F1943033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51" name="Text Box 71">
                <a:extLst>
                  <a:ext uri="{FF2B5EF4-FFF2-40B4-BE49-F238E27FC236}">
                    <a16:creationId xmlns:a16="http://schemas.microsoft.com/office/drawing/2014/main" id="{8C68FF1C-F601-7E43-AE36-28A05ABD0F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sym typeface="Symbol" panose="05050102010706020507" pitchFamily="18" charset="2"/>
                  </a:rPr>
                  <a:t></a:t>
                </a:r>
                <a:endPara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48181" name="Group 72">
              <a:extLst>
                <a:ext uri="{FF2B5EF4-FFF2-40B4-BE49-F238E27FC236}">
                  <a16:creationId xmlns:a16="http://schemas.microsoft.com/office/drawing/2014/main" id="{62B3307A-EE49-A1A4-9D4E-70AE53D613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928"/>
              <a:ext cx="384" cy="336"/>
              <a:chOff x="2928" y="2256"/>
              <a:chExt cx="384" cy="336"/>
            </a:xfrm>
          </p:grpSpPr>
          <p:sp>
            <p:nvSpPr>
              <p:cNvPr id="48196" name="Rectangle 73">
                <a:extLst>
                  <a:ext uri="{FF2B5EF4-FFF2-40B4-BE49-F238E27FC236}">
                    <a16:creationId xmlns:a16="http://schemas.microsoft.com/office/drawing/2014/main" id="{AC4C6B41-C6BB-0DF6-EF23-A81705475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97" name="Oval 74">
                <a:extLst>
                  <a:ext uri="{FF2B5EF4-FFF2-40B4-BE49-F238E27FC236}">
                    <a16:creationId xmlns:a16="http://schemas.microsoft.com/office/drawing/2014/main" id="{1CC26161-8EC6-DAAF-CB9E-EF8DC61EC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55" name="Text Box 75">
                <a:extLst>
                  <a:ext uri="{FF2B5EF4-FFF2-40B4-BE49-F238E27FC236}">
                    <a16:creationId xmlns:a16="http://schemas.microsoft.com/office/drawing/2014/main" id="{CD90076C-0066-4BCE-6676-549B3DAC42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sym typeface="Symbol" panose="05050102010706020507" pitchFamily="18" charset="2"/>
                  </a:rPr>
                  <a:t>+</a:t>
                </a:r>
                <a:endPara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48182" name="Line 76">
              <a:extLst>
                <a:ext uri="{FF2B5EF4-FFF2-40B4-BE49-F238E27FC236}">
                  <a16:creationId xmlns:a16="http://schemas.microsoft.com/office/drawing/2014/main" id="{C59774BC-D5A6-7BB4-295F-81F277958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3" name="Oval 77">
              <a:extLst>
                <a:ext uri="{FF2B5EF4-FFF2-40B4-BE49-F238E27FC236}">
                  <a16:creationId xmlns:a16="http://schemas.microsoft.com/office/drawing/2014/main" id="{0AFD46F5-03C5-781C-891A-33099E429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784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184" name="Line 78">
              <a:extLst>
                <a:ext uri="{FF2B5EF4-FFF2-40B4-BE49-F238E27FC236}">
                  <a16:creationId xmlns:a16="http://schemas.microsoft.com/office/drawing/2014/main" id="{21434DF2-F227-C22A-62DD-29FF943AF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832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5" name="Line 79">
              <a:extLst>
                <a:ext uri="{FF2B5EF4-FFF2-40B4-BE49-F238E27FC236}">
                  <a16:creationId xmlns:a16="http://schemas.microsoft.com/office/drawing/2014/main" id="{159E89BE-711D-CAC5-DDED-6C6D8BF30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6" name="Line 80">
              <a:extLst>
                <a:ext uri="{FF2B5EF4-FFF2-40B4-BE49-F238E27FC236}">
                  <a16:creationId xmlns:a16="http://schemas.microsoft.com/office/drawing/2014/main" id="{905EB29D-1274-1469-C18A-577714BFD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0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7" name="Line 81">
              <a:extLst>
                <a:ext uri="{FF2B5EF4-FFF2-40B4-BE49-F238E27FC236}">
                  <a16:creationId xmlns:a16="http://schemas.microsoft.com/office/drawing/2014/main" id="{BDC76F05-9C7A-400B-AE3D-C11D39B6B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8" name="Oval 82">
              <a:extLst>
                <a:ext uri="{FF2B5EF4-FFF2-40B4-BE49-F238E27FC236}">
                  <a16:creationId xmlns:a16="http://schemas.microsoft.com/office/drawing/2014/main" id="{FDBDEE0C-A112-36BB-D284-C11216CCF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79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189" name="Line 83">
              <a:extLst>
                <a:ext uri="{FF2B5EF4-FFF2-40B4-BE49-F238E27FC236}">
                  <a16:creationId xmlns:a16="http://schemas.microsoft.com/office/drawing/2014/main" id="{FC4B7E87-9FEB-E08A-170C-F9FC4CDD9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84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0" name="Line 84">
              <a:extLst>
                <a:ext uri="{FF2B5EF4-FFF2-40B4-BE49-F238E27FC236}">
                  <a16:creationId xmlns:a16="http://schemas.microsoft.com/office/drawing/2014/main" id="{E1378BAF-3088-A0BC-12A3-F1D52A8D0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2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1" name="Line 85">
              <a:extLst>
                <a:ext uri="{FF2B5EF4-FFF2-40B4-BE49-F238E27FC236}">
                  <a16:creationId xmlns:a16="http://schemas.microsoft.com/office/drawing/2014/main" id="{80DEDCA5-DAD3-F444-0E9E-5BE45BF09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2" name="Line 86">
              <a:extLst>
                <a:ext uri="{FF2B5EF4-FFF2-40B4-BE49-F238E27FC236}">
                  <a16:creationId xmlns:a16="http://schemas.microsoft.com/office/drawing/2014/main" id="{85EAA101-2705-BFEC-6269-0300F0DE8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3" name="Line 87">
              <a:extLst>
                <a:ext uri="{FF2B5EF4-FFF2-40B4-BE49-F238E27FC236}">
                  <a16:creationId xmlns:a16="http://schemas.microsoft.com/office/drawing/2014/main" id="{FF6B5917-3507-3EC7-3AFA-1D0C4B821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4" name="Line 88">
              <a:extLst>
                <a:ext uri="{FF2B5EF4-FFF2-40B4-BE49-F238E27FC236}">
                  <a16:creationId xmlns:a16="http://schemas.microsoft.com/office/drawing/2014/main" id="{A3070167-4570-0338-4D64-42897C25E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83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5" name="Line 89">
              <a:extLst>
                <a:ext uri="{FF2B5EF4-FFF2-40B4-BE49-F238E27FC236}">
                  <a16:creationId xmlns:a16="http://schemas.microsoft.com/office/drawing/2014/main" id="{8DFA1E31-F5C5-308C-B085-136A5EC83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1770" name="Group 90">
            <a:extLst>
              <a:ext uri="{FF2B5EF4-FFF2-40B4-BE49-F238E27FC236}">
                <a16:creationId xmlns:a16="http://schemas.microsoft.com/office/drawing/2014/main" id="{0520C3A2-379E-D8F3-D4E9-969AA1AE2AB0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600200"/>
            <a:ext cx="2895600" cy="4191000"/>
            <a:chOff x="3648" y="1248"/>
            <a:chExt cx="1824" cy="2640"/>
          </a:xfrm>
        </p:grpSpPr>
        <p:sp>
          <p:nvSpPr>
            <p:cNvPr id="48154" name="Line 91">
              <a:extLst>
                <a:ext uri="{FF2B5EF4-FFF2-40B4-BE49-F238E27FC236}">
                  <a16:creationId xmlns:a16="http://schemas.microsoft.com/office/drawing/2014/main" id="{13040D50-E7A3-7F3E-6004-9BF3ED691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155" name="Group 92">
              <a:extLst>
                <a:ext uri="{FF2B5EF4-FFF2-40B4-BE49-F238E27FC236}">
                  <a16:creationId xmlns:a16="http://schemas.microsoft.com/office/drawing/2014/main" id="{EC86E6DB-4959-EB06-3475-92C460CF7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248"/>
              <a:ext cx="1824" cy="2640"/>
              <a:chOff x="3648" y="1248"/>
              <a:chExt cx="1824" cy="2640"/>
            </a:xfrm>
          </p:grpSpPr>
          <p:grpSp>
            <p:nvGrpSpPr>
              <p:cNvPr id="48156" name="Group 93">
                <a:extLst>
                  <a:ext uri="{FF2B5EF4-FFF2-40B4-BE49-F238E27FC236}">
                    <a16:creationId xmlns:a16="http://schemas.microsoft.com/office/drawing/2014/main" id="{1C032CF0-2547-B76C-DD5B-3169793B7A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2352"/>
                <a:ext cx="384" cy="336"/>
                <a:chOff x="2928" y="2256"/>
                <a:chExt cx="384" cy="336"/>
              </a:xfrm>
            </p:grpSpPr>
            <p:sp>
              <p:nvSpPr>
                <p:cNvPr id="48177" name="Rectangle 94">
                  <a:extLst>
                    <a:ext uri="{FF2B5EF4-FFF2-40B4-BE49-F238E27FC236}">
                      <a16:creationId xmlns:a16="http://schemas.microsoft.com/office/drawing/2014/main" id="{2310E685-AD3A-D51B-EEA3-DBBF690211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78" name="Oval 95">
                  <a:extLst>
                    <a:ext uri="{FF2B5EF4-FFF2-40B4-BE49-F238E27FC236}">
                      <a16:creationId xmlns:a16="http://schemas.microsoft.com/office/drawing/2014/main" id="{4702C173-4389-BAEF-A1F3-9455440DD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76" name="Text Box 96">
                  <a:extLst>
                    <a:ext uri="{FF2B5EF4-FFF2-40B4-BE49-F238E27FC236}">
                      <a16:creationId xmlns:a16="http://schemas.microsoft.com/office/drawing/2014/main" id="{27447976-6C28-AB31-A308-C9F54F27BC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</a:t>
                  </a:r>
                  <a:endPara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48157" name="Group 97">
                <a:extLst>
                  <a:ext uri="{FF2B5EF4-FFF2-40B4-BE49-F238E27FC236}">
                    <a16:creationId xmlns:a16="http://schemas.microsoft.com/office/drawing/2014/main" id="{A085B834-46E8-C879-2C76-2679B7317F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0" y="2928"/>
                <a:ext cx="384" cy="336"/>
                <a:chOff x="2928" y="2256"/>
                <a:chExt cx="384" cy="336"/>
              </a:xfrm>
            </p:grpSpPr>
            <p:sp>
              <p:nvSpPr>
                <p:cNvPr id="48174" name="Rectangle 98">
                  <a:extLst>
                    <a:ext uri="{FF2B5EF4-FFF2-40B4-BE49-F238E27FC236}">
                      <a16:creationId xmlns:a16="http://schemas.microsoft.com/office/drawing/2014/main" id="{5B078D66-DCFD-FD74-7816-D4EC5B143F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75" name="Oval 99">
                  <a:extLst>
                    <a:ext uri="{FF2B5EF4-FFF2-40B4-BE49-F238E27FC236}">
                      <a16:creationId xmlns:a16="http://schemas.microsoft.com/office/drawing/2014/main" id="{AC21B82E-C422-4822-3CF0-CD587DB749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80" name="Text Box 100">
                  <a:extLst>
                    <a:ext uri="{FF2B5EF4-FFF2-40B4-BE49-F238E27FC236}">
                      <a16:creationId xmlns:a16="http://schemas.microsoft.com/office/drawing/2014/main" id="{5DD08997-87E8-33D2-DBE3-7DA0CCD0A9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+</a:t>
                  </a:r>
                  <a:endPara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48158" name="Oval 101">
                <a:extLst>
                  <a:ext uri="{FF2B5EF4-FFF2-40B4-BE49-F238E27FC236}">
                    <a16:creationId xmlns:a16="http://schemas.microsoft.com/office/drawing/2014/main" id="{00F6B99F-D6A2-8B66-4D73-0D1CAE56F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59" name="Line 102">
                <a:extLst>
                  <a:ext uri="{FF2B5EF4-FFF2-40B4-BE49-F238E27FC236}">
                    <a16:creationId xmlns:a16="http://schemas.microsoft.com/office/drawing/2014/main" id="{790DA4A5-626D-D9C5-CA1B-DBFC465BB6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0" name="Oval 103">
                <a:extLst>
                  <a:ext uri="{FF2B5EF4-FFF2-40B4-BE49-F238E27FC236}">
                    <a16:creationId xmlns:a16="http://schemas.microsoft.com/office/drawing/2014/main" id="{E8668305-E373-D007-5C62-1901DC9AA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61" name="Line 104">
                <a:extLst>
                  <a:ext uri="{FF2B5EF4-FFF2-40B4-BE49-F238E27FC236}">
                    <a16:creationId xmlns:a16="http://schemas.microsoft.com/office/drawing/2014/main" id="{E926633B-D640-419B-CD45-E65370869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840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2" name="Line 105">
                <a:extLst>
                  <a:ext uri="{FF2B5EF4-FFF2-40B4-BE49-F238E27FC236}">
                    <a16:creationId xmlns:a16="http://schemas.microsoft.com/office/drawing/2014/main" id="{F333E82B-1330-36B1-AC22-4E963872E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3264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3" name="Line 106">
                <a:extLst>
                  <a:ext uri="{FF2B5EF4-FFF2-40B4-BE49-F238E27FC236}">
                    <a16:creationId xmlns:a16="http://schemas.microsoft.com/office/drawing/2014/main" id="{EC357CCD-7E31-186A-E011-46913E743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504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4" name="Line 107">
                <a:extLst>
                  <a:ext uri="{FF2B5EF4-FFF2-40B4-BE49-F238E27FC236}">
                    <a16:creationId xmlns:a16="http://schemas.microsoft.com/office/drawing/2014/main" id="{7491648A-B765-C4C8-6A7A-4E26967CD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83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5" name="Line 108">
                <a:extLst>
                  <a:ext uri="{FF2B5EF4-FFF2-40B4-BE49-F238E27FC236}">
                    <a16:creationId xmlns:a16="http://schemas.microsoft.com/office/drawing/2014/main" id="{DADC9F32-5F6C-7C32-6B26-9029D445E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40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6" name="Line 109">
                <a:extLst>
                  <a:ext uri="{FF2B5EF4-FFF2-40B4-BE49-F238E27FC236}">
                    <a16:creationId xmlns:a16="http://schemas.microsoft.com/office/drawing/2014/main" id="{A0F868EA-A461-C0FD-E534-777C32D45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264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7" name="Line 110">
                <a:extLst>
                  <a:ext uri="{FF2B5EF4-FFF2-40B4-BE49-F238E27FC236}">
                    <a16:creationId xmlns:a16="http://schemas.microsoft.com/office/drawing/2014/main" id="{6B88AA7C-2638-83D2-D5B8-8D72A197EF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8" name="Line 111">
                <a:extLst>
                  <a:ext uri="{FF2B5EF4-FFF2-40B4-BE49-F238E27FC236}">
                    <a16:creationId xmlns:a16="http://schemas.microsoft.com/office/drawing/2014/main" id="{E998783A-B7DA-0AC2-83D2-557861DC9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4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9" name="Line 112">
                <a:extLst>
                  <a:ext uri="{FF2B5EF4-FFF2-40B4-BE49-F238E27FC236}">
                    <a16:creationId xmlns:a16="http://schemas.microsoft.com/office/drawing/2014/main" id="{7D76C2F5-8FC6-9C49-0F07-7C7CE4026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0" name="Line 113">
                <a:extLst>
                  <a:ext uri="{FF2B5EF4-FFF2-40B4-BE49-F238E27FC236}">
                    <a16:creationId xmlns:a16="http://schemas.microsoft.com/office/drawing/2014/main" id="{E819ED08-D716-37AA-6B1B-6149186EB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72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1" name="Line 114">
                <a:extLst>
                  <a:ext uri="{FF2B5EF4-FFF2-40B4-BE49-F238E27FC236}">
                    <a16:creationId xmlns:a16="http://schemas.microsoft.com/office/drawing/2014/main" id="{44482304-9CA1-76F4-BFC8-8B20FEBDC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83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2" name="Line 115">
                <a:extLst>
                  <a:ext uri="{FF2B5EF4-FFF2-40B4-BE49-F238E27FC236}">
                    <a16:creationId xmlns:a16="http://schemas.microsoft.com/office/drawing/2014/main" id="{9C89E0CE-EEAD-7FEB-54D8-80A74D4C7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3" name="Oval 116">
                <a:extLst>
                  <a:ext uri="{FF2B5EF4-FFF2-40B4-BE49-F238E27FC236}">
                    <a16:creationId xmlns:a16="http://schemas.microsoft.com/office/drawing/2014/main" id="{69180FA4-305E-DBBF-2F93-FC4425521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sp>
        <p:nvSpPr>
          <p:cNvPr id="711797" name="Rectangle 117">
            <a:extLst>
              <a:ext uri="{FF2B5EF4-FFF2-40B4-BE49-F238E27FC236}">
                <a16:creationId xmlns:a16="http://schemas.microsoft.com/office/drawing/2014/main" id="{CBD7CEA2-95C1-E748-376E-732490F19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776913"/>
            <a:ext cx="6192838" cy="10048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原则：逻辑结构清晰，尽量使用公用</a:t>
            </a:r>
          </a:p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         部分，控制函数尽量少用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</a:p>
        </p:txBody>
      </p:sp>
      <p:grpSp>
        <p:nvGrpSpPr>
          <p:cNvPr id="711798" name="Group 118">
            <a:extLst>
              <a:ext uri="{FF2B5EF4-FFF2-40B4-BE49-F238E27FC236}">
                <a16:creationId xmlns:a16="http://schemas.microsoft.com/office/drawing/2014/main" id="{97124881-0F76-9CE5-3150-65717605918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667000"/>
            <a:ext cx="6400800" cy="914400"/>
            <a:chOff x="1152" y="1632"/>
            <a:chExt cx="4032" cy="576"/>
          </a:xfrm>
        </p:grpSpPr>
        <p:grpSp>
          <p:nvGrpSpPr>
            <p:cNvPr id="48144" name="Group 119">
              <a:extLst>
                <a:ext uri="{FF2B5EF4-FFF2-40B4-BE49-F238E27FC236}">
                  <a16:creationId xmlns:a16="http://schemas.microsoft.com/office/drawing/2014/main" id="{E75EBBEC-A94B-4B26-1A0D-CC82389BA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632"/>
              <a:ext cx="3984" cy="336"/>
              <a:chOff x="1200" y="1632"/>
              <a:chExt cx="3984" cy="336"/>
            </a:xfrm>
          </p:grpSpPr>
          <p:sp>
            <p:nvSpPr>
              <p:cNvPr id="48146" name="Line 120">
                <a:extLst>
                  <a:ext uri="{FF2B5EF4-FFF2-40B4-BE49-F238E27FC236}">
                    <a16:creationId xmlns:a16="http://schemas.microsoft.com/office/drawing/2014/main" id="{B5E751D6-7F99-700E-8FD9-3AAFE58C2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920"/>
                <a:ext cx="39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47" name="Line 121">
                <a:extLst>
                  <a:ext uri="{FF2B5EF4-FFF2-40B4-BE49-F238E27FC236}">
                    <a16:creationId xmlns:a16="http://schemas.microsoft.com/office/drawing/2014/main" id="{3F595D59-F93E-8340-D8AB-376256E98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48" name="Oval 122">
                <a:extLst>
                  <a:ext uri="{FF2B5EF4-FFF2-40B4-BE49-F238E27FC236}">
                    <a16:creationId xmlns:a16="http://schemas.microsoft.com/office/drawing/2014/main" id="{D73C9056-0C5B-6966-F5CB-5B76E3B5B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49" name="Line 123">
                <a:extLst>
                  <a:ext uri="{FF2B5EF4-FFF2-40B4-BE49-F238E27FC236}">
                    <a16:creationId xmlns:a16="http://schemas.microsoft.com/office/drawing/2014/main" id="{67646601-DFDB-1EA1-F2A9-01D6CE4F0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50" name="Oval 124">
                <a:extLst>
                  <a:ext uri="{FF2B5EF4-FFF2-40B4-BE49-F238E27FC236}">
                    <a16:creationId xmlns:a16="http://schemas.microsoft.com/office/drawing/2014/main" id="{ADA5B474-FC44-0F44-37A3-94076564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51" name="Line 125">
                <a:extLst>
                  <a:ext uri="{FF2B5EF4-FFF2-40B4-BE49-F238E27FC236}">
                    <a16:creationId xmlns:a16="http://schemas.microsoft.com/office/drawing/2014/main" id="{4A603693-5272-EBD4-E304-07EBB50868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52" name="Oval 126">
                <a:extLst>
                  <a:ext uri="{FF2B5EF4-FFF2-40B4-BE49-F238E27FC236}">
                    <a16:creationId xmlns:a16="http://schemas.microsoft.com/office/drawing/2014/main" id="{3DD662DC-4A03-1AC0-6C4B-C05741542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53" name="Line 127">
                <a:extLst>
                  <a:ext uri="{FF2B5EF4-FFF2-40B4-BE49-F238E27FC236}">
                    <a16:creationId xmlns:a16="http://schemas.microsoft.com/office/drawing/2014/main" id="{272963E9-3384-AF40-D06B-2B67A66FF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11808" name="Rectangle 128">
              <a:extLst>
                <a:ext uri="{FF2B5EF4-FFF2-40B4-BE49-F238E27FC236}">
                  <a16:creationId xmlns:a16="http://schemas.microsoft.com/office/drawing/2014/main" id="{F3EDE97B-7764-E51A-4DD1-75F98AAE9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20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C95FECF9-1496-E750-414F-9374DD796546}"/>
              </a:ext>
            </a:extLst>
          </p:cNvPr>
          <p:cNvGrpSpPr>
            <a:grpSpLocks/>
          </p:cNvGrpSpPr>
          <p:nvPr/>
        </p:nvGrpSpPr>
        <p:grpSpPr bwMode="auto">
          <a:xfrm>
            <a:off x="442913" y="3643313"/>
            <a:ext cx="2757487" cy="2390775"/>
            <a:chOff x="-2763468" y="3904978"/>
            <a:chExt cx="2843922" cy="2389921"/>
          </a:xfrm>
        </p:grpSpPr>
        <p:sp>
          <p:nvSpPr>
            <p:cNvPr id="48140" name="文本框 15">
              <a:extLst>
                <a:ext uri="{FF2B5EF4-FFF2-40B4-BE49-F238E27FC236}">
                  <a16:creationId xmlns:a16="http://schemas.microsoft.com/office/drawing/2014/main" id="{DE52ECDC-3F0C-6367-F465-406DE8785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8141" name="文本框 16">
              <a:extLst>
                <a:ext uri="{FF2B5EF4-FFF2-40B4-BE49-F238E27FC236}">
                  <a16:creationId xmlns:a16="http://schemas.microsoft.com/office/drawing/2014/main" id="{A3ACFBBF-F3A4-A3A4-DB33-C06D2141D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48142" name="文本框 17">
              <a:extLst>
                <a:ext uri="{FF2B5EF4-FFF2-40B4-BE49-F238E27FC236}">
                  <a16:creationId xmlns:a16="http://schemas.microsoft.com/office/drawing/2014/main" id="{64F8F13A-1C99-00F2-6789-05C607DC6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48143" name="文本框 18">
              <a:extLst>
                <a:ext uri="{FF2B5EF4-FFF2-40B4-BE49-F238E27FC236}">
                  <a16:creationId xmlns:a16="http://schemas.microsoft.com/office/drawing/2014/main" id="{E397F021-438D-3C64-C408-41BCD688C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79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>
            <a:extLst>
              <a:ext uri="{FF2B5EF4-FFF2-40B4-BE49-F238E27FC236}">
                <a16:creationId xmlns:a16="http://schemas.microsoft.com/office/drawing/2014/main" id="{C869D806-FB94-7F59-E169-F774A298FD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0150" y="304800"/>
            <a:ext cx="7342188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  <a:endParaRPr lang="zh-CN" altLang="en-US"/>
          </a:p>
        </p:txBody>
      </p:sp>
      <p:sp>
        <p:nvSpPr>
          <p:cNvPr id="712874" name="Rectangle 170">
            <a:extLst>
              <a:ext uri="{FF2B5EF4-FFF2-40B4-BE49-F238E27FC236}">
                <a16:creationId xmlns:a16="http://schemas.microsoft.com/office/drawing/2014/main" id="{845D8025-1A57-5423-838C-53CA55F3AE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计数器波形图</a:t>
            </a:r>
          </a:p>
        </p:txBody>
      </p:sp>
      <p:sp>
        <p:nvSpPr>
          <p:cNvPr id="173" name="灯片编号占位符 5">
            <a:extLst>
              <a:ext uri="{FF2B5EF4-FFF2-40B4-BE49-F238E27FC236}">
                <a16:creationId xmlns:a16="http://schemas.microsoft.com/office/drawing/2014/main" id="{0E95898A-597E-D40E-F585-E8566D2C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850CD40-7FCD-4428-85E0-62CA9741A273}" type="slidenum">
              <a:rPr lang="en-US" altLang="zh-CN" sz="1000" smtClean="0"/>
              <a:pPr>
                <a:defRPr/>
              </a:pPr>
              <a:t>40</a:t>
            </a:fld>
            <a:endParaRPr lang="en-US" altLang="zh-CN" sz="1000"/>
          </a:p>
        </p:txBody>
      </p:sp>
      <p:grpSp>
        <p:nvGrpSpPr>
          <p:cNvPr id="49157" name="组合 1">
            <a:extLst>
              <a:ext uri="{FF2B5EF4-FFF2-40B4-BE49-F238E27FC236}">
                <a16:creationId xmlns:a16="http://schemas.microsoft.com/office/drawing/2014/main" id="{199420AE-FEA1-C31C-3319-41B666A3B689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2936875"/>
            <a:ext cx="7345362" cy="288925"/>
            <a:chOff x="1306513" y="2936875"/>
            <a:chExt cx="7345362" cy="288925"/>
          </a:xfrm>
        </p:grpSpPr>
        <p:sp>
          <p:nvSpPr>
            <p:cNvPr id="49284" name="Line 3">
              <a:extLst>
                <a:ext uri="{FF2B5EF4-FFF2-40B4-BE49-F238E27FC236}">
                  <a16:creationId xmlns:a16="http://schemas.microsoft.com/office/drawing/2014/main" id="{D77516E4-5D22-6D58-C3FD-48D436417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6513" y="3225800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285" name="Group 4">
              <a:extLst>
                <a:ext uri="{FF2B5EF4-FFF2-40B4-BE49-F238E27FC236}">
                  <a16:creationId xmlns:a16="http://schemas.microsoft.com/office/drawing/2014/main" id="{2CB09159-14DA-DADF-3946-25E584126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8313" y="2936875"/>
              <a:ext cx="865187" cy="288925"/>
              <a:chOff x="657" y="1570"/>
              <a:chExt cx="545" cy="182"/>
            </a:xfrm>
          </p:grpSpPr>
          <p:sp>
            <p:nvSpPr>
              <p:cNvPr id="49321" name="Line 5">
                <a:extLst>
                  <a:ext uri="{FF2B5EF4-FFF2-40B4-BE49-F238E27FC236}">
                    <a16:creationId xmlns:a16="http://schemas.microsoft.com/office/drawing/2014/main" id="{3F78513E-C606-8B1C-66BC-CEEC9CC6A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2" name="Line 6">
                <a:extLst>
                  <a:ext uri="{FF2B5EF4-FFF2-40B4-BE49-F238E27FC236}">
                    <a16:creationId xmlns:a16="http://schemas.microsoft.com/office/drawing/2014/main" id="{5D2D5E9C-C3AD-49D7-B171-04909E903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3" name="Line 7">
                <a:extLst>
                  <a:ext uri="{FF2B5EF4-FFF2-40B4-BE49-F238E27FC236}">
                    <a16:creationId xmlns:a16="http://schemas.microsoft.com/office/drawing/2014/main" id="{35AB2851-4503-EC91-9318-8E1BAFB27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4" name="Line 8">
                <a:extLst>
                  <a:ext uri="{FF2B5EF4-FFF2-40B4-BE49-F238E27FC236}">
                    <a16:creationId xmlns:a16="http://schemas.microsoft.com/office/drawing/2014/main" id="{158FC601-B652-EA7E-A3BA-0D6A06A07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6" name="Group 9">
              <a:extLst>
                <a:ext uri="{FF2B5EF4-FFF2-40B4-BE49-F238E27FC236}">
                  <a16:creationId xmlns:a16="http://schemas.microsoft.com/office/drawing/2014/main" id="{28E069A7-31BE-A16A-05DA-7F19E569B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1913" y="2936875"/>
              <a:ext cx="865187" cy="288925"/>
              <a:chOff x="657" y="1570"/>
              <a:chExt cx="545" cy="182"/>
            </a:xfrm>
          </p:grpSpPr>
          <p:sp>
            <p:nvSpPr>
              <p:cNvPr id="49317" name="Line 10">
                <a:extLst>
                  <a:ext uri="{FF2B5EF4-FFF2-40B4-BE49-F238E27FC236}">
                    <a16:creationId xmlns:a16="http://schemas.microsoft.com/office/drawing/2014/main" id="{F76FE4DB-35E4-855D-7D02-B306B9CED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8" name="Line 11">
                <a:extLst>
                  <a:ext uri="{FF2B5EF4-FFF2-40B4-BE49-F238E27FC236}">
                    <a16:creationId xmlns:a16="http://schemas.microsoft.com/office/drawing/2014/main" id="{5BF22121-6AA1-6576-64F4-4F49D3321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9" name="Line 12">
                <a:extLst>
                  <a:ext uri="{FF2B5EF4-FFF2-40B4-BE49-F238E27FC236}">
                    <a16:creationId xmlns:a16="http://schemas.microsoft.com/office/drawing/2014/main" id="{450609B8-C46E-27B8-A173-F2143C8FF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0" name="Line 13">
                <a:extLst>
                  <a:ext uri="{FF2B5EF4-FFF2-40B4-BE49-F238E27FC236}">
                    <a16:creationId xmlns:a16="http://schemas.microsoft.com/office/drawing/2014/main" id="{886DD93C-6D87-0A63-8C24-14086F323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7" name="Group 14">
              <a:extLst>
                <a:ext uri="{FF2B5EF4-FFF2-40B4-BE49-F238E27FC236}">
                  <a16:creationId xmlns:a16="http://schemas.microsoft.com/office/drawing/2014/main" id="{848220A8-1DC3-527C-71A3-52D99D875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7100" y="2936875"/>
              <a:ext cx="865188" cy="288925"/>
              <a:chOff x="657" y="1570"/>
              <a:chExt cx="545" cy="182"/>
            </a:xfrm>
          </p:grpSpPr>
          <p:sp>
            <p:nvSpPr>
              <p:cNvPr id="49313" name="Line 15">
                <a:extLst>
                  <a:ext uri="{FF2B5EF4-FFF2-40B4-BE49-F238E27FC236}">
                    <a16:creationId xmlns:a16="http://schemas.microsoft.com/office/drawing/2014/main" id="{9C66583D-8DC6-EA36-CAC6-9802DC86AB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4" name="Line 16">
                <a:extLst>
                  <a:ext uri="{FF2B5EF4-FFF2-40B4-BE49-F238E27FC236}">
                    <a16:creationId xmlns:a16="http://schemas.microsoft.com/office/drawing/2014/main" id="{3916D209-D521-B3AC-A702-BE7AC9706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5" name="Line 17">
                <a:extLst>
                  <a:ext uri="{FF2B5EF4-FFF2-40B4-BE49-F238E27FC236}">
                    <a16:creationId xmlns:a16="http://schemas.microsoft.com/office/drawing/2014/main" id="{3328E14E-3B2E-59DC-C8EF-2669431D8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6" name="Line 18">
                <a:extLst>
                  <a:ext uri="{FF2B5EF4-FFF2-40B4-BE49-F238E27FC236}">
                    <a16:creationId xmlns:a16="http://schemas.microsoft.com/office/drawing/2014/main" id="{90143375-178E-561F-1DC7-7354B1FBA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8" name="Group 19">
              <a:extLst>
                <a:ext uri="{FF2B5EF4-FFF2-40B4-BE49-F238E27FC236}">
                  <a16:creationId xmlns:a16="http://schemas.microsoft.com/office/drawing/2014/main" id="{80F27EED-929A-1B1E-45A5-316EC0EEE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0700" y="2936875"/>
              <a:ext cx="865188" cy="288925"/>
              <a:chOff x="657" y="1570"/>
              <a:chExt cx="545" cy="182"/>
            </a:xfrm>
          </p:grpSpPr>
          <p:sp>
            <p:nvSpPr>
              <p:cNvPr id="49309" name="Line 20">
                <a:extLst>
                  <a:ext uri="{FF2B5EF4-FFF2-40B4-BE49-F238E27FC236}">
                    <a16:creationId xmlns:a16="http://schemas.microsoft.com/office/drawing/2014/main" id="{8F51258F-AFBA-1704-418C-2853B4EE2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0" name="Line 21">
                <a:extLst>
                  <a:ext uri="{FF2B5EF4-FFF2-40B4-BE49-F238E27FC236}">
                    <a16:creationId xmlns:a16="http://schemas.microsoft.com/office/drawing/2014/main" id="{E9F053A6-7806-2C6B-9ACC-63D3FD974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1" name="Line 22">
                <a:extLst>
                  <a:ext uri="{FF2B5EF4-FFF2-40B4-BE49-F238E27FC236}">
                    <a16:creationId xmlns:a16="http://schemas.microsoft.com/office/drawing/2014/main" id="{80250BF7-8EF2-F489-4893-08A8D2F84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2" name="Line 23">
                <a:extLst>
                  <a:ext uri="{FF2B5EF4-FFF2-40B4-BE49-F238E27FC236}">
                    <a16:creationId xmlns:a16="http://schemas.microsoft.com/office/drawing/2014/main" id="{7D903D99-31F0-89A2-8183-E47A16B51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9" name="Group 24">
              <a:extLst>
                <a:ext uri="{FF2B5EF4-FFF2-40B4-BE49-F238E27FC236}">
                  <a16:creationId xmlns:a16="http://schemas.microsoft.com/office/drawing/2014/main" id="{C18E8070-61AD-746B-8AC6-BFB38BA75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4300" y="2936875"/>
              <a:ext cx="865188" cy="288925"/>
              <a:chOff x="657" y="1570"/>
              <a:chExt cx="545" cy="182"/>
            </a:xfrm>
          </p:grpSpPr>
          <p:sp>
            <p:nvSpPr>
              <p:cNvPr id="49305" name="Line 25">
                <a:extLst>
                  <a:ext uri="{FF2B5EF4-FFF2-40B4-BE49-F238E27FC236}">
                    <a16:creationId xmlns:a16="http://schemas.microsoft.com/office/drawing/2014/main" id="{792172DD-398C-3A61-8425-8A30604DC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6" name="Line 26">
                <a:extLst>
                  <a:ext uri="{FF2B5EF4-FFF2-40B4-BE49-F238E27FC236}">
                    <a16:creationId xmlns:a16="http://schemas.microsoft.com/office/drawing/2014/main" id="{DC678E32-41CC-3E9C-D188-25D942799D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7" name="Line 27">
                <a:extLst>
                  <a:ext uri="{FF2B5EF4-FFF2-40B4-BE49-F238E27FC236}">
                    <a16:creationId xmlns:a16="http://schemas.microsoft.com/office/drawing/2014/main" id="{8181C94D-AD51-450D-B639-CB3880D71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8" name="Line 28">
                <a:extLst>
                  <a:ext uri="{FF2B5EF4-FFF2-40B4-BE49-F238E27FC236}">
                    <a16:creationId xmlns:a16="http://schemas.microsoft.com/office/drawing/2014/main" id="{FB32CF46-B20E-6BEF-DC46-1DD8E8B8C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90" name="Group 29">
              <a:extLst>
                <a:ext uri="{FF2B5EF4-FFF2-40B4-BE49-F238E27FC236}">
                  <a16:creationId xmlns:a16="http://schemas.microsoft.com/office/drawing/2014/main" id="{F5DD3EEF-08E1-9CAB-81A7-380022C08E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7900" y="2936875"/>
              <a:ext cx="865188" cy="288925"/>
              <a:chOff x="657" y="1570"/>
              <a:chExt cx="545" cy="182"/>
            </a:xfrm>
          </p:grpSpPr>
          <p:sp>
            <p:nvSpPr>
              <p:cNvPr id="49301" name="Line 30">
                <a:extLst>
                  <a:ext uri="{FF2B5EF4-FFF2-40B4-BE49-F238E27FC236}">
                    <a16:creationId xmlns:a16="http://schemas.microsoft.com/office/drawing/2014/main" id="{4869C8EC-D47E-04BD-B6ED-355085EB9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2" name="Line 31">
                <a:extLst>
                  <a:ext uri="{FF2B5EF4-FFF2-40B4-BE49-F238E27FC236}">
                    <a16:creationId xmlns:a16="http://schemas.microsoft.com/office/drawing/2014/main" id="{109F3944-509B-5AB5-7EFD-43B2F2944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3" name="Line 32">
                <a:extLst>
                  <a:ext uri="{FF2B5EF4-FFF2-40B4-BE49-F238E27FC236}">
                    <a16:creationId xmlns:a16="http://schemas.microsoft.com/office/drawing/2014/main" id="{EF4590BE-C0A8-1667-6041-923DFD865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4" name="Line 33">
                <a:extLst>
                  <a:ext uri="{FF2B5EF4-FFF2-40B4-BE49-F238E27FC236}">
                    <a16:creationId xmlns:a16="http://schemas.microsoft.com/office/drawing/2014/main" id="{3C682D96-9F1F-A8B1-8610-DE2B0F31F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91" name="Group 34">
              <a:extLst>
                <a:ext uri="{FF2B5EF4-FFF2-40B4-BE49-F238E27FC236}">
                  <a16:creationId xmlns:a16="http://schemas.microsoft.com/office/drawing/2014/main" id="{E105D816-555F-BFFA-BD25-975076A4C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23088" y="2936875"/>
              <a:ext cx="865187" cy="288925"/>
              <a:chOff x="657" y="1570"/>
              <a:chExt cx="545" cy="182"/>
            </a:xfrm>
          </p:grpSpPr>
          <p:sp>
            <p:nvSpPr>
              <p:cNvPr id="49297" name="Line 35">
                <a:extLst>
                  <a:ext uri="{FF2B5EF4-FFF2-40B4-BE49-F238E27FC236}">
                    <a16:creationId xmlns:a16="http://schemas.microsoft.com/office/drawing/2014/main" id="{FD4E89FB-54D8-F8F9-9131-15FB3A014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8" name="Line 36">
                <a:extLst>
                  <a:ext uri="{FF2B5EF4-FFF2-40B4-BE49-F238E27FC236}">
                    <a16:creationId xmlns:a16="http://schemas.microsoft.com/office/drawing/2014/main" id="{681C0878-7B73-39C9-5133-EF0E09113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9" name="Line 37">
                <a:extLst>
                  <a:ext uri="{FF2B5EF4-FFF2-40B4-BE49-F238E27FC236}">
                    <a16:creationId xmlns:a16="http://schemas.microsoft.com/office/drawing/2014/main" id="{CA6108E3-DD6C-330A-D071-527569762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0" name="Line 38">
                <a:extLst>
                  <a:ext uri="{FF2B5EF4-FFF2-40B4-BE49-F238E27FC236}">
                    <a16:creationId xmlns:a16="http://schemas.microsoft.com/office/drawing/2014/main" id="{DF041558-4FD6-1482-94DF-37271BCAF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92" name="Group 39">
              <a:extLst>
                <a:ext uri="{FF2B5EF4-FFF2-40B4-BE49-F238E27FC236}">
                  <a16:creationId xmlns:a16="http://schemas.microsoft.com/office/drawing/2014/main" id="{D1E1F342-3F40-D79E-442A-8687EB4EC4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6688" y="2936875"/>
              <a:ext cx="865187" cy="288925"/>
              <a:chOff x="657" y="1570"/>
              <a:chExt cx="545" cy="182"/>
            </a:xfrm>
          </p:grpSpPr>
          <p:sp>
            <p:nvSpPr>
              <p:cNvPr id="49293" name="Line 40">
                <a:extLst>
                  <a:ext uri="{FF2B5EF4-FFF2-40B4-BE49-F238E27FC236}">
                    <a16:creationId xmlns:a16="http://schemas.microsoft.com/office/drawing/2014/main" id="{927228E6-0C64-6235-AE3D-3220A7978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4" name="Line 41">
                <a:extLst>
                  <a:ext uri="{FF2B5EF4-FFF2-40B4-BE49-F238E27FC236}">
                    <a16:creationId xmlns:a16="http://schemas.microsoft.com/office/drawing/2014/main" id="{A0527E5E-A333-C540-CC9B-4FAC4C14D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5" name="Line 42">
                <a:extLst>
                  <a:ext uri="{FF2B5EF4-FFF2-40B4-BE49-F238E27FC236}">
                    <a16:creationId xmlns:a16="http://schemas.microsoft.com/office/drawing/2014/main" id="{FC90A294-2DC2-DF15-454B-F33AA0D71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6" name="Line 43">
                <a:extLst>
                  <a:ext uri="{FF2B5EF4-FFF2-40B4-BE49-F238E27FC236}">
                    <a16:creationId xmlns:a16="http://schemas.microsoft.com/office/drawing/2014/main" id="{62862B3E-ECE4-3CA0-A415-CB64DCB25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9158" name="Group 44">
            <a:extLst>
              <a:ext uri="{FF2B5EF4-FFF2-40B4-BE49-F238E27FC236}">
                <a16:creationId xmlns:a16="http://schemas.microsoft.com/office/drawing/2014/main" id="{81074824-EA4D-D682-7101-830F3A85FA81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3370263"/>
            <a:ext cx="7345362" cy="288925"/>
            <a:chOff x="385" y="1842"/>
            <a:chExt cx="4627" cy="182"/>
          </a:xfrm>
        </p:grpSpPr>
        <p:sp>
          <p:nvSpPr>
            <p:cNvPr id="49266" name="Line 45">
              <a:extLst>
                <a:ext uri="{FF2B5EF4-FFF2-40B4-BE49-F238E27FC236}">
                  <a16:creationId xmlns:a16="http://schemas.microsoft.com/office/drawing/2014/main" id="{1F7617C4-62A7-B5F1-7F5D-09D06DF81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7" name="Line 46">
              <a:extLst>
                <a:ext uri="{FF2B5EF4-FFF2-40B4-BE49-F238E27FC236}">
                  <a16:creationId xmlns:a16="http://schemas.microsoft.com/office/drawing/2014/main" id="{2066A277-4BDE-CA43-27B5-A9890BD5B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8" name="Line 47">
              <a:extLst>
                <a:ext uri="{FF2B5EF4-FFF2-40B4-BE49-F238E27FC236}">
                  <a16:creationId xmlns:a16="http://schemas.microsoft.com/office/drawing/2014/main" id="{FCAB8D44-FFB4-259B-B8E3-1A9234491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3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9" name="Line 48">
              <a:extLst>
                <a:ext uri="{FF2B5EF4-FFF2-40B4-BE49-F238E27FC236}">
                  <a16:creationId xmlns:a16="http://schemas.microsoft.com/office/drawing/2014/main" id="{DC72DFE2-ABD9-6EEB-7788-67485D77E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3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270" name="Group 49">
              <a:extLst>
                <a:ext uri="{FF2B5EF4-FFF2-40B4-BE49-F238E27FC236}">
                  <a16:creationId xmlns:a16="http://schemas.microsoft.com/office/drawing/2014/main" id="{A662230A-2F43-6D5A-AFA4-FEB103653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7" y="1842"/>
              <a:ext cx="1089" cy="182"/>
              <a:chOff x="657" y="1570"/>
              <a:chExt cx="545" cy="182"/>
            </a:xfrm>
          </p:grpSpPr>
          <p:sp>
            <p:nvSpPr>
              <p:cNvPr id="49280" name="Line 50">
                <a:extLst>
                  <a:ext uri="{FF2B5EF4-FFF2-40B4-BE49-F238E27FC236}">
                    <a16:creationId xmlns:a16="http://schemas.microsoft.com/office/drawing/2014/main" id="{BE9E17A3-75B5-6E39-D927-841DCCDC6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81" name="Line 51">
                <a:extLst>
                  <a:ext uri="{FF2B5EF4-FFF2-40B4-BE49-F238E27FC236}">
                    <a16:creationId xmlns:a16="http://schemas.microsoft.com/office/drawing/2014/main" id="{F77532CE-4EA5-A446-7747-1E44D7FD3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82" name="Line 52">
                <a:extLst>
                  <a:ext uri="{FF2B5EF4-FFF2-40B4-BE49-F238E27FC236}">
                    <a16:creationId xmlns:a16="http://schemas.microsoft.com/office/drawing/2014/main" id="{E3C0475B-FDF4-D625-168A-C92687412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83" name="Line 53">
                <a:extLst>
                  <a:ext uri="{FF2B5EF4-FFF2-40B4-BE49-F238E27FC236}">
                    <a16:creationId xmlns:a16="http://schemas.microsoft.com/office/drawing/2014/main" id="{9063F125-F875-E2BD-96EF-7E68C3594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271" name="Line 54">
              <a:extLst>
                <a:ext uri="{FF2B5EF4-FFF2-40B4-BE49-F238E27FC236}">
                  <a16:creationId xmlns:a16="http://schemas.microsoft.com/office/drawing/2014/main" id="{C4FA3912-0D9C-51CB-57B2-010690694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2" name="Line 55">
              <a:extLst>
                <a:ext uri="{FF2B5EF4-FFF2-40B4-BE49-F238E27FC236}">
                  <a16:creationId xmlns:a16="http://schemas.microsoft.com/office/drawing/2014/main" id="{644545A0-DAC8-A7DB-FC3E-4F1F0C2A1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3" name="Line 56">
              <a:extLst>
                <a:ext uri="{FF2B5EF4-FFF2-40B4-BE49-F238E27FC236}">
                  <a16:creationId xmlns:a16="http://schemas.microsoft.com/office/drawing/2014/main" id="{13888074-A9B3-71D7-9406-A6C41BAD7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4" name="Line 57">
              <a:extLst>
                <a:ext uri="{FF2B5EF4-FFF2-40B4-BE49-F238E27FC236}">
                  <a16:creationId xmlns:a16="http://schemas.microsoft.com/office/drawing/2014/main" id="{9FC7E49F-073E-1D10-39B9-CEB2979BB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5" name="Line 58">
              <a:extLst>
                <a:ext uri="{FF2B5EF4-FFF2-40B4-BE49-F238E27FC236}">
                  <a16:creationId xmlns:a16="http://schemas.microsoft.com/office/drawing/2014/main" id="{5CA782FF-F46A-F126-AAB3-6F9E5A8EE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6" name="Line 59">
              <a:extLst>
                <a:ext uri="{FF2B5EF4-FFF2-40B4-BE49-F238E27FC236}">
                  <a16:creationId xmlns:a16="http://schemas.microsoft.com/office/drawing/2014/main" id="{8587B1AC-1A5C-8DCD-1235-30EC32565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7" name="Line 60">
              <a:extLst>
                <a:ext uri="{FF2B5EF4-FFF2-40B4-BE49-F238E27FC236}">
                  <a16:creationId xmlns:a16="http://schemas.microsoft.com/office/drawing/2014/main" id="{EF29CBA0-A792-7E9A-2749-443DAC6C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9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8" name="Line 61">
              <a:extLst>
                <a:ext uri="{FF2B5EF4-FFF2-40B4-BE49-F238E27FC236}">
                  <a16:creationId xmlns:a16="http://schemas.microsoft.com/office/drawing/2014/main" id="{FD67A27D-55BF-ED9F-10CF-C02C71C8D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9" name="Line 62">
              <a:extLst>
                <a:ext uri="{FF2B5EF4-FFF2-40B4-BE49-F238E27FC236}">
                  <a16:creationId xmlns:a16="http://schemas.microsoft.com/office/drawing/2014/main" id="{21607540-8652-50A1-5E18-16099C45C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024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9" name="Group 63">
            <a:extLst>
              <a:ext uri="{FF2B5EF4-FFF2-40B4-BE49-F238E27FC236}">
                <a16:creationId xmlns:a16="http://schemas.microsoft.com/office/drawing/2014/main" id="{1AB9F6A5-C82E-5B61-7807-7269BD6C389E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3800475"/>
            <a:ext cx="7416800" cy="290513"/>
            <a:chOff x="385" y="2114"/>
            <a:chExt cx="4672" cy="183"/>
          </a:xfrm>
        </p:grpSpPr>
        <p:grpSp>
          <p:nvGrpSpPr>
            <p:cNvPr id="49255" name="Group 64">
              <a:extLst>
                <a:ext uri="{FF2B5EF4-FFF2-40B4-BE49-F238E27FC236}">
                  <a16:creationId xmlns:a16="http://schemas.microsoft.com/office/drawing/2014/main" id="{34E2A757-8980-BA49-7337-65E5F46BA6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114"/>
              <a:ext cx="2177" cy="182"/>
              <a:chOff x="385" y="2114"/>
              <a:chExt cx="1088" cy="182"/>
            </a:xfrm>
          </p:grpSpPr>
          <p:sp>
            <p:nvSpPr>
              <p:cNvPr id="49262" name="Line 65">
                <a:extLst>
                  <a:ext uri="{FF2B5EF4-FFF2-40B4-BE49-F238E27FC236}">
                    <a16:creationId xmlns:a16="http://schemas.microsoft.com/office/drawing/2014/main" id="{E2E29591-C541-8D16-3521-D0513F9F2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3" name="Line 66">
                <a:extLst>
                  <a:ext uri="{FF2B5EF4-FFF2-40B4-BE49-F238E27FC236}">
                    <a16:creationId xmlns:a16="http://schemas.microsoft.com/office/drawing/2014/main" id="{AEE04461-14B7-582D-51B9-4671A4F50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4" name="Line 67">
                <a:extLst>
                  <a:ext uri="{FF2B5EF4-FFF2-40B4-BE49-F238E27FC236}">
                    <a16:creationId xmlns:a16="http://schemas.microsoft.com/office/drawing/2014/main" id="{A51CE937-EC30-A0AA-B1D6-2FEBC81DD2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5" name="Line 68">
                <a:extLst>
                  <a:ext uri="{FF2B5EF4-FFF2-40B4-BE49-F238E27FC236}">
                    <a16:creationId xmlns:a16="http://schemas.microsoft.com/office/drawing/2014/main" id="{70703669-46DD-7C9F-E80D-584E1789B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56" name="Group 69">
              <a:extLst>
                <a:ext uri="{FF2B5EF4-FFF2-40B4-BE49-F238E27FC236}">
                  <a16:creationId xmlns:a16="http://schemas.microsoft.com/office/drawing/2014/main" id="{67FFF333-100F-8912-9060-85659E021C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2" y="2115"/>
              <a:ext cx="2177" cy="182"/>
              <a:chOff x="385" y="2114"/>
              <a:chExt cx="1088" cy="182"/>
            </a:xfrm>
          </p:grpSpPr>
          <p:sp>
            <p:nvSpPr>
              <p:cNvPr id="49258" name="Line 70">
                <a:extLst>
                  <a:ext uri="{FF2B5EF4-FFF2-40B4-BE49-F238E27FC236}">
                    <a16:creationId xmlns:a16="http://schemas.microsoft.com/office/drawing/2014/main" id="{B767A311-9060-622D-5325-BC6735AB5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9" name="Line 71">
                <a:extLst>
                  <a:ext uri="{FF2B5EF4-FFF2-40B4-BE49-F238E27FC236}">
                    <a16:creationId xmlns:a16="http://schemas.microsoft.com/office/drawing/2014/main" id="{FA7993D7-ACCE-941D-CC0A-FC3EEF5CA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0" name="Line 72">
                <a:extLst>
                  <a:ext uri="{FF2B5EF4-FFF2-40B4-BE49-F238E27FC236}">
                    <a16:creationId xmlns:a16="http://schemas.microsoft.com/office/drawing/2014/main" id="{AEFC207C-B0C2-4F57-1ECF-846A9765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1" name="Line 73">
                <a:extLst>
                  <a:ext uri="{FF2B5EF4-FFF2-40B4-BE49-F238E27FC236}">
                    <a16:creationId xmlns:a16="http://schemas.microsoft.com/office/drawing/2014/main" id="{48F6F603-0B36-91E4-2F03-957B0761C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257" name="Line 74">
              <a:extLst>
                <a:ext uri="{FF2B5EF4-FFF2-40B4-BE49-F238E27FC236}">
                  <a16:creationId xmlns:a16="http://schemas.microsoft.com/office/drawing/2014/main" id="{98814395-9E69-4B6E-62E1-D40FE8B58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296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60" name="Group 75">
            <a:extLst>
              <a:ext uri="{FF2B5EF4-FFF2-40B4-BE49-F238E27FC236}">
                <a16:creationId xmlns:a16="http://schemas.microsoft.com/office/drawing/2014/main" id="{EDC4DE3B-BD4A-8137-103E-A094AAA455ED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4235450"/>
            <a:ext cx="7416800" cy="287338"/>
            <a:chOff x="385" y="2387"/>
            <a:chExt cx="4672" cy="181"/>
          </a:xfrm>
        </p:grpSpPr>
        <p:grpSp>
          <p:nvGrpSpPr>
            <p:cNvPr id="49249" name="Group 76">
              <a:extLst>
                <a:ext uri="{FF2B5EF4-FFF2-40B4-BE49-F238E27FC236}">
                  <a16:creationId xmlns:a16="http://schemas.microsoft.com/office/drawing/2014/main" id="{BA629A35-0ECB-EC40-2F60-9B2094D07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387"/>
              <a:ext cx="4355" cy="181"/>
              <a:chOff x="385" y="2114"/>
              <a:chExt cx="1088" cy="182"/>
            </a:xfrm>
          </p:grpSpPr>
          <p:sp>
            <p:nvSpPr>
              <p:cNvPr id="49251" name="Line 77">
                <a:extLst>
                  <a:ext uri="{FF2B5EF4-FFF2-40B4-BE49-F238E27FC236}">
                    <a16:creationId xmlns:a16="http://schemas.microsoft.com/office/drawing/2014/main" id="{F5EDBC55-527F-DE1B-096A-2C3ABEA24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2" name="Line 78">
                <a:extLst>
                  <a:ext uri="{FF2B5EF4-FFF2-40B4-BE49-F238E27FC236}">
                    <a16:creationId xmlns:a16="http://schemas.microsoft.com/office/drawing/2014/main" id="{E27B6C3C-2494-12D4-FD57-2085AD833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3" name="Line 79">
                <a:extLst>
                  <a:ext uri="{FF2B5EF4-FFF2-40B4-BE49-F238E27FC236}">
                    <a16:creationId xmlns:a16="http://schemas.microsoft.com/office/drawing/2014/main" id="{F1E5FACF-106B-A769-1701-3793C5B29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4" name="Line 80">
                <a:extLst>
                  <a:ext uri="{FF2B5EF4-FFF2-40B4-BE49-F238E27FC236}">
                    <a16:creationId xmlns:a16="http://schemas.microsoft.com/office/drawing/2014/main" id="{111F5F23-1C79-896C-484B-91A6B2FB9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250" name="Line 81">
              <a:extLst>
                <a:ext uri="{FF2B5EF4-FFF2-40B4-BE49-F238E27FC236}">
                  <a16:creationId xmlns:a16="http://schemas.microsoft.com/office/drawing/2014/main" id="{12EAB2D6-CCBF-102D-5CC5-0DCA95B6A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568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61" name="Text Box 83">
            <a:extLst>
              <a:ext uri="{FF2B5EF4-FFF2-40B4-BE49-F238E27FC236}">
                <a16:creationId xmlns:a16="http://schemas.microsoft.com/office/drawing/2014/main" id="{F4BFEA94-BAE8-FB73-49C4-8655C0CDC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175250"/>
            <a:ext cx="80645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从波形上分析，若</a:t>
            </a:r>
            <a:r>
              <a:rPr lang="en-US" altLang="zh-CN" sz="2400" b="1">
                <a:latin typeface="Georgia" panose="02040502050405020303" pitchFamily="18" charset="0"/>
              </a:rPr>
              <a:t>CP</a:t>
            </a:r>
            <a:r>
              <a:rPr lang="zh-CN" altLang="en-US" sz="2400" b="1">
                <a:latin typeface="Georgia" panose="02040502050405020303" pitchFamily="18" charset="0"/>
              </a:rPr>
              <a:t>脉冲的频率为</a:t>
            </a:r>
            <a:r>
              <a:rPr lang="en-US" altLang="zh-CN" sz="2400" b="1">
                <a:latin typeface="Georgia" panose="02040502050405020303" pitchFamily="18" charset="0"/>
              </a:rPr>
              <a:t>f</a:t>
            </a:r>
            <a:r>
              <a:rPr lang="en-US" altLang="zh-CN" sz="2400" b="1" baseline="-25000">
                <a:latin typeface="Georgia" panose="02040502050405020303" pitchFamily="18" charset="0"/>
              </a:rPr>
              <a:t>0 </a:t>
            </a:r>
            <a:r>
              <a:rPr lang="zh-CN" altLang="en-US" sz="2400" b="1">
                <a:latin typeface="Georgia" panose="02040502050405020303" pitchFamily="18" charset="0"/>
              </a:rPr>
              <a:t>，则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3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2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1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0</a:t>
            </a:r>
            <a:r>
              <a:rPr lang="zh-CN" altLang="en-US" sz="2400" b="1">
                <a:latin typeface="Georgia" panose="02040502050405020303" pitchFamily="18" charset="0"/>
              </a:rPr>
              <a:t>的输出分别为</a:t>
            </a:r>
            <a:r>
              <a:rPr lang="en-US" altLang="zh-CN" sz="2400" b="1">
                <a:latin typeface="Georgia" panose="02040502050405020303" pitchFamily="18" charset="0"/>
              </a:rPr>
              <a:t>f</a:t>
            </a:r>
            <a:r>
              <a:rPr lang="en-US" altLang="zh-CN" sz="2400" b="1" baseline="-25000">
                <a:latin typeface="Georgia" panose="02040502050405020303" pitchFamily="18" charset="0"/>
              </a:rPr>
              <a:t>0</a:t>
            </a:r>
            <a:r>
              <a:rPr lang="zh-CN" altLang="en-US" sz="2400" b="1">
                <a:latin typeface="Georgia" panose="02040502050405020303" pitchFamily="18" charset="0"/>
              </a:rPr>
              <a:t>的</a:t>
            </a:r>
            <a:r>
              <a:rPr lang="en-US" altLang="zh-CN" sz="2400" b="1">
                <a:latin typeface="Georgia" panose="02040502050405020303" pitchFamily="18" charset="0"/>
              </a:rPr>
              <a:t>1/2, 1/4, 1/8</a:t>
            </a:r>
            <a:r>
              <a:rPr lang="zh-CN" altLang="en-US" sz="2400" b="1">
                <a:latin typeface="Georgia" panose="02040502050405020303" pitchFamily="18" charset="0"/>
              </a:rPr>
              <a:t>和</a:t>
            </a:r>
            <a:r>
              <a:rPr lang="en-US" altLang="zh-CN" sz="2400" b="1">
                <a:latin typeface="Georgia" panose="02040502050405020303" pitchFamily="18" charset="0"/>
              </a:rPr>
              <a:t>1/16, </a:t>
            </a:r>
            <a:r>
              <a:rPr lang="zh-CN" altLang="en-US" sz="2400" b="1">
                <a:latin typeface="Georgia" panose="02040502050405020303" pitchFamily="18" charset="0"/>
              </a:rPr>
              <a:t>这就是计数器的分频功能，也叫“分频器”。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0</a:t>
            </a:r>
            <a:r>
              <a:rPr lang="zh-CN" altLang="en-US" sz="2400" b="1">
                <a:latin typeface="Georgia" panose="02040502050405020303" pitchFamily="18" charset="0"/>
              </a:rPr>
              <a:t>是二分频，</a:t>
            </a: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1</a:t>
            </a:r>
            <a:r>
              <a:rPr lang="zh-CN" altLang="en-US" sz="2400" b="1">
                <a:latin typeface="Georgia" panose="02040502050405020303" pitchFamily="18" charset="0"/>
              </a:rPr>
              <a:t>是四分频等。</a:t>
            </a:r>
          </a:p>
        </p:txBody>
      </p:sp>
      <p:sp>
        <p:nvSpPr>
          <p:cNvPr id="49162" name="Text Box 84">
            <a:extLst>
              <a:ext uri="{FF2B5EF4-FFF2-40B4-BE49-F238E27FC236}">
                <a16:creationId xmlns:a16="http://schemas.microsoft.com/office/drawing/2014/main" id="{2827B3CC-1F27-AD4C-C704-54199099A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794000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49163" name="Text Box 85">
            <a:extLst>
              <a:ext uri="{FF2B5EF4-FFF2-40B4-BE49-F238E27FC236}">
                <a16:creationId xmlns:a16="http://schemas.microsoft.com/office/drawing/2014/main" id="{38D6AC9A-75DE-8AF0-14B3-360203B61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25800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49164" name="Text Box 86">
            <a:extLst>
              <a:ext uri="{FF2B5EF4-FFF2-40B4-BE49-F238E27FC236}">
                <a16:creationId xmlns:a16="http://schemas.microsoft.com/office/drawing/2014/main" id="{A7787284-634A-8274-088E-B4B71FA86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59188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9165" name="Text Box 87">
            <a:extLst>
              <a:ext uri="{FF2B5EF4-FFF2-40B4-BE49-F238E27FC236}">
                <a16:creationId xmlns:a16="http://schemas.microsoft.com/office/drawing/2014/main" id="{376F6E71-E7A7-1021-D13A-51B13C1AF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65588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3</a:t>
            </a:r>
          </a:p>
        </p:txBody>
      </p:sp>
      <p:grpSp>
        <p:nvGrpSpPr>
          <p:cNvPr id="49166" name="Group 88">
            <a:extLst>
              <a:ext uri="{FF2B5EF4-FFF2-40B4-BE49-F238E27FC236}">
                <a16:creationId xmlns:a16="http://schemas.microsoft.com/office/drawing/2014/main" id="{41E5B383-08E9-27EB-F856-68AD4A814F8D}"/>
              </a:ext>
            </a:extLst>
          </p:cNvPr>
          <p:cNvGrpSpPr>
            <a:grpSpLocks/>
          </p:cNvGrpSpPr>
          <p:nvPr/>
        </p:nvGrpSpPr>
        <p:grpSpPr bwMode="auto">
          <a:xfrm>
            <a:off x="1366838" y="2433638"/>
            <a:ext cx="7272337" cy="288925"/>
            <a:chOff x="884" y="1343"/>
            <a:chExt cx="4581" cy="182"/>
          </a:xfrm>
        </p:grpSpPr>
        <p:grpSp>
          <p:nvGrpSpPr>
            <p:cNvPr id="49168" name="Group 89">
              <a:extLst>
                <a:ext uri="{FF2B5EF4-FFF2-40B4-BE49-F238E27FC236}">
                  <a16:creationId xmlns:a16="http://schemas.microsoft.com/office/drawing/2014/main" id="{4943D2B6-2697-DF34-29E0-83FBBAE76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1" y="1343"/>
              <a:ext cx="272" cy="182"/>
              <a:chOff x="657" y="1570"/>
              <a:chExt cx="545" cy="182"/>
            </a:xfrm>
          </p:grpSpPr>
          <p:sp>
            <p:nvSpPr>
              <p:cNvPr id="49245" name="Line 90">
                <a:extLst>
                  <a:ext uri="{FF2B5EF4-FFF2-40B4-BE49-F238E27FC236}">
                    <a16:creationId xmlns:a16="http://schemas.microsoft.com/office/drawing/2014/main" id="{5B7A81BC-F109-69C0-50F8-23CCEA198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6" name="Line 91">
                <a:extLst>
                  <a:ext uri="{FF2B5EF4-FFF2-40B4-BE49-F238E27FC236}">
                    <a16:creationId xmlns:a16="http://schemas.microsoft.com/office/drawing/2014/main" id="{54A0CED0-15EE-F49D-A724-6CE6A4F8E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7" name="Line 92">
                <a:extLst>
                  <a:ext uri="{FF2B5EF4-FFF2-40B4-BE49-F238E27FC236}">
                    <a16:creationId xmlns:a16="http://schemas.microsoft.com/office/drawing/2014/main" id="{13D6CC2A-E109-08D1-A66B-87DA3F98E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8" name="Line 93">
                <a:extLst>
                  <a:ext uri="{FF2B5EF4-FFF2-40B4-BE49-F238E27FC236}">
                    <a16:creationId xmlns:a16="http://schemas.microsoft.com/office/drawing/2014/main" id="{3987B894-73D0-ADC0-7BCA-D1AFD24F5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69" name="Group 94">
              <a:extLst>
                <a:ext uri="{FF2B5EF4-FFF2-40B4-BE49-F238E27FC236}">
                  <a16:creationId xmlns:a16="http://schemas.microsoft.com/office/drawing/2014/main" id="{3E3A96D5-C1F6-C9D3-A938-FB8FA9694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1343"/>
              <a:ext cx="272" cy="182"/>
              <a:chOff x="657" y="1570"/>
              <a:chExt cx="545" cy="182"/>
            </a:xfrm>
          </p:grpSpPr>
          <p:sp>
            <p:nvSpPr>
              <p:cNvPr id="49241" name="Line 95">
                <a:extLst>
                  <a:ext uri="{FF2B5EF4-FFF2-40B4-BE49-F238E27FC236}">
                    <a16:creationId xmlns:a16="http://schemas.microsoft.com/office/drawing/2014/main" id="{E1D17914-D762-9D01-6F10-84740160C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2" name="Line 96">
                <a:extLst>
                  <a:ext uri="{FF2B5EF4-FFF2-40B4-BE49-F238E27FC236}">
                    <a16:creationId xmlns:a16="http://schemas.microsoft.com/office/drawing/2014/main" id="{0D2F23B0-FF4B-7963-A924-7EF27448C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3" name="Line 97">
                <a:extLst>
                  <a:ext uri="{FF2B5EF4-FFF2-40B4-BE49-F238E27FC236}">
                    <a16:creationId xmlns:a16="http://schemas.microsoft.com/office/drawing/2014/main" id="{F2B7F71D-18CC-44A6-EF5F-2FEB85B22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4" name="Line 98">
                <a:extLst>
                  <a:ext uri="{FF2B5EF4-FFF2-40B4-BE49-F238E27FC236}">
                    <a16:creationId xmlns:a16="http://schemas.microsoft.com/office/drawing/2014/main" id="{D753EFD8-D6A8-CCE4-AFD4-8710AAABC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0" name="Group 99">
              <a:extLst>
                <a:ext uri="{FF2B5EF4-FFF2-40B4-BE49-F238E27FC236}">
                  <a16:creationId xmlns:a16="http://schemas.microsoft.com/office/drawing/2014/main" id="{C23A5E28-67F3-D021-66CE-820473219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6" y="1343"/>
              <a:ext cx="272" cy="182"/>
              <a:chOff x="657" y="1570"/>
              <a:chExt cx="545" cy="182"/>
            </a:xfrm>
          </p:grpSpPr>
          <p:sp>
            <p:nvSpPr>
              <p:cNvPr id="49237" name="Line 100">
                <a:extLst>
                  <a:ext uri="{FF2B5EF4-FFF2-40B4-BE49-F238E27FC236}">
                    <a16:creationId xmlns:a16="http://schemas.microsoft.com/office/drawing/2014/main" id="{093CA5F1-BD78-9C5A-221E-AA0C6CACAC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8" name="Line 101">
                <a:extLst>
                  <a:ext uri="{FF2B5EF4-FFF2-40B4-BE49-F238E27FC236}">
                    <a16:creationId xmlns:a16="http://schemas.microsoft.com/office/drawing/2014/main" id="{FED2629B-1AB0-C747-90A4-A747F09273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9" name="Line 102">
                <a:extLst>
                  <a:ext uri="{FF2B5EF4-FFF2-40B4-BE49-F238E27FC236}">
                    <a16:creationId xmlns:a16="http://schemas.microsoft.com/office/drawing/2014/main" id="{625B9E0B-E4E9-ECD5-3EEE-51A8034BE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0" name="Line 103">
                <a:extLst>
                  <a:ext uri="{FF2B5EF4-FFF2-40B4-BE49-F238E27FC236}">
                    <a16:creationId xmlns:a16="http://schemas.microsoft.com/office/drawing/2014/main" id="{90261C89-351B-DC1A-55D3-F4F86D700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1" name="Group 104">
              <a:extLst>
                <a:ext uri="{FF2B5EF4-FFF2-40B4-BE49-F238E27FC236}">
                  <a16:creationId xmlns:a16="http://schemas.microsoft.com/office/drawing/2014/main" id="{A9BEC918-DED9-0FD1-76B5-A7D43C4276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8" y="1343"/>
              <a:ext cx="272" cy="182"/>
              <a:chOff x="657" y="1570"/>
              <a:chExt cx="545" cy="182"/>
            </a:xfrm>
          </p:grpSpPr>
          <p:sp>
            <p:nvSpPr>
              <p:cNvPr id="49233" name="Line 105">
                <a:extLst>
                  <a:ext uri="{FF2B5EF4-FFF2-40B4-BE49-F238E27FC236}">
                    <a16:creationId xmlns:a16="http://schemas.microsoft.com/office/drawing/2014/main" id="{032C0A13-8C78-CFEC-16A8-B4819E614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4" name="Line 106">
                <a:extLst>
                  <a:ext uri="{FF2B5EF4-FFF2-40B4-BE49-F238E27FC236}">
                    <a16:creationId xmlns:a16="http://schemas.microsoft.com/office/drawing/2014/main" id="{C09AB27E-8B26-3B8E-C4CE-118D269C1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5" name="Line 107">
                <a:extLst>
                  <a:ext uri="{FF2B5EF4-FFF2-40B4-BE49-F238E27FC236}">
                    <a16:creationId xmlns:a16="http://schemas.microsoft.com/office/drawing/2014/main" id="{B4C8AD76-E5C6-9BB3-1E5B-126EFB2E8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6" name="Line 108">
                <a:extLst>
                  <a:ext uri="{FF2B5EF4-FFF2-40B4-BE49-F238E27FC236}">
                    <a16:creationId xmlns:a16="http://schemas.microsoft.com/office/drawing/2014/main" id="{539331BC-5681-95ED-F21B-63BCFBBFA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2" name="Group 109">
              <a:extLst>
                <a:ext uri="{FF2B5EF4-FFF2-40B4-BE49-F238E27FC236}">
                  <a16:creationId xmlns:a16="http://schemas.microsoft.com/office/drawing/2014/main" id="{060D341D-77D7-42F4-5DA5-FD927F973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1343"/>
              <a:ext cx="272" cy="182"/>
              <a:chOff x="657" y="1570"/>
              <a:chExt cx="545" cy="182"/>
            </a:xfrm>
          </p:grpSpPr>
          <p:sp>
            <p:nvSpPr>
              <p:cNvPr id="49229" name="Line 110">
                <a:extLst>
                  <a:ext uri="{FF2B5EF4-FFF2-40B4-BE49-F238E27FC236}">
                    <a16:creationId xmlns:a16="http://schemas.microsoft.com/office/drawing/2014/main" id="{8FA4240C-803D-8086-E2AB-C3A5634AA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0" name="Line 111">
                <a:extLst>
                  <a:ext uri="{FF2B5EF4-FFF2-40B4-BE49-F238E27FC236}">
                    <a16:creationId xmlns:a16="http://schemas.microsoft.com/office/drawing/2014/main" id="{51F6DD5D-2543-D71E-D858-788CB9CC9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1" name="Line 112">
                <a:extLst>
                  <a:ext uri="{FF2B5EF4-FFF2-40B4-BE49-F238E27FC236}">
                    <a16:creationId xmlns:a16="http://schemas.microsoft.com/office/drawing/2014/main" id="{7FA58945-804F-6520-ACA4-55E6DFB724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2" name="Line 113">
                <a:extLst>
                  <a:ext uri="{FF2B5EF4-FFF2-40B4-BE49-F238E27FC236}">
                    <a16:creationId xmlns:a16="http://schemas.microsoft.com/office/drawing/2014/main" id="{EFEB830C-86AB-D73A-A1A6-4DDCBB7330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3" name="Group 114">
              <a:extLst>
                <a:ext uri="{FF2B5EF4-FFF2-40B4-BE49-F238E27FC236}">
                  <a16:creationId xmlns:a16="http://schemas.microsoft.com/office/drawing/2014/main" id="{B47A2ED5-7AF1-9EDE-6D28-B926CE4D3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2" y="1343"/>
              <a:ext cx="272" cy="182"/>
              <a:chOff x="657" y="1570"/>
              <a:chExt cx="545" cy="182"/>
            </a:xfrm>
          </p:grpSpPr>
          <p:sp>
            <p:nvSpPr>
              <p:cNvPr id="49225" name="Line 115">
                <a:extLst>
                  <a:ext uri="{FF2B5EF4-FFF2-40B4-BE49-F238E27FC236}">
                    <a16:creationId xmlns:a16="http://schemas.microsoft.com/office/drawing/2014/main" id="{A33BAF2C-F4B8-9A37-4467-E31FDE861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6" name="Line 116">
                <a:extLst>
                  <a:ext uri="{FF2B5EF4-FFF2-40B4-BE49-F238E27FC236}">
                    <a16:creationId xmlns:a16="http://schemas.microsoft.com/office/drawing/2014/main" id="{EF564409-27B9-4254-326D-E6E88C446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7" name="Line 117">
                <a:extLst>
                  <a:ext uri="{FF2B5EF4-FFF2-40B4-BE49-F238E27FC236}">
                    <a16:creationId xmlns:a16="http://schemas.microsoft.com/office/drawing/2014/main" id="{F3F01214-4410-FEE1-53C1-E2AED729E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8" name="Line 118">
                <a:extLst>
                  <a:ext uri="{FF2B5EF4-FFF2-40B4-BE49-F238E27FC236}">
                    <a16:creationId xmlns:a16="http://schemas.microsoft.com/office/drawing/2014/main" id="{539360A8-5E91-5F89-9F2C-5B036F5B8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4" name="Group 119">
              <a:extLst>
                <a:ext uri="{FF2B5EF4-FFF2-40B4-BE49-F238E27FC236}">
                  <a16:creationId xmlns:a16="http://schemas.microsoft.com/office/drawing/2014/main" id="{26F03F37-5E50-AF77-7996-4AB9B27724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5" y="1343"/>
              <a:ext cx="272" cy="182"/>
              <a:chOff x="657" y="1570"/>
              <a:chExt cx="545" cy="182"/>
            </a:xfrm>
          </p:grpSpPr>
          <p:sp>
            <p:nvSpPr>
              <p:cNvPr id="49221" name="Line 120">
                <a:extLst>
                  <a:ext uri="{FF2B5EF4-FFF2-40B4-BE49-F238E27FC236}">
                    <a16:creationId xmlns:a16="http://schemas.microsoft.com/office/drawing/2014/main" id="{1E18AF34-112F-E9ED-FE73-E8E92048E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2" name="Line 121">
                <a:extLst>
                  <a:ext uri="{FF2B5EF4-FFF2-40B4-BE49-F238E27FC236}">
                    <a16:creationId xmlns:a16="http://schemas.microsoft.com/office/drawing/2014/main" id="{34B67DED-DE54-5517-B4E1-5BBAF4E9F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3" name="Line 122">
                <a:extLst>
                  <a:ext uri="{FF2B5EF4-FFF2-40B4-BE49-F238E27FC236}">
                    <a16:creationId xmlns:a16="http://schemas.microsoft.com/office/drawing/2014/main" id="{477B8573-59B4-F70B-2BC2-E14DC1B08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4" name="Line 123">
                <a:extLst>
                  <a:ext uri="{FF2B5EF4-FFF2-40B4-BE49-F238E27FC236}">
                    <a16:creationId xmlns:a16="http://schemas.microsoft.com/office/drawing/2014/main" id="{AEDBE712-6D12-A354-81B6-51B5A7223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5" name="Group 124">
              <a:extLst>
                <a:ext uri="{FF2B5EF4-FFF2-40B4-BE49-F238E27FC236}">
                  <a16:creationId xmlns:a16="http://schemas.microsoft.com/office/drawing/2014/main" id="{23422B29-2184-E685-2D5F-32B90FDAC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7" y="1343"/>
              <a:ext cx="272" cy="182"/>
              <a:chOff x="657" y="1570"/>
              <a:chExt cx="545" cy="182"/>
            </a:xfrm>
          </p:grpSpPr>
          <p:sp>
            <p:nvSpPr>
              <p:cNvPr id="49217" name="Line 125">
                <a:extLst>
                  <a:ext uri="{FF2B5EF4-FFF2-40B4-BE49-F238E27FC236}">
                    <a16:creationId xmlns:a16="http://schemas.microsoft.com/office/drawing/2014/main" id="{4A8FE6F2-08F1-AE90-1CE7-563C8F3C25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8" name="Line 126">
                <a:extLst>
                  <a:ext uri="{FF2B5EF4-FFF2-40B4-BE49-F238E27FC236}">
                    <a16:creationId xmlns:a16="http://schemas.microsoft.com/office/drawing/2014/main" id="{908C75A5-5F8C-446B-2EF4-1FEAD0887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9" name="Line 127">
                <a:extLst>
                  <a:ext uri="{FF2B5EF4-FFF2-40B4-BE49-F238E27FC236}">
                    <a16:creationId xmlns:a16="http://schemas.microsoft.com/office/drawing/2014/main" id="{42336252-EE53-5ED1-25FA-02E55E7A9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0" name="Line 128">
                <a:extLst>
                  <a:ext uri="{FF2B5EF4-FFF2-40B4-BE49-F238E27FC236}">
                    <a16:creationId xmlns:a16="http://schemas.microsoft.com/office/drawing/2014/main" id="{F857DC4D-3E54-A1B2-170C-303C45E14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6" name="Group 129">
              <a:extLst>
                <a:ext uri="{FF2B5EF4-FFF2-40B4-BE49-F238E27FC236}">
                  <a16:creationId xmlns:a16="http://schemas.microsoft.com/office/drawing/2014/main" id="{B2531DE3-4EB9-7990-05E6-E4CBAB3ED0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343"/>
              <a:ext cx="272" cy="182"/>
              <a:chOff x="657" y="1570"/>
              <a:chExt cx="545" cy="182"/>
            </a:xfrm>
          </p:grpSpPr>
          <p:sp>
            <p:nvSpPr>
              <p:cNvPr id="49213" name="Line 130">
                <a:extLst>
                  <a:ext uri="{FF2B5EF4-FFF2-40B4-BE49-F238E27FC236}">
                    <a16:creationId xmlns:a16="http://schemas.microsoft.com/office/drawing/2014/main" id="{E4A319B7-546E-CD23-4C53-0F2A45B48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4" name="Line 131">
                <a:extLst>
                  <a:ext uri="{FF2B5EF4-FFF2-40B4-BE49-F238E27FC236}">
                    <a16:creationId xmlns:a16="http://schemas.microsoft.com/office/drawing/2014/main" id="{EDF836F6-B48A-7202-CD64-2173DB9B6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5" name="Line 132">
                <a:extLst>
                  <a:ext uri="{FF2B5EF4-FFF2-40B4-BE49-F238E27FC236}">
                    <a16:creationId xmlns:a16="http://schemas.microsoft.com/office/drawing/2014/main" id="{2868B518-CB9B-99DA-ABF6-8B187D45E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6" name="Line 133">
                <a:extLst>
                  <a:ext uri="{FF2B5EF4-FFF2-40B4-BE49-F238E27FC236}">
                    <a16:creationId xmlns:a16="http://schemas.microsoft.com/office/drawing/2014/main" id="{5F23644E-82F0-863B-B2CD-5F6A6A579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7" name="Group 134">
              <a:extLst>
                <a:ext uri="{FF2B5EF4-FFF2-40B4-BE49-F238E27FC236}">
                  <a16:creationId xmlns:a16="http://schemas.microsoft.com/office/drawing/2014/main" id="{B4258111-6476-CB9A-C5CE-772188DCD7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9" y="1343"/>
              <a:ext cx="272" cy="182"/>
              <a:chOff x="657" y="1570"/>
              <a:chExt cx="545" cy="182"/>
            </a:xfrm>
          </p:grpSpPr>
          <p:sp>
            <p:nvSpPr>
              <p:cNvPr id="49209" name="Line 135">
                <a:extLst>
                  <a:ext uri="{FF2B5EF4-FFF2-40B4-BE49-F238E27FC236}">
                    <a16:creationId xmlns:a16="http://schemas.microsoft.com/office/drawing/2014/main" id="{2EAD3704-3A66-3B9D-AAB3-AD491A842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0" name="Line 136">
                <a:extLst>
                  <a:ext uri="{FF2B5EF4-FFF2-40B4-BE49-F238E27FC236}">
                    <a16:creationId xmlns:a16="http://schemas.microsoft.com/office/drawing/2014/main" id="{BF6DB741-2C06-D437-BB13-1A4DA6BB0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1" name="Line 137">
                <a:extLst>
                  <a:ext uri="{FF2B5EF4-FFF2-40B4-BE49-F238E27FC236}">
                    <a16:creationId xmlns:a16="http://schemas.microsoft.com/office/drawing/2014/main" id="{373FF8A0-33D6-A321-E5DD-9C0930A80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2" name="Line 138">
                <a:extLst>
                  <a:ext uri="{FF2B5EF4-FFF2-40B4-BE49-F238E27FC236}">
                    <a16:creationId xmlns:a16="http://schemas.microsoft.com/office/drawing/2014/main" id="{99A6EF43-3D89-C483-5021-86EC4E207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8" name="Group 139">
              <a:extLst>
                <a:ext uri="{FF2B5EF4-FFF2-40B4-BE49-F238E27FC236}">
                  <a16:creationId xmlns:a16="http://schemas.microsoft.com/office/drawing/2014/main" id="{A7758348-C509-3605-97DB-8D253D6AC3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2" y="1343"/>
              <a:ext cx="272" cy="182"/>
              <a:chOff x="657" y="1570"/>
              <a:chExt cx="545" cy="182"/>
            </a:xfrm>
          </p:grpSpPr>
          <p:sp>
            <p:nvSpPr>
              <p:cNvPr id="49205" name="Line 140">
                <a:extLst>
                  <a:ext uri="{FF2B5EF4-FFF2-40B4-BE49-F238E27FC236}">
                    <a16:creationId xmlns:a16="http://schemas.microsoft.com/office/drawing/2014/main" id="{B79246BE-BBE0-AE01-BCFC-AFD9AFF44C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6" name="Line 141">
                <a:extLst>
                  <a:ext uri="{FF2B5EF4-FFF2-40B4-BE49-F238E27FC236}">
                    <a16:creationId xmlns:a16="http://schemas.microsoft.com/office/drawing/2014/main" id="{59B1BB40-EB43-EC77-8696-002E05248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7" name="Line 142">
                <a:extLst>
                  <a:ext uri="{FF2B5EF4-FFF2-40B4-BE49-F238E27FC236}">
                    <a16:creationId xmlns:a16="http://schemas.microsoft.com/office/drawing/2014/main" id="{782185F4-6FE6-E7EA-BB9C-5BBB6E2CC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8" name="Line 143">
                <a:extLst>
                  <a:ext uri="{FF2B5EF4-FFF2-40B4-BE49-F238E27FC236}">
                    <a16:creationId xmlns:a16="http://schemas.microsoft.com/office/drawing/2014/main" id="{25872D98-1404-8045-7EA0-89754BA2C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9" name="Group 144">
              <a:extLst>
                <a:ext uri="{FF2B5EF4-FFF2-40B4-BE49-F238E27FC236}">
                  <a16:creationId xmlns:a16="http://schemas.microsoft.com/office/drawing/2014/main" id="{E9852842-0C7A-9C38-E5FE-895FBCC22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4" y="1343"/>
              <a:ext cx="272" cy="182"/>
              <a:chOff x="657" y="1570"/>
              <a:chExt cx="545" cy="182"/>
            </a:xfrm>
          </p:grpSpPr>
          <p:sp>
            <p:nvSpPr>
              <p:cNvPr id="49201" name="Line 145">
                <a:extLst>
                  <a:ext uri="{FF2B5EF4-FFF2-40B4-BE49-F238E27FC236}">
                    <a16:creationId xmlns:a16="http://schemas.microsoft.com/office/drawing/2014/main" id="{CE248F44-3465-DE5D-EE4B-A0702F913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2" name="Line 146">
                <a:extLst>
                  <a:ext uri="{FF2B5EF4-FFF2-40B4-BE49-F238E27FC236}">
                    <a16:creationId xmlns:a16="http://schemas.microsoft.com/office/drawing/2014/main" id="{351D95F2-AEF5-284C-410D-A397D3BCD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3" name="Line 147">
                <a:extLst>
                  <a:ext uri="{FF2B5EF4-FFF2-40B4-BE49-F238E27FC236}">
                    <a16:creationId xmlns:a16="http://schemas.microsoft.com/office/drawing/2014/main" id="{D32EBD04-4805-F542-FF6B-4CCD30221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4" name="Line 148">
                <a:extLst>
                  <a:ext uri="{FF2B5EF4-FFF2-40B4-BE49-F238E27FC236}">
                    <a16:creationId xmlns:a16="http://schemas.microsoft.com/office/drawing/2014/main" id="{E2E7A746-BBF1-7BD3-1478-6DCE74298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0" name="Group 149">
              <a:extLst>
                <a:ext uri="{FF2B5EF4-FFF2-40B4-BE49-F238E27FC236}">
                  <a16:creationId xmlns:a16="http://schemas.microsoft.com/office/drawing/2014/main" id="{FCC75A14-7E2A-7F1B-3F2B-DCB01675A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6" y="1343"/>
              <a:ext cx="272" cy="182"/>
              <a:chOff x="657" y="1570"/>
              <a:chExt cx="545" cy="182"/>
            </a:xfrm>
          </p:grpSpPr>
          <p:sp>
            <p:nvSpPr>
              <p:cNvPr id="49197" name="Line 150">
                <a:extLst>
                  <a:ext uri="{FF2B5EF4-FFF2-40B4-BE49-F238E27FC236}">
                    <a16:creationId xmlns:a16="http://schemas.microsoft.com/office/drawing/2014/main" id="{3B67B1BC-76AB-48B8-F1EA-DD90D273D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8" name="Line 151">
                <a:extLst>
                  <a:ext uri="{FF2B5EF4-FFF2-40B4-BE49-F238E27FC236}">
                    <a16:creationId xmlns:a16="http://schemas.microsoft.com/office/drawing/2014/main" id="{68638652-47CC-52F2-7564-B5B46FE50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9" name="Line 152">
                <a:extLst>
                  <a:ext uri="{FF2B5EF4-FFF2-40B4-BE49-F238E27FC236}">
                    <a16:creationId xmlns:a16="http://schemas.microsoft.com/office/drawing/2014/main" id="{7B7F3B9D-EE4C-28A4-4DCB-8D0DF17B49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0" name="Line 153">
                <a:extLst>
                  <a:ext uri="{FF2B5EF4-FFF2-40B4-BE49-F238E27FC236}">
                    <a16:creationId xmlns:a16="http://schemas.microsoft.com/office/drawing/2014/main" id="{105C4416-3C86-CAD2-A5A2-36A392939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1" name="Group 154">
              <a:extLst>
                <a:ext uri="{FF2B5EF4-FFF2-40B4-BE49-F238E27FC236}">
                  <a16:creationId xmlns:a16="http://schemas.microsoft.com/office/drawing/2014/main" id="{47CD1E8A-7F1F-C5CF-3883-986670C6E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" y="1343"/>
              <a:ext cx="272" cy="182"/>
              <a:chOff x="657" y="1570"/>
              <a:chExt cx="545" cy="182"/>
            </a:xfrm>
          </p:grpSpPr>
          <p:sp>
            <p:nvSpPr>
              <p:cNvPr id="49193" name="Line 155">
                <a:extLst>
                  <a:ext uri="{FF2B5EF4-FFF2-40B4-BE49-F238E27FC236}">
                    <a16:creationId xmlns:a16="http://schemas.microsoft.com/office/drawing/2014/main" id="{62055B82-C70D-4CCD-700A-4533440C3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4" name="Line 156">
                <a:extLst>
                  <a:ext uri="{FF2B5EF4-FFF2-40B4-BE49-F238E27FC236}">
                    <a16:creationId xmlns:a16="http://schemas.microsoft.com/office/drawing/2014/main" id="{98A1DDCD-E9DE-CCE8-D033-3B7228829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5" name="Line 157">
                <a:extLst>
                  <a:ext uri="{FF2B5EF4-FFF2-40B4-BE49-F238E27FC236}">
                    <a16:creationId xmlns:a16="http://schemas.microsoft.com/office/drawing/2014/main" id="{ECE38A1D-B3C2-76F0-CBF9-A70DA2AD7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6" name="Line 158">
                <a:extLst>
                  <a:ext uri="{FF2B5EF4-FFF2-40B4-BE49-F238E27FC236}">
                    <a16:creationId xmlns:a16="http://schemas.microsoft.com/office/drawing/2014/main" id="{0743A1FA-8D94-F122-F017-38DBCBC31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2" name="Group 159">
              <a:extLst>
                <a:ext uri="{FF2B5EF4-FFF2-40B4-BE49-F238E27FC236}">
                  <a16:creationId xmlns:a16="http://schemas.microsoft.com/office/drawing/2014/main" id="{AD0D1AEA-C13C-BEB9-7300-73C966C0F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1" y="1343"/>
              <a:ext cx="272" cy="182"/>
              <a:chOff x="657" y="1570"/>
              <a:chExt cx="545" cy="182"/>
            </a:xfrm>
          </p:grpSpPr>
          <p:sp>
            <p:nvSpPr>
              <p:cNvPr id="49189" name="Line 160">
                <a:extLst>
                  <a:ext uri="{FF2B5EF4-FFF2-40B4-BE49-F238E27FC236}">
                    <a16:creationId xmlns:a16="http://schemas.microsoft.com/office/drawing/2014/main" id="{A1CDB49A-00AA-8D54-AAE3-3A1C2AA88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0" name="Line 161">
                <a:extLst>
                  <a:ext uri="{FF2B5EF4-FFF2-40B4-BE49-F238E27FC236}">
                    <a16:creationId xmlns:a16="http://schemas.microsoft.com/office/drawing/2014/main" id="{42953B18-3BE7-41CE-6039-406AE451B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1" name="Line 162">
                <a:extLst>
                  <a:ext uri="{FF2B5EF4-FFF2-40B4-BE49-F238E27FC236}">
                    <a16:creationId xmlns:a16="http://schemas.microsoft.com/office/drawing/2014/main" id="{C50D80E0-A1FF-A60E-7AC6-F19EC5D60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2" name="Line 163">
                <a:extLst>
                  <a:ext uri="{FF2B5EF4-FFF2-40B4-BE49-F238E27FC236}">
                    <a16:creationId xmlns:a16="http://schemas.microsoft.com/office/drawing/2014/main" id="{0060BCDC-06CF-F6AD-F90A-ED76839F7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3" name="Group 164">
              <a:extLst>
                <a:ext uri="{FF2B5EF4-FFF2-40B4-BE49-F238E27FC236}">
                  <a16:creationId xmlns:a16="http://schemas.microsoft.com/office/drawing/2014/main" id="{F7266E7A-08AF-2AB7-A377-83638AAD93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3" y="1343"/>
              <a:ext cx="272" cy="182"/>
              <a:chOff x="657" y="1570"/>
              <a:chExt cx="545" cy="182"/>
            </a:xfrm>
          </p:grpSpPr>
          <p:sp>
            <p:nvSpPr>
              <p:cNvPr id="49185" name="Line 165">
                <a:extLst>
                  <a:ext uri="{FF2B5EF4-FFF2-40B4-BE49-F238E27FC236}">
                    <a16:creationId xmlns:a16="http://schemas.microsoft.com/office/drawing/2014/main" id="{D523D078-DB50-E682-D863-6BB6018ED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86" name="Line 166">
                <a:extLst>
                  <a:ext uri="{FF2B5EF4-FFF2-40B4-BE49-F238E27FC236}">
                    <a16:creationId xmlns:a16="http://schemas.microsoft.com/office/drawing/2014/main" id="{C6901B29-4EAB-E515-945D-418D7E471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87" name="Line 167">
                <a:extLst>
                  <a:ext uri="{FF2B5EF4-FFF2-40B4-BE49-F238E27FC236}">
                    <a16:creationId xmlns:a16="http://schemas.microsoft.com/office/drawing/2014/main" id="{052E5AEF-49C7-93B5-7D4D-8D6A9D6CC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88" name="Line 168">
                <a:extLst>
                  <a:ext uri="{FF2B5EF4-FFF2-40B4-BE49-F238E27FC236}">
                    <a16:creationId xmlns:a16="http://schemas.microsoft.com/office/drawing/2014/main" id="{44936779-E759-8C73-9806-777965FC2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84" name="Line 169">
              <a:extLst>
                <a:ext uri="{FF2B5EF4-FFF2-40B4-BE49-F238E27FC236}">
                  <a16:creationId xmlns:a16="http://schemas.microsoft.com/office/drawing/2014/main" id="{96500B27-E7F8-CD9F-3AE1-0D13C6B8B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" y="1525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9167" name="文本框 1">
            <a:extLst>
              <a:ext uri="{FF2B5EF4-FFF2-40B4-BE49-F238E27FC236}">
                <a16:creationId xmlns:a16="http://schemas.microsoft.com/office/drawing/2014/main" id="{DE646CC2-356D-AAF8-9E05-691C00624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433638"/>
            <a:ext cx="49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CP</a:t>
            </a:r>
            <a:endParaRPr lang="zh-CN" altLang="en-US"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4E4DD27C-373F-086A-2416-BB1A322DC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</a:p>
        </p:txBody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9088756C-4DD4-B65D-AF49-A2F3530C8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/>
              <a:t>用</a:t>
            </a:r>
            <a:r>
              <a:rPr lang="en-US" altLang="zh-CN" sz="2800" b="1" dirty="0"/>
              <a:t>JK</a:t>
            </a:r>
            <a:r>
              <a:rPr lang="zh-CN" altLang="en-US" sz="2800" b="1" dirty="0"/>
              <a:t>触发器实现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位二进制计数器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57" name="灯片编号占位符 5">
            <a:extLst>
              <a:ext uri="{FF2B5EF4-FFF2-40B4-BE49-F238E27FC236}">
                <a16:creationId xmlns:a16="http://schemas.microsoft.com/office/drawing/2014/main" id="{4E4A8731-BE9F-05B4-39E6-68AA6421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5FA3CE7-673D-402C-B0E4-C02F593DEA04}" type="slidenum">
              <a:rPr lang="en-US" altLang="zh-CN" sz="1000" smtClean="0"/>
              <a:pPr>
                <a:defRPr/>
              </a:pPr>
              <a:t>41</a:t>
            </a:fld>
            <a:endParaRPr lang="en-US" altLang="zh-CN" sz="1000"/>
          </a:p>
        </p:txBody>
      </p:sp>
      <p:grpSp>
        <p:nvGrpSpPr>
          <p:cNvPr id="736322" name="Group 66">
            <a:extLst>
              <a:ext uri="{FF2B5EF4-FFF2-40B4-BE49-F238E27FC236}">
                <a16:creationId xmlns:a16="http://schemas.microsoft.com/office/drawing/2014/main" id="{FDA032AB-0FA5-36EB-57D8-18E2F257014F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2362200"/>
            <a:ext cx="5981700" cy="3751263"/>
            <a:chOff x="192" y="1717"/>
            <a:chExt cx="3768" cy="2363"/>
          </a:xfrm>
        </p:grpSpPr>
        <p:grpSp>
          <p:nvGrpSpPr>
            <p:cNvPr id="51206" name="Group 16">
              <a:extLst>
                <a:ext uri="{FF2B5EF4-FFF2-40B4-BE49-F238E27FC236}">
                  <a16:creationId xmlns:a16="http://schemas.microsoft.com/office/drawing/2014/main" id="{56C03F4A-9EAB-A167-6D1D-E72AF84F4E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717"/>
              <a:ext cx="3768" cy="2363"/>
              <a:chOff x="604" y="1344"/>
              <a:chExt cx="3768" cy="2363"/>
            </a:xfrm>
          </p:grpSpPr>
          <p:sp>
            <p:nvSpPr>
              <p:cNvPr id="736273" name="Rectangle 17">
                <a:extLst>
                  <a:ext uri="{FF2B5EF4-FFF2-40B4-BE49-F238E27FC236}">
                    <a16:creationId xmlns:a16="http://schemas.microsoft.com/office/drawing/2014/main" id="{5D9256DB-74DB-2653-8BA6-E49FB64C1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3420"/>
                <a:ext cx="655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4" name="Rectangle 18">
                <a:extLst>
                  <a:ext uri="{FF2B5EF4-FFF2-40B4-BE49-F238E27FC236}">
                    <a16:creationId xmlns:a16="http://schemas.microsoft.com/office/drawing/2014/main" id="{A6078ACD-B9AD-5B2E-19A8-8D504BD84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3420"/>
                <a:ext cx="695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5" name="Rectangle 19">
                <a:extLst>
                  <a:ext uri="{FF2B5EF4-FFF2-40B4-BE49-F238E27FC236}">
                    <a16:creationId xmlns:a16="http://schemas.microsoft.com/office/drawing/2014/main" id="{11343DCF-F34B-D560-8A57-F141CA550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3420"/>
                <a:ext cx="697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6" name="Rectangle 20">
                <a:extLst>
                  <a:ext uri="{FF2B5EF4-FFF2-40B4-BE49-F238E27FC236}">
                    <a16:creationId xmlns:a16="http://schemas.microsoft.com/office/drawing/2014/main" id="{E04C1E6B-35F9-E7C3-4E6B-084DE87A0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3420"/>
                <a:ext cx="697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7" name="Rectangle 21">
                <a:extLst>
                  <a:ext uri="{FF2B5EF4-FFF2-40B4-BE49-F238E27FC236}">
                    <a16:creationId xmlns:a16="http://schemas.microsoft.com/office/drawing/2014/main" id="{6569B0F7-3D09-E59A-ED31-214E12014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3035"/>
                <a:ext cx="655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8" name="Rectangle 22">
                <a:extLst>
                  <a:ext uri="{FF2B5EF4-FFF2-40B4-BE49-F238E27FC236}">
                    <a16:creationId xmlns:a16="http://schemas.microsoft.com/office/drawing/2014/main" id="{990CB122-FBC1-3A30-7B36-313CDB4D4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3035"/>
                <a:ext cx="695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9" name="Rectangle 23">
                <a:extLst>
                  <a:ext uri="{FF2B5EF4-FFF2-40B4-BE49-F238E27FC236}">
                    <a16:creationId xmlns:a16="http://schemas.microsoft.com/office/drawing/2014/main" id="{C1FB8D39-916F-4F4F-6E48-C3ACF7489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3035"/>
                <a:ext cx="697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0" name="Rectangle 24">
                <a:extLst>
                  <a:ext uri="{FF2B5EF4-FFF2-40B4-BE49-F238E27FC236}">
                    <a16:creationId xmlns:a16="http://schemas.microsoft.com/office/drawing/2014/main" id="{D6E44A7C-5FCC-9CD9-9636-D0FB926DA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3035"/>
                <a:ext cx="697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1" name="Rectangle 25">
                <a:extLst>
                  <a:ext uri="{FF2B5EF4-FFF2-40B4-BE49-F238E27FC236}">
                    <a16:creationId xmlns:a16="http://schemas.microsoft.com/office/drawing/2014/main" id="{6484EE98-5CE1-DE2D-6A6B-C0887E724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2649"/>
                <a:ext cx="655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2" name="Rectangle 26">
                <a:extLst>
                  <a:ext uri="{FF2B5EF4-FFF2-40B4-BE49-F238E27FC236}">
                    <a16:creationId xmlns:a16="http://schemas.microsoft.com/office/drawing/2014/main" id="{99280581-9931-CF83-FA09-18D1AF359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649"/>
                <a:ext cx="695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3" name="Rectangle 27">
                <a:extLst>
                  <a:ext uri="{FF2B5EF4-FFF2-40B4-BE49-F238E27FC236}">
                    <a16:creationId xmlns:a16="http://schemas.microsoft.com/office/drawing/2014/main" id="{784DA042-D0F9-F8B4-06E0-73A2F6D06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2649"/>
                <a:ext cx="697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4" name="Rectangle 28">
                <a:extLst>
                  <a:ext uri="{FF2B5EF4-FFF2-40B4-BE49-F238E27FC236}">
                    <a16:creationId xmlns:a16="http://schemas.microsoft.com/office/drawing/2014/main" id="{4DE9F2A3-C178-9563-B933-55A3347F4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2649"/>
                <a:ext cx="697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5" name="Rectangle 29">
                <a:extLst>
                  <a:ext uri="{FF2B5EF4-FFF2-40B4-BE49-F238E27FC236}">
                    <a16:creationId xmlns:a16="http://schemas.microsoft.com/office/drawing/2014/main" id="{1A5DDD27-D1D0-B689-16D1-C61B836E7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2304"/>
                <a:ext cx="655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6" name="Rectangle 30">
                <a:extLst>
                  <a:ext uri="{FF2B5EF4-FFF2-40B4-BE49-F238E27FC236}">
                    <a16:creationId xmlns:a16="http://schemas.microsoft.com/office/drawing/2014/main" id="{0B83121D-3061-1176-3BF4-620DA5782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304"/>
                <a:ext cx="695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7" name="Rectangle 31">
                <a:extLst>
                  <a:ext uri="{FF2B5EF4-FFF2-40B4-BE49-F238E27FC236}">
                    <a16:creationId xmlns:a16="http://schemas.microsoft.com/office/drawing/2014/main" id="{CB6DC1A7-B70F-25F0-7F0E-B7A1094EF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2304"/>
                <a:ext cx="697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8" name="Rectangle 32">
                <a:extLst>
                  <a:ext uri="{FF2B5EF4-FFF2-40B4-BE49-F238E27FC236}">
                    <a16:creationId xmlns:a16="http://schemas.microsoft.com/office/drawing/2014/main" id="{73876CFC-CBB3-7302-6ED6-B86452CC1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2304"/>
                <a:ext cx="697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51239" name="Line 33">
                <a:extLst>
                  <a:ext uri="{FF2B5EF4-FFF2-40B4-BE49-F238E27FC236}">
                    <a16:creationId xmlns:a16="http://schemas.microsoft.com/office/drawing/2014/main" id="{2D4DA4D8-9BCF-7481-C1CD-9126D1686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2304"/>
                <a:ext cx="274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0" name="Line 34">
                <a:extLst>
                  <a:ext uri="{FF2B5EF4-FFF2-40B4-BE49-F238E27FC236}">
                    <a16:creationId xmlns:a16="http://schemas.microsoft.com/office/drawing/2014/main" id="{BB303F2F-C1FA-80E5-57B9-BA4BA47AC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2649"/>
                <a:ext cx="27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1" name="Line 35">
                <a:extLst>
                  <a:ext uri="{FF2B5EF4-FFF2-40B4-BE49-F238E27FC236}">
                    <a16:creationId xmlns:a16="http://schemas.microsoft.com/office/drawing/2014/main" id="{8DFBEB67-E7B3-A117-6457-FD6A806E5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3035"/>
                <a:ext cx="27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2" name="Line 36">
                <a:extLst>
                  <a:ext uri="{FF2B5EF4-FFF2-40B4-BE49-F238E27FC236}">
                    <a16:creationId xmlns:a16="http://schemas.microsoft.com/office/drawing/2014/main" id="{4F7F55E4-FD40-C21D-4D55-1BE31F52B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3420"/>
                <a:ext cx="27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3" name="Line 37">
                <a:extLst>
                  <a:ext uri="{FF2B5EF4-FFF2-40B4-BE49-F238E27FC236}">
                    <a16:creationId xmlns:a16="http://schemas.microsoft.com/office/drawing/2014/main" id="{F1639870-54B9-66E9-C96F-BF49E8ABF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3707"/>
                <a:ext cx="274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4" name="Line 38">
                <a:extLst>
                  <a:ext uri="{FF2B5EF4-FFF2-40B4-BE49-F238E27FC236}">
                    <a16:creationId xmlns:a16="http://schemas.microsoft.com/office/drawing/2014/main" id="{91A10042-EA46-9DC5-A825-F39D1E291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2304"/>
                <a:ext cx="0" cy="140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5" name="Line 39">
                <a:extLst>
                  <a:ext uri="{FF2B5EF4-FFF2-40B4-BE49-F238E27FC236}">
                    <a16:creationId xmlns:a16="http://schemas.microsoft.com/office/drawing/2014/main" id="{C00DE6A1-3950-1F7C-0472-A9EBADC89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3" y="2304"/>
                <a:ext cx="0" cy="14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6" name="Line 40">
                <a:extLst>
                  <a:ext uri="{FF2B5EF4-FFF2-40B4-BE49-F238E27FC236}">
                    <a16:creationId xmlns:a16="http://schemas.microsoft.com/office/drawing/2014/main" id="{5DAB52AF-89C1-4542-25D3-9DEAAE0FE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" y="2304"/>
                <a:ext cx="0" cy="14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7" name="Line 41">
                <a:extLst>
                  <a:ext uri="{FF2B5EF4-FFF2-40B4-BE49-F238E27FC236}">
                    <a16:creationId xmlns:a16="http://schemas.microsoft.com/office/drawing/2014/main" id="{D2A6C031-8DFA-D54A-1851-06CF4A0178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5" y="2304"/>
                <a:ext cx="0" cy="14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8" name="Line 42">
                <a:extLst>
                  <a:ext uri="{FF2B5EF4-FFF2-40B4-BE49-F238E27FC236}">
                    <a16:creationId xmlns:a16="http://schemas.microsoft.com/office/drawing/2014/main" id="{0ADDED13-2321-F6C2-CF60-52A4BD080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0" y="2304"/>
                <a:ext cx="0" cy="140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9" name="Line 43">
                <a:extLst>
                  <a:ext uri="{FF2B5EF4-FFF2-40B4-BE49-F238E27FC236}">
                    <a16:creationId xmlns:a16="http://schemas.microsoft.com/office/drawing/2014/main" id="{4C4DE870-6B8B-67E8-D5FD-BE99155A4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04" y="1858"/>
                <a:ext cx="816" cy="4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6300" name="Text Box 44">
                <a:extLst>
                  <a:ext uri="{FF2B5EF4-FFF2-40B4-BE49-F238E27FC236}">
                    <a16:creationId xmlns:a16="http://schemas.microsoft.com/office/drawing/2014/main" id="{BC12A7C0-931E-B1C2-7E0F-ACD9CC920A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1899"/>
                <a:ext cx="585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0n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6301" name="Text Box 45">
                <a:extLst>
                  <a:ext uri="{FF2B5EF4-FFF2-40B4-BE49-F238E27FC236}">
                    <a16:creationId xmlns:a16="http://schemas.microsoft.com/office/drawing/2014/main" id="{1AC26C0B-CFED-356C-288C-904676C6D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2054"/>
                <a:ext cx="591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3n</a:t>
                </a: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6302" name="Text Box 46">
                <a:extLst>
                  <a:ext uri="{FF2B5EF4-FFF2-40B4-BE49-F238E27FC236}">
                    <a16:creationId xmlns:a16="http://schemas.microsoft.com/office/drawing/2014/main" id="{089B4A79-FCC2-0741-4D18-E8138B739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6" y="2368"/>
                <a:ext cx="352" cy="13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10</a:t>
                </a:r>
              </a:p>
            </p:txBody>
          </p:sp>
          <p:sp>
            <p:nvSpPr>
              <p:cNvPr id="736303" name="Text Box 47">
                <a:extLst>
                  <a:ext uri="{FF2B5EF4-FFF2-40B4-BE49-F238E27FC236}">
                    <a16:creationId xmlns:a16="http://schemas.microsoft.com/office/drawing/2014/main" id="{0E000C55-8C38-A58B-EC43-5F422AF55E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2" y="2023"/>
                <a:ext cx="23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00         01          11             10</a:t>
                </a:r>
              </a:p>
            </p:txBody>
          </p:sp>
          <p:sp>
            <p:nvSpPr>
              <p:cNvPr id="736304" name="Text Box 48">
                <a:extLst>
                  <a:ext uri="{FF2B5EF4-FFF2-40B4-BE49-F238E27FC236}">
                    <a16:creationId xmlns:a16="http://schemas.microsoft.com/office/drawing/2014/main" id="{E1368D0C-7C60-62C6-F45D-C69690240A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1670"/>
                <a:ext cx="2256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3(N+1)</a:t>
                </a: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2(N+1) </a:t>
                </a: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1(N+1)</a:t>
                </a: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0(N+1)</a:t>
                </a:r>
                <a:endPara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6305" name="Text Box 49">
                <a:extLst>
                  <a:ext uri="{FF2B5EF4-FFF2-40B4-BE49-F238E27FC236}">
                    <a16:creationId xmlns:a16="http://schemas.microsoft.com/office/drawing/2014/main" id="{F657B6C8-C402-E548-53E8-8D16E3732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344"/>
                <a:ext cx="322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4</a:t>
                </a:r>
                <a:r>
                  <a:rPr lang="zh-CN" altLang="en-US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位二进制计数器的状态表</a:t>
                </a:r>
              </a:p>
            </p:txBody>
          </p:sp>
        </p:grpSp>
        <p:sp>
          <p:nvSpPr>
            <p:cNvPr id="736306" name="Rectangle 50">
              <a:extLst>
                <a:ext uri="{FF2B5EF4-FFF2-40B4-BE49-F238E27FC236}">
                  <a16:creationId xmlns:a16="http://schemas.microsoft.com/office/drawing/2014/main" id="{3AE5CD42-CA16-236F-A1EA-4365C0169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0001</a:t>
              </a:r>
            </a:p>
          </p:txBody>
        </p:sp>
        <p:sp>
          <p:nvSpPr>
            <p:cNvPr id="736307" name="Rectangle 51">
              <a:extLst>
                <a:ext uri="{FF2B5EF4-FFF2-40B4-BE49-F238E27FC236}">
                  <a16:creationId xmlns:a16="http://schemas.microsoft.com/office/drawing/2014/main" id="{E782C665-C84C-DAA9-2C4A-6C827012F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0010</a:t>
              </a:r>
            </a:p>
          </p:txBody>
        </p:sp>
        <p:sp>
          <p:nvSpPr>
            <p:cNvPr id="736308" name="Rectangle 52">
              <a:extLst>
                <a:ext uri="{FF2B5EF4-FFF2-40B4-BE49-F238E27FC236}">
                  <a16:creationId xmlns:a16="http://schemas.microsoft.com/office/drawing/2014/main" id="{7E4614D2-8B15-5814-203F-83113FE4A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0100</a:t>
              </a:r>
            </a:p>
          </p:txBody>
        </p:sp>
        <p:sp>
          <p:nvSpPr>
            <p:cNvPr id="736309" name="Rectangle 53">
              <a:extLst>
                <a:ext uri="{FF2B5EF4-FFF2-40B4-BE49-F238E27FC236}">
                  <a16:creationId xmlns:a16="http://schemas.microsoft.com/office/drawing/2014/main" id="{8E7B295B-8469-3CBD-2213-9DDD5D2C5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0011</a:t>
              </a:r>
            </a:p>
          </p:txBody>
        </p:sp>
        <p:sp>
          <p:nvSpPr>
            <p:cNvPr id="736310" name="Rectangle 54">
              <a:extLst>
                <a:ext uri="{FF2B5EF4-FFF2-40B4-BE49-F238E27FC236}">
                  <a16:creationId xmlns:a16="http://schemas.microsoft.com/office/drawing/2014/main" id="{FB362FAB-B99F-4C74-5569-178E236BC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0101</a:t>
              </a:r>
            </a:p>
          </p:txBody>
        </p:sp>
        <p:sp>
          <p:nvSpPr>
            <p:cNvPr id="736311" name="Rectangle 55">
              <a:extLst>
                <a:ext uri="{FF2B5EF4-FFF2-40B4-BE49-F238E27FC236}">
                  <a16:creationId xmlns:a16="http://schemas.microsoft.com/office/drawing/2014/main" id="{CBA9175D-FBB4-129E-E4B9-31A3C2D0F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0110</a:t>
              </a:r>
            </a:p>
          </p:txBody>
        </p:sp>
        <p:sp>
          <p:nvSpPr>
            <p:cNvPr id="736312" name="Rectangle 56">
              <a:extLst>
                <a:ext uri="{FF2B5EF4-FFF2-40B4-BE49-F238E27FC236}">
                  <a16:creationId xmlns:a16="http://schemas.microsoft.com/office/drawing/2014/main" id="{7BD813AE-49F6-0FAD-B0F2-07726DF7F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1000</a:t>
              </a:r>
            </a:p>
          </p:txBody>
        </p:sp>
        <p:sp>
          <p:nvSpPr>
            <p:cNvPr id="736313" name="Rectangle 57">
              <a:extLst>
                <a:ext uri="{FF2B5EF4-FFF2-40B4-BE49-F238E27FC236}">
                  <a16:creationId xmlns:a16="http://schemas.microsoft.com/office/drawing/2014/main" id="{8988220E-BE89-6694-3888-593B59F36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0111</a:t>
              </a:r>
            </a:p>
          </p:txBody>
        </p:sp>
        <p:sp>
          <p:nvSpPr>
            <p:cNvPr id="736314" name="Rectangle 58">
              <a:extLst>
                <a:ext uri="{FF2B5EF4-FFF2-40B4-BE49-F238E27FC236}">
                  <a16:creationId xmlns:a16="http://schemas.microsoft.com/office/drawing/2014/main" id="{048CB484-7AA5-2377-4FEC-5A36E12AB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1101</a:t>
              </a:r>
            </a:p>
          </p:txBody>
        </p:sp>
        <p:sp>
          <p:nvSpPr>
            <p:cNvPr id="736315" name="Rectangle 59">
              <a:extLst>
                <a:ext uri="{FF2B5EF4-FFF2-40B4-BE49-F238E27FC236}">
                  <a16:creationId xmlns:a16="http://schemas.microsoft.com/office/drawing/2014/main" id="{791E38C6-BF7E-5FBA-8391-D10B0871C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1110</a:t>
              </a:r>
            </a:p>
          </p:txBody>
        </p:sp>
        <p:sp>
          <p:nvSpPr>
            <p:cNvPr id="736316" name="Rectangle 60">
              <a:extLst>
                <a:ext uri="{FF2B5EF4-FFF2-40B4-BE49-F238E27FC236}">
                  <a16:creationId xmlns:a16="http://schemas.microsoft.com/office/drawing/2014/main" id="{6DC182AE-D459-5689-1705-2DCBED262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0000</a:t>
              </a:r>
            </a:p>
          </p:txBody>
        </p:sp>
        <p:sp>
          <p:nvSpPr>
            <p:cNvPr id="736317" name="Rectangle 61">
              <a:extLst>
                <a:ext uri="{FF2B5EF4-FFF2-40B4-BE49-F238E27FC236}">
                  <a16:creationId xmlns:a16="http://schemas.microsoft.com/office/drawing/2014/main" id="{43218C2D-FF8F-1E73-C38E-F6D4A2A2D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1111</a:t>
              </a:r>
            </a:p>
          </p:txBody>
        </p:sp>
        <p:sp>
          <p:nvSpPr>
            <p:cNvPr id="736318" name="Rectangle 62">
              <a:extLst>
                <a:ext uri="{FF2B5EF4-FFF2-40B4-BE49-F238E27FC236}">
                  <a16:creationId xmlns:a16="http://schemas.microsoft.com/office/drawing/2014/main" id="{B4E33F49-41BC-52B5-395A-D6FBCB183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1001</a:t>
              </a:r>
            </a:p>
          </p:txBody>
        </p:sp>
        <p:sp>
          <p:nvSpPr>
            <p:cNvPr id="736319" name="Rectangle 63">
              <a:extLst>
                <a:ext uri="{FF2B5EF4-FFF2-40B4-BE49-F238E27FC236}">
                  <a16:creationId xmlns:a16="http://schemas.microsoft.com/office/drawing/2014/main" id="{8A905935-7134-BDE8-D9B4-F9B915D9B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1010</a:t>
              </a:r>
            </a:p>
          </p:txBody>
        </p:sp>
        <p:sp>
          <p:nvSpPr>
            <p:cNvPr id="736320" name="Rectangle 64">
              <a:extLst>
                <a:ext uri="{FF2B5EF4-FFF2-40B4-BE49-F238E27FC236}">
                  <a16:creationId xmlns:a16="http://schemas.microsoft.com/office/drawing/2014/main" id="{B231C4A4-6F51-56A0-A4AF-5BDB99D29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1100</a:t>
              </a:r>
            </a:p>
          </p:txBody>
        </p:sp>
        <p:sp>
          <p:nvSpPr>
            <p:cNvPr id="736321" name="Rectangle 65">
              <a:extLst>
                <a:ext uri="{FF2B5EF4-FFF2-40B4-BE49-F238E27FC236}">
                  <a16:creationId xmlns:a16="http://schemas.microsoft.com/office/drawing/2014/main" id="{B36B4C22-1ED1-63DD-4439-41980F442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1011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>
            <a:extLst>
              <a:ext uri="{FF2B5EF4-FFF2-40B4-BE49-F238E27FC236}">
                <a16:creationId xmlns:a16="http://schemas.microsoft.com/office/drawing/2014/main" id="{838863F7-5B02-1466-AB9C-8BD09F58D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</a:p>
        </p:txBody>
      </p:sp>
      <p:sp>
        <p:nvSpPr>
          <p:cNvPr id="737318" name="Text Box 38">
            <a:extLst>
              <a:ext uri="{FF2B5EF4-FFF2-40B4-BE49-F238E27FC236}">
                <a16:creationId xmlns:a16="http://schemas.microsoft.com/office/drawing/2014/main" id="{FA9D02E0-15C5-50D5-E8C3-8520883A652B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zh-CN" altLang="en-US" sz="2800" b="1">
                <a:latin typeface="Georgia" panose="02040502050405020303" pitchFamily="18" charset="0"/>
              </a:rPr>
              <a:t>求激励函数表达式 </a:t>
            </a:r>
          </a:p>
        </p:txBody>
      </p:sp>
      <p:sp>
        <p:nvSpPr>
          <p:cNvPr id="89" name="灯片编号占位符 5">
            <a:extLst>
              <a:ext uri="{FF2B5EF4-FFF2-40B4-BE49-F238E27FC236}">
                <a16:creationId xmlns:a16="http://schemas.microsoft.com/office/drawing/2014/main" id="{2F18D676-6942-27AB-EFBD-4B7AB8E3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A769F9E-F65D-478D-B5D4-1D3F88F54C56}" type="slidenum">
              <a:rPr lang="en-US" altLang="zh-CN" sz="1000" smtClean="0"/>
              <a:pPr>
                <a:defRPr/>
              </a:pPr>
              <a:t>42</a:t>
            </a:fld>
            <a:endParaRPr lang="en-US" altLang="zh-CN" sz="1000"/>
          </a:p>
        </p:txBody>
      </p:sp>
      <p:grpSp>
        <p:nvGrpSpPr>
          <p:cNvPr id="737332" name="Group 52">
            <a:extLst>
              <a:ext uri="{FF2B5EF4-FFF2-40B4-BE49-F238E27FC236}">
                <a16:creationId xmlns:a16="http://schemas.microsoft.com/office/drawing/2014/main" id="{E423CF42-5D3C-3AA6-EC69-1C301DF708C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276600"/>
            <a:ext cx="3549650" cy="2895600"/>
            <a:chOff x="2016" y="1440"/>
            <a:chExt cx="2236" cy="1824"/>
          </a:xfrm>
        </p:grpSpPr>
        <p:sp>
          <p:nvSpPr>
            <p:cNvPr id="737285" name="Rectangle 5">
              <a:extLst>
                <a:ext uri="{FF2B5EF4-FFF2-40B4-BE49-F238E27FC236}">
                  <a16:creationId xmlns:a16="http://schemas.microsoft.com/office/drawing/2014/main" id="{B1EF0606-81ED-3938-C4BB-8AB155532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982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86" name="Rectangle 6">
              <a:extLst>
                <a:ext uri="{FF2B5EF4-FFF2-40B4-BE49-F238E27FC236}">
                  <a16:creationId xmlns:a16="http://schemas.microsoft.com/office/drawing/2014/main" id="{B493C679-880E-AD4E-DD26-3067B92A3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982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87" name="Rectangle 7">
              <a:extLst>
                <a:ext uri="{FF2B5EF4-FFF2-40B4-BE49-F238E27FC236}">
                  <a16:creationId xmlns:a16="http://schemas.microsoft.com/office/drawing/2014/main" id="{F15B094A-FFC0-14DE-0CC2-6DB2D14F8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982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88" name="Rectangle 8">
              <a:extLst>
                <a:ext uri="{FF2B5EF4-FFF2-40B4-BE49-F238E27FC236}">
                  <a16:creationId xmlns:a16="http://schemas.microsoft.com/office/drawing/2014/main" id="{CEE45B15-2559-FF79-4331-E64635341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982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89" name="Rectangle 9">
              <a:extLst>
                <a:ext uri="{FF2B5EF4-FFF2-40B4-BE49-F238E27FC236}">
                  <a16:creationId xmlns:a16="http://schemas.microsoft.com/office/drawing/2014/main" id="{D77F9B92-FC50-7460-4FA2-1E99D24C7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699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0" name="Rectangle 10">
              <a:extLst>
                <a:ext uri="{FF2B5EF4-FFF2-40B4-BE49-F238E27FC236}">
                  <a16:creationId xmlns:a16="http://schemas.microsoft.com/office/drawing/2014/main" id="{1FE976E5-ECF7-0316-968E-BA32EEE70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699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1" name="Rectangle 11">
              <a:extLst>
                <a:ext uri="{FF2B5EF4-FFF2-40B4-BE49-F238E27FC236}">
                  <a16:creationId xmlns:a16="http://schemas.microsoft.com/office/drawing/2014/main" id="{0A7DE2F4-E2DE-9CFA-FFF5-A87647C0A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699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2" name="Rectangle 12">
              <a:extLst>
                <a:ext uri="{FF2B5EF4-FFF2-40B4-BE49-F238E27FC236}">
                  <a16:creationId xmlns:a16="http://schemas.microsoft.com/office/drawing/2014/main" id="{B6B23547-7A43-1486-71C8-FF1C872E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699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3" name="Rectangle 13">
              <a:extLst>
                <a:ext uri="{FF2B5EF4-FFF2-40B4-BE49-F238E27FC236}">
                  <a16:creationId xmlns:a16="http://schemas.microsoft.com/office/drawing/2014/main" id="{F81AFEC9-A5A2-5591-C735-9EFDDE740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417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4" name="Rectangle 14">
              <a:extLst>
                <a:ext uri="{FF2B5EF4-FFF2-40B4-BE49-F238E27FC236}">
                  <a16:creationId xmlns:a16="http://schemas.microsoft.com/office/drawing/2014/main" id="{558B0CDE-DD62-01E7-E247-728777EDB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417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5" name="Rectangle 15">
              <a:extLst>
                <a:ext uri="{FF2B5EF4-FFF2-40B4-BE49-F238E27FC236}">
                  <a16:creationId xmlns:a16="http://schemas.microsoft.com/office/drawing/2014/main" id="{56B23782-7643-FB21-96A4-F350D7448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417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6" name="Rectangle 16">
              <a:extLst>
                <a:ext uri="{FF2B5EF4-FFF2-40B4-BE49-F238E27FC236}">
                  <a16:creationId xmlns:a16="http://schemas.microsoft.com/office/drawing/2014/main" id="{942E4FD6-073C-86A3-C085-5B5C591D9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417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7" name="Rectangle 17">
              <a:extLst>
                <a:ext uri="{FF2B5EF4-FFF2-40B4-BE49-F238E27FC236}">
                  <a16:creationId xmlns:a16="http://schemas.microsoft.com/office/drawing/2014/main" id="{015DACB7-7E3F-5737-F950-220229FBA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134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8" name="Rectangle 18">
              <a:extLst>
                <a:ext uri="{FF2B5EF4-FFF2-40B4-BE49-F238E27FC236}">
                  <a16:creationId xmlns:a16="http://schemas.microsoft.com/office/drawing/2014/main" id="{7DBBA9A2-7B56-310F-24B3-EBBD6C076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134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9" name="Rectangle 19">
              <a:extLst>
                <a:ext uri="{FF2B5EF4-FFF2-40B4-BE49-F238E27FC236}">
                  <a16:creationId xmlns:a16="http://schemas.microsoft.com/office/drawing/2014/main" id="{725ECF72-C822-0D1F-65B9-5C18F6E31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134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300" name="Rectangle 20">
              <a:extLst>
                <a:ext uri="{FF2B5EF4-FFF2-40B4-BE49-F238E27FC236}">
                  <a16:creationId xmlns:a16="http://schemas.microsoft.com/office/drawing/2014/main" id="{57720836-9F2A-558C-B4C3-2C716731A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134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52296" name="Line 21">
              <a:extLst>
                <a:ext uri="{FF2B5EF4-FFF2-40B4-BE49-F238E27FC236}">
                  <a16:creationId xmlns:a16="http://schemas.microsoft.com/office/drawing/2014/main" id="{51B0E3BA-9631-9106-27B5-99F983056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134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97" name="Line 22">
              <a:extLst>
                <a:ext uri="{FF2B5EF4-FFF2-40B4-BE49-F238E27FC236}">
                  <a16:creationId xmlns:a16="http://schemas.microsoft.com/office/drawing/2014/main" id="{938CF67D-5B34-D735-FE3A-BDAB58912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417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98" name="Line 23">
              <a:extLst>
                <a:ext uri="{FF2B5EF4-FFF2-40B4-BE49-F238E27FC236}">
                  <a16:creationId xmlns:a16="http://schemas.microsoft.com/office/drawing/2014/main" id="{1D4DEF8F-EC90-904E-B0C9-9BCC26428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699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99" name="Line 24">
              <a:extLst>
                <a:ext uri="{FF2B5EF4-FFF2-40B4-BE49-F238E27FC236}">
                  <a16:creationId xmlns:a16="http://schemas.microsoft.com/office/drawing/2014/main" id="{02F88168-41B6-E45E-5EF2-B18C49B3E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982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0" name="Line 25">
              <a:extLst>
                <a:ext uri="{FF2B5EF4-FFF2-40B4-BE49-F238E27FC236}">
                  <a16:creationId xmlns:a16="http://schemas.microsoft.com/office/drawing/2014/main" id="{FBC2F953-4384-6004-4D65-7D93DFF85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3264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1" name="Line 26">
              <a:extLst>
                <a:ext uri="{FF2B5EF4-FFF2-40B4-BE49-F238E27FC236}">
                  <a16:creationId xmlns:a16="http://schemas.microsoft.com/office/drawing/2014/main" id="{C89FC61F-B7B2-75C1-AEC4-3F2574E64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134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2" name="Line 27">
              <a:extLst>
                <a:ext uri="{FF2B5EF4-FFF2-40B4-BE49-F238E27FC236}">
                  <a16:creationId xmlns:a16="http://schemas.microsoft.com/office/drawing/2014/main" id="{9E8B5322-55C9-9038-1969-DE7C254C4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8" y="2134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3" name="Line 28">
              <a:extLst>
                <a:ext uri="{FF2B5EF4-FFF2-40B4-BE49-F238E27FC236}">
                  <a16:creationId xmlns:a16="http://schemas.microsoft.com/office/drawing/2014/main" id="{9D28FF94-83DD-3A66-7A71-D4311CE21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2134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4" name="Line 29">
              <a:extLst>
                <a:ext uri="{FF2B5EF4-FFF2-40B4-BE49-F238E27FC236}">
                  <a16:creationId xmlns:a16="http://schemas.microsoft.com/office/drawing/2014/main" id="{B06BF4D0-2759-1C16-3693-6DE592947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9" y="2134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5" name="Line 30">
              <a:extLst>
                <a:ext uri="{FF2B5EF4-FFF2-40B4-BE49-F238E27FC236}">
                  <a16:creationId xmlns:a16="http://schemas.microsoft.com/office/drawing/2014/main" id="{7662F6FD-490D-418B-E64D-34B9E6BC5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8" y="2134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6" name="Line 31">
              <a:extLst>
                <a:ext uri="{FF2B5EF4-FFF2-40B4-BE49-F238E27FC236}">
                  <a16:creationId xmlns:a16="http://schemas.microsoft.com/office/drawing/2014/main" id="{E24F53E9-997C-6E86-DF25-D419E0331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2" y="1907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7312" name="Text Box 32">
              <a:extLst>
                <a:ext uri="{FF2B5EF4-FFF2-40B4-BE49-F238E27FC236}">
                  <a16:creationId xmlns:a16="http://schemas.microsoft.com/office/drawing/2014/main" id="{2C35EFCA-8F5B-BED7-5566-55D683190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2" y="1694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13" name="Text Box 33">
              <a:extLst>
                <a:ext uri="{FF2B5EF4-FFF2-40B4-BE49-F238E27FC236}">
                  <a16:creationId xmlns:a16="http://schemas.microsoft.com/office/drawing/2014/main" id="{375BB644-326A-129B-BA67-C0F3201E4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920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14" name="Text Box 34">
              <a:extLst>
                <a:ext uri="{FF2B5EF4-FFF2-40B4-BE49-F238E27FC236}">
                  <a16:creationId xmlns:a16="http://schemas.microsoft.com/office/drawing/2014/main" id="{C6281956-9D5B-A06A-D679-F2F02B3FF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150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7315" name="Text Box 35">
              <a:extLst>
                <a:ext uri="{FF2B5EF4-FFF2-40B4-BE49-F238E27FC236}">
                  <a16:creationId xmlns:a16="http://schemas.microsoft.com/office/drawing/2014/main" id="{E7E6FBF8-91DA-9ACC-8BFF-CCF3619F3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1" y="1876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0</a:t>
              </a:r>
              <a:r>
                <a:rPr lang="en-US" altLang="zh-CN" b="1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316" name="Text Box 36">
              <a:extLst>
                <a:ext uri="{FF2B5EF4-FFF2-40B4-BE49-F238E27FC236}">
                  <a16:creationId xmlns:a16="http://schemas.microsoft.com/office/drawing/2014/main" id="{E4D839E9-BD37-C532-D81D-AD19F8D7C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440"/>
              <a:ext cx="146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状态表</a:t>
              </a:r>
            </a:p>
          </p:txBody>
        </p:sp>
      </p:grpSp>
      <p:grpSp>
        <p:nvGrpSpPr>
          <p:cNvPr id="737319" name="Group 39">
            <a:extLst>
              <a:ext uri="{FF2B5EF4-FFF2-40B4-BE49-F238E27FC236}">
                <a16:creationId xmlns:a16="http://schemas.microsoft.com/office/drawing/2014/main" id="{FBBD61D6-F3AC-DA1B-C2CD-9225B50B318C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28600"/>
            <a:ext cx="2819400" cy="2813050"/>
            <a:chOff x="3888" y="2068"/>
            <a:chExt cx="1769" cy="1772"/>
          </a:xfrm>
        </p:grpSpPr>
        <p:grpSp>
          <p:nvGrpSpPr>
            <p:cNvPr id="52268" name="Group 40">
              <a:extLst>
                <a:ext uri="{FF2B5EF4-FFF2-40B4-BE49-F238E27FC236}">
                  <a16:creationId xmlns:a16="http://schemas.microsoft.com/office/drawing/2014/main" id="{A6066DA4-5026-E2D2-F588-E279FB65E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737321" name="Rectangle 41">
                <a:extLst>
                  <a:ext uri="{FF2B5EF4-FFF2-40B4-BE49-F238E27FC236}">
                    <a16:creationId xmlns:a16="http://schemas.microsoft.com/office/drawing/2014/main" id="{590FBA52-24B3-33A5-A04B-4319B848B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</a:p>
            </p:txBody>
          </p:sp>
          <p:sp>
            <p:nvSpPr>
              <p:cNvPr id="737322" name="Rectangle 42">
                <a:extLst>
                  <a:ext uri="{FF2B5EF4-FFF2-40B4-BE49-F238E27FC236}">
                    <a16:creationId xmlns:a16="http://schemas.microsoft.com/office/drawing/2014/main" id="{21315EEA-E934-334E-71B2-CC34AEA24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     1       x</a:t>
                </a:r>
              </a:p>
            </p:txBody>
          </p:sp>
          <p:sp>
            <p:nvSpPr>
              <p:cNvPr id="737323" name="Rectangle 43">
                <a:extLst>
                  <a:ext uri="{FF2B5EF4-FFF2-40B4-BE49-F238E27FC236}">
                    <a16:creationId xmlns:a16="http://schemas.microsoft.com/office/drawing/2014/main" id="{F34D3FCA-4D8E-5395-B561-39800886C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</a:p>
            </p:txBody>
          </p:sp>
          <p:sp>
            <p:nvSpPr>
              <p:cNvPr id="737324" name="Rectangle 44">
                <a:extLst>
                  <a:ext uri="{FF2B5EF4-FFF2-40B4-BE49-F238E27FC236}">
                    <a16:creationId xmlns:a16="http://schemas.microsoft.com/office/drawing/2014/main" id="{76E6F9FD-2D4E-C577-FF3D-5667B08A5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</a:p>
            </p:txBody>
          </p:sp>
          <p:sp>
            <p:nvSpPr>
              <p:cNvPr id="52274" name="Line 45">
                <a:extLst>
                  <a:ext uri="{FF2B5EF4-FFF2-40B4-BE49-F238E27FC236}">
                    <a16:creationId xmlns:a16="http://schemas.microsoft.com/office/drawing/2014/main" id="{1C399F40-ECF5-71C2-4C39-099E7D479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5" name="Line 46">
                <a:extLst>
                  <a:ext uri="{FF2B5EF4-FFF2-40B4-BE49-F238E27FC236}">
                    <a16:creationId xmlns:a16="http://schemas.microsoft.com/office/drawing/2014/main" id="{13FCD630-5F51-3AA6-909D-F7A9F5006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6" name="Line 47">
                <a:extLst>
                  <a:ext uri="{FF2B5EF4-FFF2-40B4-BE49-F238E27FC236}">
                    <a16:creationId xmlns:a16="http://schemas.microsoft.com/office/drawing/2014/main" id="{D289822F-B551-DE23-3986-4D7F78AC5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7" name="Line 48">
                <a:extLst>
                  <a:ext uri="{FF2B5EF4-FFF2-40B4-BE49-F238E27FC236}">
                    <a16:creationId xmlns:a16="http://schemas.microsoft.com/office/drawing/2014/main" id="{691E72A5-0837-FF82-29FE-D613837CA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8" name="Line 49">
                <a:extLst>
                  <a:ext uri="{FF2B5EF4-FFF2-40B4-BE49-F238E27FC236}">
                    <a16:creationId xmlns:a16="http://schemas.microsoft.com/office/drawing/2014/main" id="{5FCA371F-3D4D-C68B-AB85-1CE4B5FCD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9" name="Line 50">
                <a:extLst>
                  <a:ext uri="{FF2B5EF4-FFF2-40B4-BE49-F238E27FC236}">
                    <a16:creationId xmlns:a16="http://schemas.microsoft.com/office/drawing/2014/main" id="{6F982B78-1043-726E-3403-F7A11FBAB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37331" name="Rectangle 51">
              <a:extLst>
                <a:ext uri="{FF2B5EF4-FFF2-40B4-BE49-F238E27FC236}">
                  <a16:creationId xmlns:a16="http://schemas.microsoft.com/office/drawing/2014/main" id="{3C3C8737-B4F3-DD3F-6009-82570FD09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</a:p>
          </p:txBody>
        </p:sp>
      </p:grpSp>
      <p:grpSp>
        <p:nvGrpSpPr>
          <p:cNvPr id="737383" name="Group 103">
            <a:extLst>
              <a:ext uri="{FF2B5EF4-FFF2-40B4-BE49-F238E27FC236}">
                <a16:creationId xmlns:a16="http://schemas.microsoft.com/office/drawing/2014/main" id="{34860DCB-A593-9BBA-9E4F-5B6FAB0BCE63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276600"/>
            <a:ext cx="3549650" cy="2895600"/>
            <a:chOff x="2544" y="2064"/>
            <a:chExt cx="2236" cy="1824"/>
          </a:xfrm>
        </p:grpSpPr>
        <p:sp>
          <p:nvSpPr>
            <p:cNvPr id="52252" name="Line 70">
              <a:extLst>
                <a:ext uri="{FF2B5EF4-FFF2-40B4-BE49-F238E27FC236}">
                  <a16:creationId xmlns:a16="http://schemas.microsoft.com/office/drawing/2014/main" id="{8070F2E5-845B-EED8-8E94-2DF9DFE5F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3" name="Line 71">
              <a:extLst>
                <a:ext uri="{FF2B5EF4-FFF2-40B4-BE49-F238E27FC236}">
                  <a16:creationId xmlns:a16="http://schemas.microsoft.com/office/drawing/2014/main" id="{E7E5D61A-117C-1878-F7A9-E2BF679D7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041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4" name="Line 72">
              <a:extLst>
                <a:ext uri="{FF2B5EF4-FFF2-40B4-BE49-F238E27FC236}">
                  <a16:creationId xmlns:a16="http://schemas.microsoft.com/office/drawing/2014/main" id="{FFF76D8F-442E-A2B4-0675-D6E47A756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323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5" name="Line 73">
              <a:extLst>
                <a:ext uri="{FF2B5EF4-FFF2-40B4-BE49-F238E27FC236}">
                  <a16:creationId xmlns:a16="http://schemas.microsoft.com/office/drawing/2014/main" id="{62375F3B-48C3-835B-ECFF-AF5CD1EBA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606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6" name="Line 74">
              <a:extLst>
                <a:ext uri="{FF2B5EF4-FFF2-40B4-BE49-F238E27FC236}">
                  <a16:creationId xmlns:a16="http://schemas.microsoft.com/office/drawing/2014/main" id="{990E8112-91B8-6B08-8C0E-B62026721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88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7" name="Line 75">
              <a:extLst>
                <a:ext uri="{FF2B5EF4-FFF2-40B4-BE49-F238E27FC236}">
                  <a16:creationId xmlns:a16="http://schemas.microsoft.com/office/drawing/2014/main" id="{A30662C4-8BAD-7D69-982B-F0E006CEE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8" name="Line 76">
              <a:extLst>
                <a:ext uri="{FF2B5EF4-FFF2-40B4-BE49-F238E27FC236}">
                  <a16:creationId xmlns:a16="http://schemas.microsoft.com/office/drawing/2014/main" id="{7274E495-311D-0A7E-CC19-5F368F458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9" name="Line 77">
              <a:extLst>
                <a:ext uri="{FF2B5EF4-FFF2-40B4-BE49-F238E27FC236}">
                  <a16:creationId xmlns:a16="http://schemas.microsoft.com/office/drawing/2014/main" id="{D2D964E8-E95B-4290-7EC5-3EE6FC758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60" name="Line 78">
              <a:extLst>
                <a:ext uri="{FF2B5EF4-FFF2-40B4-BE49-F238E27FC236}">
                  <a16:creationId xmlns:a16="http://schemas.microsoft.com/office/drawing/2014/main" id="{7000F4E4-0F0E-3C91-C1D3-9BFD09984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61" name="Line 79">
              <a:extLst>
                <a:ext uri="{FF2B5EF4-FFF2-40B4-BE49-F238E27FC236}">
                  <a16:creationId xmlns:a16="http://schemas.microsoft.com/office/drawing/2014/main" id="{AEC72B61-36DA-07A8-BE99-41392BB38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6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62" name="Line 80">
              <a:extLst>
                <a:ext uri="{FF2B5EF4-FFF2-40B4-BE49-F238E27FC236}">
                  <a16:creationId xmlns:a16="http://schemas.microsoft.com/office/drawing/2014/main" id="{914D8227-FD87-CA1C-62EC-FE9BD4DA14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" y="2531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7361" name="Text Box 81">
              <a:extLst>
                <a:ext uri="{FF2B5EF4-FFF2-40B4-BE49-F238E27FC236}">
                  <a16:creationId xmlns:a16="http://schemas.microsoft.com/office/drawing/2014/main" id="{5B8371E3-881D-6993-9F5C-89EB05A72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0" y="2318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62" name="Text Box 82">
              <a:extLst>
                <a:ext uri="{FF2B5EF4-FFF2-40B4-BE49-F238E27FC236}">
                  <a16:creationId xmlns:a16="http://schemas.microsoft.com/office/drawing/2014/main" id="{82ECE2B5-27C2-FCB1-72BA-44CA2E73C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44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63" name="Text Box 83">
              <a:extLst>
                <a:ext uri="{FF2B5EF4-FFF2-40B4-BE49-F238E27FC236}">
                  <a16:creationId xmlns:a16="http://schemas.microsoft.com/office/drawing/2014/main" id="{BB9BCEAD-3D98-4450-0C20-8343779E6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74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7364" name="Text Box 84">
              <a:extLst>
                <a:ext uri="{FF2B5EF4-FFF2-40B4-BE49-F238E27FC236}">
                  <a16:creationId xmlns:a16="http://schemas.microsoft.com/office/drawing/2014/main" id="{FE0B2F49-5D69-952D-B46A-F6D966988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9" y="2500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0</a:t>
              </a:r>
              <a:r>
                <a:rPr lang="en-US" altLang="zh-CN" b="1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365" name="Text Box 85">
              <a:extLst>
                <a:ext uri="{FF2B5EF4-FFF2-40B4-BE49-F238E27FC236}">
                  <a16:creationId xmlns:a16="http://schemas.microsoft.com/office/drawing/2014/main" id="{BD56F535-8F2C-1602-1E89-3DA32676C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064"/>
              <a:ext cx="146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en-US" altLang="zh-CN" sz="1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18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激励表</a:t>
              </a:r>
            </a:p>
          </p:txBody>
        </p:sp>
      </p:grpSp>
      <p:grpSp>
        <p:nvGrpSpPr>
          <p:cNvPr id="737379" name="Group 99">
            <a:extLst>
              <a:ext uri="{FF2B5EF4-FFF2-40B4-BE49-F238E27FC236}">
                <a16:creationId xmlns:a16="http://schemas.microsoft.com/office/drawing/2014/main" id="{D31E897B-70FE-C6B0-E824-65D20FD02D2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427538"/>
            <a:ext cx="639763" cy="1812925"/>
            <a:chOff x="3168" y="2789"/>
            <a:chExt cx="403" cy="1142"/>
          </a:xfrm>
        </p:grpSpPr>
        <p:sp>
          <p:nvSpPr>
            <p:cNvPr id="737349" name="Rectangle 69">
              <a:extLst>
                <a:ext uri="{FF2B5EF4-FFF2-40B4-BE49-F238E27FC236}">
                  <a16:creationId xmlns:a16="http://schemas.microsoft.com/office/drawing/2014/main" id="{9107943B-3518-2E23-A5D2-DF0138049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89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66" name="Rectangle 86">
              <a:extLst>
                <a:ext uri="{FF2B5EF4-FFF2-40B4-BE49-F238E27FC236}">
                  <a16:creationId xmlns:a16="http://schemas.microsoft.com/office/drawing/2014/main" id="{920CCE51-7610-55B4-C1A2-026B7954E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67" name="Rectangle 87">
              <a:extLst>
                <a:ext uri="{FF2B5EF4-FFF2-40B4-BE49-F238E27FC236}">
                  <a16:creationId xmlns:a16="http://schemas.microsoft.com/office/drawing/2014/main" id="{C110E3AC-1220-4B35-3D00-E7D52883A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360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68" name="Rectangle 88">
              <a:extLst>
                <a:ext uri="{FF2B5EF4-FFF2-40B4-BE49-F238E27FC236}">
                  <a16:creationId xmlns:a16="http://schemas.microsoft.com/office/drawing/2014/main" id="{14077577-B4FA-407A-159E-E8F60BC71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48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</p:grpSp>
      <p:grpSp>
        <p:nvGrpSpPr>
          <p:cNvPr id="737380" name="Group 100">
            <a:extLst>
              <a:ext uri="{FF2B5EF4-FFF2-40B4-BE49-F238E27FC236}">
                <a16:creationId xmlns:a16="http://schemas.microsoft.com/office/drawing/2014/main" id="{6D82625F-3DF4-6E50-ABB6-76CE781A6861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427538"/>
            <a:ext cx="606425" cy="1820862"/>
            <a:chOff x="3456" y="2789"/>
            <a:chExt cx="382" cy="1147"/>
          </a:xfrm>
        </p:grpSpPr>
        <p:sp>
          <p:nvSpPr>
            <p:cNvPr id="737348" name="Rectangle 68">
              <a:extLst>
                <a:ext uri="{FF2B5EF4-FFF2-40B4-BE49-F238E27FC236}">
                  <a16:creationId xmlns:a16="http://schemas.microsoft.com/office/drawing/2014/main" id="{3A117878-183A-C68D-9C6D-E27BB8ED1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789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69" name="Rectangle 89">
              <a:extLst>
                <a:ext uri="{FF2B5EF4-FFF2-40B4-BE49-F238E27FC236}">
                  <a16:creationId xmlns:a16="http://schemas.microsoft.com/office/drawing/2014/main" id="{DF83F7D7-098E-77B8-7F76-F85D3E535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072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0" name="Rectangle 90">
              <a:extLst>
                <a:ext uri="{FF2B5EF4-FFF2-40B4-BE49-F238E27FC236}">
                  <a16:creationId xmlns:a16="http://schemas.microsoft.com/office/drawing/2014/main" id="{2FEF3F79-06A6-58FD-8936-C3C924E34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365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1" name="Rectangle 91">
              <a:extLst>
                <a:ext uri="{FF2B5EF4-FFF2-40B4-BE49-F238E27FC236}">
                  <a16:creationId xmlns:a16="http://schemas.microsoft.com/office/drawing/2014/main" id="{20333772-770C-71DC-802B-4379227F5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653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</p:grpSp>
      <p:grpSp>
        <p:nvGrpSpPr>
          <p:cNvPr id="737381" name="Group 101">
            <a:extLst>
              <a:ext uri="{FF2B5EF4-FFF2-40B4-BE49-F238E27FC236}">
                <a16:creationId xmlns:a16="http://schemas.microsoft.com/office/drawing/2014/main" id="{6ADA278E-A20A-5D8B-707E-FBBF5D59B2A9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427538"/>
            <a:ext cx="685800" cy="1820862"/>
            <a:chOff x="3744" y="2789"/>
            <a:chExt cx="432" cy="1147"/>
          </a:xfrm>
        </p:grpSpPr>
        <p:sp>
          <p:nvSpPr>
            <p:cNvPr id="737347" name="Rectangle 67">
              <a:extLst>
                <a:ext uri="{FF2B5EF4-FFF2-40B4-BE49-F238E27FC236}">
                  <a16:creationId xmlns:a16="http://schemas.microsoft.com/office/drawing/2014/main" id="{97BE2637-FB98-0DF5-AA11-61D682B41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89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2" name="Rectangle 92">
              <a:extLst>
                <a:ext uri="{FF2B5EF4-FFF2-40B4-BE49-F238E27FC236}">
                  <a16:creationId xmlns:a16="http://schemas.microsoft.com/office/drawing/2014/main" id="{310BFDF0-5BBA-DA72-E1A3-AA7BB2C45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077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3" name="Rectangle 93">
              <a:extLst>
                <a:ext uri="{FF2B5EF4-FFF2-40B4-BE49-F238E27FC236}">
                  <a16:creationId xmlns:a16="http://schemas.microsoft.com/office/drawing/2014/main" id="{98F84254-3700-D571-C211-B68C5B205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65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4" name="Rectangle 94">
              <a:extLst>
                <a:ext uri="{FF2B5EF4-FFF2-40B4-BE49-F238E27FC236}">
                  <a16:creationId xmlns:a16="http://schemas.microsoft.com/office/drawing/2014/main" id="{B9E4E720-B9AC-0D95-02A9-7829A8F67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653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</p:grpSp>
      <p:grpSp>
        <p:nvGrpSpPr>
          <p:cNvPr id="737382" name="Group 102">
            <a:extLst>
              <a:ext uri="{FF2B5EF4-FFF2-40B4-BE49-F238E27FC236}">
                <a16:creationId xmlns:a16="http://schemas.microsoft.com/office/drawing/2014/main" id="{585F7E08-1F60-19A0-2D6F-ABCC031CFAE4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435475"/>
            <a:ext cx="639763" cy="1812925"/>
            <a:chOff x="4080" y="2794"/>
            <a:chExt cx="403" cy="1142"/>
          </a:xfrm>
        </p:grpSpPr>
        <p:sp>
          <p:nvSpPr>
            <p:cNvPr id="737375" name="Rectangle 95">
              <a:extLst>
                <a:ext uri="{FF2B5EF4-FFF2-40B4-BE49-F238E27FC236}">
                  <a16:creationId xmlns:a16="http://schemas.microsoft.com/office/drawing/2014/main" id="{BAB1D88B-B3A4-1EC7-3D3E-5B7FAF2B5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94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76" name="Rectangle 96">
              <a:extLst>
                <a:ext uri="{FF2B5EF4-FFF2-40B4-BE49-F238E27FC236}">
                  <a16:creationId xmlns:a16="http://schemas.microsoft.com/office/drawing/2014/main" id="{01107BC3-5D32-025F-7BB3-4CDC3E019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77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77" name="Rectangle 97">
              <a:extLst>
                <a:ext uri="{FF2B5EF4-FFF2-40B4-BE49-F238E27FC236}">
                  <a16:creationId xmlns:a16="http://schemas.microsoft.com/office/drawing/2014/main" id="{85E3F3DD-F2D2-D688-6EE1-07965A95E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65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78" name="Rectangle 98">
              <a:extLst>
                <a:ext uri="{FF2B5EF4-FFF2-40B4-BE49-F238E27FC236}">
                  <a16:creationId xmlns:a16="http://schemas.microsoft.com/office/drawing/2014/main" id="{B5624493-1FCE-71B0-77B2-A4A0144B5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53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3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3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3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068908EE-E4E8-B571-5759-EAED93D2D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64E69994-DC9B-8DD5-8309-BA9C899082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Georgia" panose="02040502050405020303" pitchFamily="18" charset="0"/>
              </a:rPr>
              <a:t>求激励函数表达式</a:t>
            </a:r>
          </a:p>
        </p:txBody>
      </p:sp>
      <p:sp>
        <p:nvSpPr>
          <p:cNvPr id="46" name="灯片编号占位符 5">
            <a:extLst>
              <a:ext uri="{FF2B5EF4-FFF2-40B4-BE49-F238E27FC236}">
                <a16:creationId xmlns:a16="http://schemas.microsoft.com/office/drawing/2014/main" id="{FAD63BF3-57B9-6D1B-25EA-CE673963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44A93EC-87DD-446A-B52A-8DB7C676B3BC}" type="slidenum">
              <a:rPr lang="en-US" altLang="zh-CN" sz="1000" smtClean="0"/>
              <a:pPr>
                <a:defRPr/>
              </a:pPr>
              <a:t>43</a:t>
            </a:fld>
            <a:endParaRPr lang="en-US" altLang="zh-CN" sz="1000"/>
          </a:p>
        </p:txBody>
      </p:sp>
      <p:grpSp>
        <p:nvGrpSpPr>
          <p:cNvPr id="53253" name="Group 43">
            <a:extLst>
              <a:ext uri="{FF2B5EF4-FFF2-40B4-BE49-F238E27FC236}">
                <a16:creationId xmlns:a16="http://schemas.microsoft.com/office/drawing/2014/main" id="{AB8CC3CE-F767-D6E7-B004-FD8441646582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667000"/>
            <a:ext cx="3549650" cy="2971800"/>
            <a:chOff x="576" y="1680"/>
            <a:chExt cx="2236" cy="1872"/>
          </a:xfrm>
        </p:grpSpPr>
        <p:grpSp>
          <p:nvGrpSpPr>
            <p:cNvPr id="53256" name="Group 4">
              <a:extLst>
                <a:ext uri="{FF2B5EF4-FFF2-40B4-BE49-F238E27FC236}">
                  <a16:creationId xmlns:a16="http://schemas.microsoft.com/office/drawing/2014/main" id="{3F781F64-43BF-ECA3-2AD9-5275D9F6C4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680"/>
              <a:ext cx="2236" cy="1824"/>
              <a:chOff x="2544" y="2064"/>
              <a:chExt cx="2236" cy="1824"/>
            </a:xfrm>
          </p:grpSpPr>
          <p:sp>
            <p:nvSpPr>
              <p:cNvPr id="53277" name="Line 5">
                <a:extLst>
                  <a:ext uri="{FF2B5EF4-FFF2-40B4-BE49-F238E27FC236}">
                    <a16:creationId xmlns:a16="http://schemas.microsoft.com/office/drawing/2014/main" id="{1435486E-4052-E394-4805-99F39F7AD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2758"/>
                <a:ext cx="123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78" name="Line 6">
                <a:extLst>
                  <a:ext uri="{FF2B5EF4-FFF2-40B4-BE49-F238E27FC236}">
                    <a16:creationId xmlns:a16="http://schemas.microsoft.com/office/drawing/2014/main" id="{6FE8DE31-6C99-9A50-DB4E-D85E27217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041"/>
                <a:ext cx="12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79" name="Line 7">
                <a:extLst>
                  <a:ext uri="{FF2B5EF4-FFF2-40B4-BE49-F238E27FC236}">
                    <a16:creationId xmlns:a16="http://schemas.microsoft.com/office/drawing/2014/main" id="{4BE86260-CB78-4E3B-3984-B725F9598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323"/>
                <a:ext cx="12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0" name="Line 8">
                <a:extLst>
                  <a:ext uri="{FF2B5EF4-FFF2-40B4-BE49-F238E27FC236}">
                    <a16:creationId xmlns:a16="http://schemas.microsoft.com/office/drawing/2014/main" id="{B65E0106-20D6-66BD-7C1D-E1A4E3E8D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606"/>
                <a:ext cx="12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1" name="Line 9">
                <a:extLst>
                  <a:ext uri="{FF2B5EF4-FFF2-40B4-BE49-F238E27FC236}">
                    <a16:creationId xmlns:a16="http://schemas.microsoft.com/office/drawing/2014/main" id="{C3F1F089-3D1C-7B92-37C5-D8313C142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888"/>
                <a:ext cx="123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2" name="Line 10">
                <a:extLst>
                  <a:ext uri="{FF2B5EF4-FFF2-40B4-BE49-F238E27FC236}">
                    <a16:creationId xmlns:a16="http://schemas.microsoft.com/office/drawing/2014/main" id="{DDB62FFA-17A6-1560-7799-60F46C6E6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2758"/>
                <a:ext cx="0" cy="113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3" name="Line 11">
                <a:extLst>
                  <a:ext uri="{FF2B5EF4-FFF2-40B4-BE49-F238E27FC236}">
                    <a16:creationId xmlns:a16="http://schemas.microsoft.com/office/drawing/2014/main" id="{85DB76D4-0F6F-FC13-F87E-1F011B889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2758"/>
                <a:ext cx="0" cy="11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4" name="Line 12">
                <a:extLst>
                  <a:ext uri="{FF2B5EF4-FFF2-40B4-BE49-F238E27FC236}">
                    <a16:creationId xmlns:a16="http://schemas.microsoft.com/office/drawing/2014/main" id="{557B2577-1DA4-4A6D-6800-B142E15C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7" y="2758"/>
                <a:ext cx="0" cy="11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5" name="Line 13">
                <a:extLst>
                  <a:ext uri="{FF2B5EF4-FFF2-40B4-BE49-F238E27FC236}">
                    <a16:creationId xmlns:a16="http://schemas.microsoft.com/office/drawing/2014/main" id="{5A5EE0C3-ABEF-FC7B-C8E5-AD5DEF8B5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2758"/>
                <a:ext cx="0" cy="11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6" name="Line 14">
                <a:extLst>
                  <a:ext uri="{FF2B5EF4-FFF2-40B4-BE49-F238E27FC236}">
                    <a16:creationId xmlns:a16="http://schemas.microsoft.com/office/drawing/2014/main" id="{8C9EE3B9-7DA7-C4CB-820D-9DF66A663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6" y="2758"/>
                <a:ext cx="0" cy="113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7" name="Line 15">
                <a:extLst>
                  <a:ext uri="{FF2B5EF4-FFF2-40B4-BE49-F238E27FC236}">
                    <a16:creationId xmlns:a16="http://schemas.microsoft.com/office/drawing/2014/main" id="{D50E2C3B-2CB0-DE42-64B9-E7F260263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80" y="2531"/>
                <a:ext cx="308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8320" name="Text Box 16">
                <a:extLst>
                  <a:ext uri="{FF2B5EF4-FFF2-40B4-BE49-F238E27FC236}">
                    <a16:creationId xmlns:a16="http://schemas.microsoft.com/office/drawing/2014/main" id="{C5F4050B-B907-083F-1DD3-AA0C2BC38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0" y="2318"/>
                <a:ext cx="646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0n</a:t>
                </a:r>
                <a:endPara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8321" name="Text Box 17">
                <a:extLst>
                  <a:ext uri="{FF2B5EF4-FFF2-40B4-BE49-F238E27FC236}">
                    <a16:creationId xmlns:a16="http://schemas.microsoft.com/office/drawing/2014/main" id="{60D20941-A73A-0D45-D8D0-85A93CFFAA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544"/>
                <a:ext cx="65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3n</a:t>
                </a: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endPara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8322" name="Text Box 18">
                <a:extLst>
                  <a:ext uri="{FF2B5EF4-FFF2-40B4-BE49-F238E27FC236}">
                    <a16:creationId xmlns:a16="http://schemas.microsoft.com/office/drawing/2014/main" id="{E95ADF12-BADE-A893-15D9-CDB5CAFC66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774"/>
                <a:ext cx="340" cy="11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10</a:t>
                </a:r>
              </a:p>
            </p:txBody>
          </p:sp>
          <p:sp>
            <p:nvSpPr>
              <p:cNvPr id="738323" name="Text Box 19">
                <a:extLst>
                  <a:ext uri="{FF2B5EF4-FFF2-40B4-BE49-F238E27FC236}">
                    <a16:creationId xmlns:a16="http://schemas.microsoft.com/office/drawing/2014/main" id="{C5BA7B07-DD7E-4FE4-D0AE-83E2389DBD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9" y="2500"/>
                <a:ext cx="1245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00   01   11   10</a:t>
                </a:r>
              </a:p>
            </p:txBody>
          </p:sp>
          <p:sp>
            <p:nvSpPr>
              <p:cNvPr id="738324" name="Text Box 20">
                <a:extLst>
                  <a:ext uri="{FF2B5EF4-FFF2-40B4-BE49-F238E27FC236}">
                    <a16:creationId xmlns:a16="http://schemas.microsoft.com/office/drawing/2014/main" id="{5B5EB3D9-B2C5-C93E-62A8-6DB4D776CA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2" y="2064"/>
                <a:ext cx="146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18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</a:t>
                </a:r>
                <a:r>
                  <a:rPr lang="en-US" altLang="zh-CN" sz="1800" b="1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 </a:t>
                </a:r>
                <a:r>
                  <a:rPr lang="en-US" altLang="zh-CN" sz="18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</a:t>
                </a:r>
                <a:r>
                  <a:rPr lang="en-US" altLang="zh-CN" sz="1800" b="1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 </a:t>
                </a:r>
                <a:r>
                  <a:rPr lang="zh-CN" altLang="en-US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激励表</a:t>
                </a:r>
              </a:p>
            </p:txBody>
          </p:sp>
        </p:grpSp>
        <p:grpSp>
          <p:nvGrpSpPr>
            <p:cNvPr id="53257" name="Group 21">
              <a:extLst>
                <a:ext uri="{FF2B5EF4-FFF2-40B4-BE49-F238E27FC236}">
                  <a16:creationId xmlns:a16="http://schemas.microsoft.com/office/drawing/2014/main" id="{C64CB4B3-464C-BCE2-2B50-D9E48BDAB5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405"/>
              <a:ext cx="403" cy="1142"/>
              <a:chOff x="3168" y="2789"/>
              <a:chExt cx="403" cy="1142"/>
            </a:xfrm>
          </p:grpSpPr>
          <p:sp>
            <p:nvSpPr>
              <p:cNvPr id="738326" name="Rectangle 22">
                <a:extLst>
                  <a:ext uri="{FF2B5EF4-FFF2-40B4-BE49-F238E27FC236}">
                    <a16:creationId xmlns:a16="http://schemas.microsoft.com/office/drawing/2014/main" id="{4AB5410A-0B0D-FFE3-2FA1-FF8C05EAC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89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27" name="Rectangle 23">
                <a:extLst>
                  <a:ext uri="{FF2B5EF4-FFF2-40B4-BE49-F238E27FC236}">
                    <a16:creationId xmlns:a16="http://schemas.microsoft.com/office/drawing/2014/main" id="{12CED267-E895-8EC1-8212-CAFF02BD5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72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28" name="Rectangle 24">
                <a:extLst>
                  <a:ext uri="{FF2B5EF4-FFF2-40B4-BE49-F238E27FC236}">
                    <a16:creationId xmlns:a16="http://schemas.microsoft.com/office/drawing/2014/main" id="{4C2B65BC-18CC-B529-413B-CF06A9F9B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360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29" name="Rectangle 25">
                <a:extLst>
                  <a:ext uri="{FF2B5EF4-FFF2-40B4-BE49-F238E27FC236}">
                    <a16:creationId xmlns:a16="http://schemas.microsoft.com/office/drawing/2014/main" id="{BF537BBC-8A7C-1C46-02C8-DBA01D389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1×</a:t>
                </a:r>
              </a:p>
            </p:txBody>
          </p:sp>
        </p:grpSp>
        <p:grpSp>
          <p:nvGrpSpPr>
            <p:cNvPr id="53258" name="Group 26">
              <a:extLst>
                <a:ext uri="{FF2B5EF4-FFF2-40B4-BE49-F238E27FC236}">
                  <a16:creationId xmlns:a16="http://schemas.microsoft.com/office/drawing/2014/main" id="{46BAB209-1847-30F8-68A0-C4860738A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05"/>
              <a:ext cx="382" cy="1147"/>
              <a:chOff x="3456" y="2789"/>
              <a:chExt cx="382" cy="1147"/>
            </a:xfrm>
          </p:grpSpPr>
          <p:sp>
            <p:nvSpPr>
              <p:cNvPr id="738331" name="Rectangle 27">
                <a:extLst>
                  <a:ext uri="{FF2B5EF4-FFF2-40B4-BE49-F238E27FC236}">
                    <a16:creationId xmlns:a16="http://schemas.microsoft.com/office/drawing/2014/main" id="{F3558F28-E205-C0D8-6DA9-B47B2D671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789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2" name="Rectangle 28">
                <a:extLst>
                  <a:ext uri="{FF2B5EF4-FFF2-40B4-BE49-F238E27FC236}">
                    <a16:creationId xmlns:a16="http://schemas.microsoft.com/office/drawing/2014/main" id="{C268250F-6FF7-5177-BC5B-F6EDD378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3" name="Rectangle 29">
                <a:extLst>
                  <a:ext uri="{FF2B5EF4-FFF2-40B4-BE49-F238E27FC236}">
                    <a16:creationId xmlns:a16="http://schemas.microsoft.com/office/drawing/2014/main" id="{8A31AE6C-4523-EB8B-3FCB-DB21B7A1F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365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4" name="Rectangle 30">
                <a:extLst>
                  <a:ext uri="{FF2B5EF4-FFF2-40B4-BE49-F238E27FC236}">
                    <a16:creationId xmlns:a16="http://schemas.microsoft.com/office/drawing/2014/main" id="{F4B29809-1529-5AB0-86A0-F72BF3D94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653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</p:grpSp>
        <p:grpSp>
          <p:nvGrpSpPr>
            <p:cNvPr id="53259" name="Group 31">
              <a:extLst>
                <a:ext uri="{FF2B5EF4-FFF2-40B4-BE49-F238E27FC236}">
                  <a16:creationId xmlns:a16="http://schemas.microsoft.com/office/drawing/2014/main" id="{3D44E1C2-48E0-1A7D-9D9F-1B3564773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400"/>
              <a:ext cx="432" cy="1147"/>
              <a:chOff x="3744" y="2789"/>
              <a:chExt cx="432" cy="1147"/>
            </a:xfrm>
          </p:grpSpPr>
          <p:sp>
            <p:nvSpPr>
              <p:cNvPr id="738336" name="Rectangle 32">
                <a:extLst>
                  <a:ext uri="{FF2B5EF4-FFF2-40B4-BE49-F238E27FC236}">
                    <a16:creationId xmlns:a16="http://schemas.microsoft.com/office/drawing/2014/main" id="{B08300DA-0F66-9049-CA2B-D28BD5F03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789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7" name="Rectangle 33">
                <a:extLst>
                  <a:ext uri="{FF2B5EF4-FFF2-40B4-BE49-F238E27FC236}">
                    <a16:creationId xmlns:a16="http://schemas.microsoft.com/office/drawing/2014/main" id="{CC742D1B-3572-3465-7F7B-F9BF08054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077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8" name="Rectangle 34">
                <a:extLst>
                  <a:ext uri="{FF2B5EF4-FFF2-40B4-BE49-F238E27FC236}">
                    <a16:creationId xmlns:a16="http://schemas.microsoft.com/office/drawing/2014/main" id="{C6CBD6B7-A4F6-C28D-5AB0-BFB48B90B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365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9" name="Rectangle 35">
                <a:extLst>
                  <a:ext uri="{FF2B5EF4-FFF2-40B4-BE49-F238E27FC236}">
                    <a16:creationId xmlns:a16="http://schemas.microsoft.com/office/drawing/2014/main" id="{2F064BC0-9BBC-C8D8-AE8F-39941E989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653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×1</a:t>
                </a:r>
              </a:p>
            </p:txBody>
          </p:sp>
        </p:grpSp>
        <p:grpSp>
          <p:nvGrpSpPr>
            <p:cNvPr id="53260" name="Group 36">
              <a:extLst>
                <a:ext uri="{FF2B5EF4-FFF2-40B4-BE49-F238E27FC236}">
                  <a16:creationId xmlns:a16="http://schemas.microsoft.com/office/drawing/2014/main" id="{BC42799B-0DEC-1E43-8248-F7C724D4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400"/>
              <a:ext cx="403" cy="1142"/>
              <a:chOff x="4080" y="2794"/>
              <a:chExt cx="403" cy="1142"/>
            </a:xfrm>
          </p:grpSpPr>
          <p:sp>
            <p:nvSpPr>
              <p:cNvPr id="738341" name="Rectangle 37">
                <a:extLst>
                  <a:ext uri="{FF2B5EF4-FFF2-40B4-BE49-F238E27FC236}">
                    <a16:creationId xmlns:a16="http://schemas.microsoft.com/office/drawing/2014/main" id="{6E10D63A-6FA2-F049-1C0C-372CD559A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794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42" name="Rectangle 38">
                <a:extLst>
                  <a:ext uri="{FF2B5EF4-FFF2-40B4-BE49-F238E27FC236}">
                    <a16:creationId xmlns:a16="http://schemas.microsoft.com/office/drawing/2014/main" id="{388F557A-10BF-56B7-AA2F-63504AE90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077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43" name="Rectangle 39">
                <a:extLst>
                  <a:ext uri="{FF2B5EF4-FFF2-40B4-BE49-F238E27FC236}">
                    <a16:creationId xmlns:a16="http://schemas.microsoft.com/office/drawing/2014/main" id="{CAF4AB92-EED4-9194-4E0C-740B2BC82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365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44" name="Rectangle 40">
                <a:extLst>
                  <a:ext uri="{FF2B5EF4-FFF2-40B4-BE49-F238E27FC236}">
                    <a16:creationId xmlns:a16="http://schemas.microsoft.com/office/drawing/2014/main" id="{A289D002-69D6-06CA-81C8-84ED269B4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653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1×</a:t>
                </a:r>
              </a:p>
            </p:txBody>
          </p:sp>
        </p:grpSp>
      </p:grpSp>
      <p:sp>
        <p:nvSpPr>
          <p:cNvPr id="738346" name="Rectangle 42">
            <a:extLst>
              <a:ext uri="{FF2B5EF4-FFF2-40B4-BE49-F238E27FC236}">
                <a16:creationId xmlns:a16="http://schemas.microsoft.com/office/drawing/2014/main" id="{05A8171A-41B3-A256-1CD2-E7B39059E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3070225"/>
            <a:ext cx="33797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激励函数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J</a:t>
            </a:r>
            <a:r>
              <a:rPr lang="en-US" altLang="zh-CN" sz="28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表达式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159E54-636D-D661-AEDB-09148F1FE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363" y="4151313"/>
            <a:ext cx="15843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J</a:t>
            </a:r>
            <a:r>
              <a:rPr lang="en-US" altLang="zh-CN" sz="2000" baseline="-25000"/>
              <a:t>0</a:t>
            </a:r>
            <a:r>
              <a:rPr lang="en-US" altLang="zh-CN" sz="2000"/>
              <a:t>=K</a:t>
            </a:r>
            <a:r>
              <a:rPr lang="en-US" altLang="zh-CN" sz="2000" baseline="-25000"/>
              <a:t>0</a:t>
            </a:r>
            <a:r>
              <a:rPr lang="en-US" altLang="zh-CN" sz="2000"/>
              <a:t>=1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46" grpId="0" autoUpdateAnimBg="0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B8804563-90ED-5CB8-A4B9-E39F8998E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</a:p>
        </p:txBody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63F81524-8791-3D2B-B2BE-DF259AD4E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Georgia" panose="02040502050405020303" pitchFamily="18" charset="0"/>
              </a:rPr>
              <a:t>求激励函数表达式</a:t>
            </a:r>
            <a:endParaRPr lang="zh-CN" altLang="en-US" dirty="0"/>
          </a:p>
        </p:txBody>
      </p:sp>
      <p:sp>
        <p:nvSpPr>
          <p:cNvPr id="78" name="灯片编号占位符 5">
            <a:extLst>
              <a:ext uri="{FF2B5EF4-FFF2-40B4-BE49-F238E27FC236}">
                <a16:creationId xmlns:a16="http://schemas.microsoft.com/office/drawing/2014/main" id="{737D2763-C4B6-0DF9-5D91-002B52DF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0A5534-0CC1-46A8-988F-8627F3053C8A}" type="slidenum">
              <a:rPr lang="en-US" altLang="zh-CN" sz="1000" smtClean="0"/>
              <a:pPr>
                <a:defRPr/>
              </a:pPr>
              <a:t>44</a:t>
            </a:fld>
            <a:endParaRPr lang="en-US" altLang="zh-CN" sz="1000"/>
          </a:p>
        </p:txBody>
      </p:sp>
      <p:grpSp>
        <p:nvGrpSpPr>
          <p:cNvPr id="739411" name="Group 83">
            <a:extLst>
              <a:ext uri="{FF2B5EF4-FFF2-40B4-BE49-F238E27FC236}">
                <a16:creationId xmlns:a16="http://schemas.microsoft.com/office/drawing/2014/main" id="{9C68AED4-5533-9A95-015A-B8D6C8FF707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362200"/>
            <a:ext cx="3200400" cy="2819400"/>
            <a:chOff x="192" y="1488"/>
            <a:chExt cx="2016" cy="1776"/>
          </a:xfrm>
        </p:grpSpPr>
        <p:sp>
          <p:nvSpPr>
            <p:cNvPr id="739334" name="Rectangle 6">
              <a:extLst>
                <a:ext uri="{FF2B5EF4-FFF2-40B4-BE49-F238E27FC236}">
                  <a16:creationId xmlns:a16="http://schemas.microsoft.com/office/drawing/2014/main" id="{2112093A-450E-ED66-249C-B0419FBBF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986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35" name="Rectangle 7">
              <a:extLst>
                <a:ext uri="{FF2B5EF4-FFF2-40B4-BE49-F238E27FC236}">
                  <a16:creationId xmlns:a16="http://schemas.microsoft.com/office/drawing/2014/main" id="{70852D70-1425-810D-4B69-A048424C7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986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39336" name="Rectangle 8">
              <a:extLst>
                <a:ext uri="{FF2B5EF4-FFF2-40B4-BE49-F238E27FC236}">
                  <a16:creationId xmlns:a16="http://schemas.microsoft.com/office/drawing/2014/main" id="{9CABF43A-7D94-48E1-1564-9C5481942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986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37" name="Rectangle 9">
              <a:extLst>
                <a:ext uri="{FF2B5EF4-FFF2-40B4-BE49-F238E27FC236}">
                  <a16:creationId xmlns:a16="http://schemas.microsoft.com/office/drawing/2014/main" id="{A1673263-5088-8C87-4B07-527F4E658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986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39338" name="Rectangle 10">
              <a:extLst>
                <a:ext uri="{FF2B5EF4-FFF2-40B4-BE49-F238E27FC236}">
                  <a16:creationId xmlns:a16="http://schemas.microsoft.com/office/drawing/2014/main" id="{78631FA0-D578-59CA-F6E5-D77293B6A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709"/>
              <a:ext cx="327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39" name="Rectangle 11">
              <a:extLst>
                <a:ext uri="{FF2B5EF4-FFF2-40B4-BE49-F238E27FC236}">
                  <a16:creationId xmlns:a16="http://schemas.microsoft.com/office/drawing/2014/main" id="{E5D49D7A-4F0C-BCCE-2952-16E11A339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709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39340" name="Rectangle 12">
              <a:extLst>
                <a:ext uri="{FF2B5EF4-FFF2-40B4-BE49-F238E27FC236}">
                  <a16:creationId xmlns:a16="http://schemas.microsoft.com/office/drawing/2014/main" id="{4C6CFC6E-A9DF-4A67-FE34-5E5D68AE5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709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41" name="Rectangle 13">
              <a:extLst>
                <a:ext uri="{FF2B5EF4-FFF2-40B4-BE49-F238E27FC236}">
                  <a16:creationId xmlns:a16="http://schemas.microsoft.com/office/drawing/2014/main" id="{67B3A02D-C950-37B4-E2EF-082452442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709"/>
              <a:ext cx="321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39342" name="Rectangle 14">
              <a:extLst>
                <a:ext uri="{FF2B5EF4-FFF2-40B4-BE49-F238E27FC236}">
                  <a16:creationId xmlns:a16="http://schemas.microsoft.com/office/drawing/2014/main" id="{20B4024F-D93A-36E1-F89F-2667B758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431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43" name="Rectangle 15">
              <a:extLst>
                <a:ext uri="{FF2B5EF4-FFF2-40B4-BE49-F238E27FC236}">
                  <a16:creationId xmlns:a16="http://schemas.microsoft.com/office/drawing/2014/main" id="{C90CDCE0-41F4-CD51-B560-570BB643E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43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39344" name="Rectangle 16">
              <a:extLst>
                <a:ext uri="{FF2B5EF4-FFF2-40B4-BE49-F238E27FC236}">
                  <a16:creationId xmlns:a16="http://schemas.microsoft.com/office/drawing/2014/main" id="{42973CBD-C53E-2327-7B25-A21B8EED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43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45" name="Rectangle 17">
              <a:extLst>
                <a:ext uri="{FF2B5EF4-FFF2-40B4-BE49-F238E27FC236}">
                  <a16:creationId xmlns:a16="http://schemas.microsoft.com/office/drawing/2014/main" id="{1C85111F-87C1-BC03-ABE4-FF2E0B6AB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431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39346" name="Rectangle 18">
              <a:extLst>
                <a:ext uri="{FF2B5EF4-FFF2-40B4-BE49-F238E27FC236}">
                  <a16:creationId xmlns:a16="http://schemas.microsoft.com/office/drawing/2014/main" id="{BA52FC79-48BF-6C20-E3DB-78FB12700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153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47" name="Rectangle 19">
              <a:extLst>
                <a:ext uri="{FF2B5EF4-FFF2-40B4-BE49-F238E27FC236}">
                  <a16:creationId xmlns:a16="http://schemas.microsoft.com/office/drawing/2014/main" id="{EBF7F580-138F-983A-A37A-35F246FC7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153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739348" name="Rectangle 20">
              <a:extLst>
                <a:ext uri="{FF2B5EF4-FFF2-40B4-BE49-F238E27FC236}">
                  <a16:creationId xmlns:a16="http://schemas.microsoft.com/office/drawing/2014/main" id="{630F0655-8957-B891-A213-932C7CFC6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153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1</a:t>
              </a:r>
            </a:p>
          </p:txBody>
        </p:sp>
        <p:sp>
          <p:nvSpPr>
            <p:cNvPr id="739349" name="Rectangle 21">
              <a:extLst>
                <a:ext uri="{FF2B5EF4-FFF2-40B4-BE49-F238E27FC236}">
                  <a16:creationId xmlns:a16="http://schemas.microsoft.com/office/drawing/2014/main" id="{900A7D22-5163-A2A2-34B1-C766EF35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153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/>
                <a:t>0</a:t>
              </a:r>
            </a:p>
          </p:txBody>
        </p:sp>
        <p:sp>
          <p:nvSpPr>
            <p:cNvPr id="54333" name="Line 22">
              <a:extLst>
                <a:ext uri="{FF2B5EF4-FFF2-40B4-BE49-F238E27FC236}">
                  <a16:creationId xmlns:a16="http://schemas.microsoft.com/office/drawing/2014/main" id="{50991641-E40E-4915-C9A9-7DA2916C0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153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4" name="Line 23">
              <a:extLst>
                <a:ext uri="{FF2B5EF4-FFF2-40B4-BE49-F238E27FC236}">
                  <a16:creationId xmlns:a16="http://schemas.microsoft.com/office/drawing/2014/main" id="{31B1CEA3-18E4-3DCC-7032-F148A38BE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431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5" name="Line 24">
              <a:extLst>
                <a:ext uri="{FF2B5EF4-FFF2-40B4-BE49-F238E27FC236}">
                  <a16:creationId xmlns:a16="http://schemas.microsoft.com/office/drawing/2014/main" id="{183D03A7-8902-AD0C-BB07-A54CCB3E8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709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6" name="Line 25">
              <a:extLst>
                <a:ext uri="{FF2B5EF4-FFF2-40B4-BE49-F238E27FC236}">
                  <a16:creationId xmlns:a16="http://schemas.microsoft.com/office/drawing/2014/main" id="{9439E318-F035-A2BF-BBA4-E9B2E6DA6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986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7" name="Line 26">
              <a:extLst>
                <a:ext uri="{FF2B5EF4-FFF2-40B4-BE49-F238E27FC236}">
                  <a16:creationId xmlns:a16="http://schemas.microsoft.com/office/drawing/2014/main" id="{7A94FD0F-EA22-94ED-0458-4BFBD1541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3264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8" name="Line 27">
              <a:extLst>
                <a:ext uri="{FF2B5EF4-FFF2-40B4-BE49-F238E27FC236}">
                  <a16:creationId xmlns:a16="http://schemas.microsoft.com/office/drawing/2014/main" id="{7AC7C456-E765-1D13-FDDB-DE44F7EA9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153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9" name="Line 28">
              <a:extLst>
                <a:ext uri="{FF2B5EF4-FFF2-40B4-BE49-F238E27FC236}">
                  <a16:creationId xmlns:a16="http://schemas.microsoft.com/office/drawing/2014/main" id="{340AC27F-24DE-95C3-302D-4BCEC057C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5" y="2153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0" name="Line 29">
              <a:extLst>
                <a:ext uri="{FF2B5EF4-FFF2-40B4-BE49-F238E27FC236}">
                  <a16:creationId xmlns:a16="http://schemas.microsoft.com/office/drawing/2014/main" id="{1670391E-E333-77CB-6A5B-62B3372B2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2153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1" name="Line 30">
              <a:extLst>
                <a:ext uri="{FF2B5EF4-FFF2-40B4-BE49-F238E27FC236}">
                  <a16:creationId xmlns:a16="http://schemas.microsoft.com/office/drawing/2014/main" id="{1A20CC6E-B8AF-4024-95C6-0FB03C0FE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2153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2" name="Line 31">
              <a:extLst>
                <a:ext uri="{FF2B5EF4-FFF2-40B4-BE49-F238E27FC236}">
                  <a16:creationId xmlns:a16="http://schemas.microsoft.com/office/drawing/2014/main" id="{BCB5D53E-BCAE-83D1-5109-28EE0D9D3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153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3" name="Line 32">
              <a:extLst>
                <a:ext uri="{FF2B5EF4-FFF2-40B4-BE49-F238E27FC236}">
                  <a16:creationId xmlns:a16="http://schemas.microsoft.com/office/drawing/2014/main" id="{ED9CE856-97C7-2B16-984F-87FD09F68C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" y="1926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9361" name="Text Box 33">
              <a:extLst>
                <a:ext uri="{FF2B5EF4-FFF2-40B4-BE49-F238E27FC236}">
                  <a16:creationId xmlns:a16="http://schemas.microsoft.com/office/drawing/2014/main" id="{706CA1C5-8EDC-A502-1E62-BDA357080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" y="1742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62" name="Text Box 34">
              <a:extLst>
                <a:ext uri="{FF2B5EF4-FFF2-40B4-BE49-F238E27FC236}">
                  <a16:creationId xmlns:a16="http://schemas.microsoft.com/office/drawing/2014/main" id="{B8D7917F-4FCA-89FB-EBDF-0047170F6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58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63" name="Text Box 35">
              <a:extLst>
                <a:ext uri="{FF2B5EF4-FFF2-40B4-BE49-F238E27FC236}">
                  <a16:creationId xmlns:a16="http://schemas.microsoft.com/office/drawing/2014/main" id="{5C04E0C2-0A0D-C923-368B-2567D3E84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" y="2150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9364" name="Text Box 36">
              <a:extLst>
                <a:ext uri="{FF2B5EF4-FFF2-40B4-BE49-F238E27FC236}">
                  <a16:creationId xmlns:a16="http://schemas.microsoft.com/office/drawing/2014/main" id="{6BDB683F-D87E-2BAB-95C0-834295A6A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1895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39365" name="Text Box 37">
              <a:extLst>
                <a:ext uri="{FF2B5EF4-FFF2-40B4-BE49-F238E27FC236}">
                  <a16:creationId xmlns:a16="http://schemas.microsoft.com/office/drawing/2014/main" id="{97F06D6E-A441-C972-3E50-CEE249F68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88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en-US" altLang="zh-CN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状态表</a:t>
              </a:r>
              <a:endParaRPr lang="zh-CN" altLang="en-US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739367" name="Group 39">
            <a:extLst>
              <a:ext uri="{FF2B5EF4-FFF2-40B4-BE49-F238E27FC236}">
                <a16:creationId xmlns:a16="http://schemas.microsoft.com/office/drawing/2014/main" id="{EB5BA565-9FEE-28E6-2EC7-DEECE96E0917}"/>
              </a:ext>
            </a:extLst>
          </p:cNvPr>
          <p:cNvGrpSpPr>
            <a:grpSpLocks/>
          </p:cNvGrpSpPr>
          <p:nvPr/>
        </p:nvGrpSpPr>
        <p:grpSpPr bwMode="auto">
          <a:xfrm>
            <a:off x="4146550" y="2286000"/>
            <a:ext cx="3549650" cy="2895600"/>
            <a:chOff x="2544" y="2064"/>
            <a:chExt cx="2236" cy="1824"/>
          </a:xfrm>
        </p:grpSpPr>
        <p:sp>
          <p:nvSpPr>
            <p:cNvPr id="54301" name="Line 40">
              <a:extLst>
                <a:ext uri="{FF2B5EF4-FFF2-40B4-BE49-F238E27FC236}">
                  <a16:creationId xmlns:a16="http://schemas.microsoft.com/office/drawing/2014/main" id="{18502222-BBD7-8774-F1BC-9E2C98D32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2" name="Line 41">
              <a:extLst>
                <a:ext uri="{FF2B5EF4-FFF2-40B4-BE49-F238E27FC236}">
                  <a16:creationId xmlns:a16="http://schemas.microsoft.com/office/drawing/2014/main" id="{BF42D14F-C799-F9EE-57A6-4289F71F0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041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3" name="Line 42">
              <a:extLst>
                <a:ext uri="{FF2B5EF4-FFF2-40B4-BE49-F238E27FC236}">
                  <a16:creationId xmlns:a16="http://schemas.microsoft.com/office/drawing/2014/main" id="{61FE5BA6-7DB7-752B-EC2A-C5F249685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323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4" name="Line 43">
              <a:extLst>
                <a:ext uri="{FF2B5EF4-FFF2-40B4-BE49-F238E27FC236}">
                  <a16:creationId xmlns:a16="http://schemas.microsoft.com/office/drawing/2014/main" id="{71C9374A-31E4-D75A-1B4F-FD8556EC6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606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5" name="Line 44">
              <a:extLst>
                <a:ext uri="{FF2B5EF4-FFF2-40B4-BE49-F238E27FC236}">
                  <a16:creationId xmlns:a16="http://schemas.microsoft.com/office/drawing/2014/main" id="{882222B9-3A9F-0ECA-9827-A48CB1752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88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6" name="Line 45">
              <a:extLst>
                <a:ext uri="{FF2B5EF4-FFF2-40B4-BE49-F238E27FC236}">
                  <a16:creationId xmlns:a16="http://schemas.microsoft.com/office/drawing/2014/main" id="{AB165681-CE27-72BC-09FA-A662D5098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7" name="Line 46">
              <a:extLst>
                <a:ext uri="{FF2B5EF4-FFF2-40B4-BE49-F238E27FC236}">
                  <a16:creationId xmlns:a16="http://schemas.microsoft.com/office/drawing/2014/main" id="{4DBAE1A6-F0CD-A702-EDE7-853A368F1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8" name="Line 47">
              <a:extLst>
                <a:ext uri="{FF2B5EF4-FFF2-40B4-BE49-F238E27FC236}">
                  <a16:creationId xmlns:a16="http://schemas.microsoft.com/office/drawing/2014/main" id="{E687DA95-CDBE-CC8F-17F8-4BC46C605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9" name="Line 48">
              <a:extLst>
                <a:ext uri="{FF2B5EF4-FFF2-40B4-BE49-F238E27FC236}">
                  <a16:creationId xmlns:a16="http://schemas.microsoft.com/office/drawing/2014/main" id="{9E1560F9-C9FC-DEBB-20E7-AC67C4480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10" name="Line 49">
              <a:extLst>
                <a:ext uri="{FF2B5EF4-FFF2-40B4-BE49-F238E27FC236}">
                  <a16:creationId xmlns:a16="http://schemas.microsoft.com/office/drawing/2014/main" id="{5BECF818-029D-A460-83DE-67531FF06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6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11" name="Line 50">
              <a:extLst>
                <a:ext uri="{FF2B5EF4-FFF2-40B4-BE49-F238E27FC236}">
                  <a16:creationId xmlns:a16="http://schemas.microsoft.com/office/drawing/2014/main" id="{60688045-B053-13C6-D76A-F0E015F06A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" y="2531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9379" name="Text Box 51">
              <a:extLst>
                <a:ext uri="{FF2B5EF4-FFF2-40B4-BE49-F238E27FC236}">
                  <a16:creationId xmlns:a16="http://schemas.microsoft.com/office/drawing/2014/main" id="{E1399FEF-D234-BD14-DDB9-4FE49BF5C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0" y="2318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80" name="Text Box 52">
              <a:extLst>
                <a:ext uri="{FF2B5EF4-FFF2-40B4-BE49-F238E27FC236}">
                  <a16:creationId xmlns:a16="http://schemas.microsoft.com/office/drawing/2014/main" id="{C52CAC2E-590E-C85E-6855-AFEF9EEAE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44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81" name="Text Box 53">
              <a:extLst>
                <a:ext uri="{FF2B5EF4-FFF2-40B4-BE49-F238E27FC236}">
                  <a16:creationId xmlns:a16="http://schemas.microsoft.com/office/drawing/2014/main" id="{B389A7B8-A09C-DCB1-0301-162BD6FD65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74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9382" name="Text Box 54">
              <a:extLst>
                <a:ext uri="{FF2B5EF4-FFF2-40B4-BE49-F238E27FC236}">
                  <a16:creationId xmlns:a16="http://schemas.microsoft.com/office/drawing/2014/main" id="{64C668AA-611C-9A34-D368-A38D934AD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9" y="2500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39383" name="Text Box 55">
              <a:extLst>
                <a:ext uri="{FF2B5EF4-FFF2-40B4-BE49-F238E27FC236}">
                  <a16:creationId xmlns:a16="http://schemas.microsoft.com/office/drawing/2014/main" id="{421D974D-2483-A736-1ADC-EC2C3B232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064"/>
              <a:ext cx="146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1800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en-US" altLang="zh-CN" sz="1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1800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激励表</a:t>
              </a:r>
            </a:p>
          </p:txBody>
        </p:sp>
      </p:grpSp>
      <p:grpSp>
        <p:nvGrpSpPr>
          <p:cNvPr id="739384" name="Group 56">
            <a:extLst>
              <a:ext uri="{FF2B5EF4-FFF2-40B4-BE49-F238E27FC236}">
                <a16:creationId xmlns:a16="http://schemas.microsoft.com/office/drawing/2014/main" id="{90F79C4F-894D-BBB2-7387-DCC95FDA720A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3436938"/>
            <a:ext cx="639763" cy="1812925"/>
            <a:chOff x="3168" y="2789"/>
            <a:chExt cx="403" cy="1142"/>
          </a:xfrm>
        </p:grpSpPr>
        <p:sp>
          <p:nvSpPr>
            <p:cNvPr id="739385" name="Rectangle 57">
              <a:extLst>
                <a:ext uri="{FF2B5EF4-FFF2-40B4-BE49-F238E27FC236}">
                  <a16:creationId xmlns:a16="http://schemas.microsoft.com/office/drawing/2014/main" id="{4C94EF68-ED69-6ABC-A72A-8104F88CE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89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0×</a:t>
              </a:r>
            </a:p>
          </p:txBody>
        </p:sp>
        <p:sp>
          <p:nvSpPr>
            <p:cNvPr id="739386" name="Rectangle 58">
              <a:extLst>
                <a:ext uri="{FF2B5EF4-FFF2-40B4-BE49-F238E27FC236}">
                  <a16:creationId xmlns:a16="http://schemas.microsoft.com/office/drawing/2014/main" id="{1BB7D779-51AB-D341-9D35-CC20E081C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0×</a:t>
              </a:r>
            </a:p>
          </p:txBody>
        </p:sp>
        <p:sp>
          <p:nvSpPr>
            <p:cNvPr id="739387" name="Rectangle 59">
              <a:extLst>
                <a:ext uri="{FF2B5EF4-FFF2-40B4-BE49-F238E27FC236}">
                  <a16:creationId xmlns:a16="http://schemas.microsoft.com/office/drawing/2014/main" id="{CB02B548-8C73-E1AA-D62D-CD4AE0EE6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360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0×</a:t>
              </a:r>
            </a:p>
          </p:txBody>
        </p:sp>
        <p:sp>
          <p:nvSpPr>
            <p:cNvPr id="739388" name="Rectangle 60">
              <a:extLst>
                <a:ext uri="{FF2B5EF4-FFF2-40B4-BE49-F238E27FC236}">
                  <a16:creationId xmlns:a16="http://schemas.microsoft.com/office/drawing/2014/main" id="{F9453B93-2BEC-8C12-F373-7E6E2D75F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48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0×</a:t>
              </a:r>
            </a:p>
          </p:txBody>
        </p:sp>
      </p:grpSp>
      <p:grpSp>
        <p:nvGrpSpPr>
          <p:cNvPr id="739394" name="Group 66">
            <a:extLst>
              <a:ext uri="{FF2B5EF4-FFF2-40B4-BE49-F238E27FC236}">
                <a16:creationId xmlns:a16="http://schemas.microsoft.com/office/drawing/2014/main" id="{798BC3CE-EEEB-9E12-BFE9-3618B8F5A20D}"/>
              </a:ext>
            </a:extLst>
          </p:cNvPr>
          <p:cNvGrpSpPr>
            <a:grpSpLocks/>
          </p:cNvGrpSpPr>
          <p:nvPr/>
        </p:nvGrpSpPr>
        <p:grpSpPr bwMode="auto">
          <a:xfrm>
            <a:off x="6051550" y="3436938"/>
            <a:ext cx="685800" cy="1820862"/>
            <a:chOff x="3744" y="2789"/>
            <a:chExt cx="432" cy="1147"/>
          </a:xfrm>
        </p:grpSpPr>
        <p:sp>
          <p:nvSpPr>
            <p:cNvPr id="739395" name="Rectangle 67">
              <a:extLst>
                <a:ext uri="{FF2B5EF4-FFF2-40B4-BE49-F238E27FC236}">
                  <a16:creationId xmlns:a16="http://schemas.microsoft.com/office/drawing/2014/main" id="{D0B91558-8A0A-3895-C513-22538A3F2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89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9396" name="Rectangle 68">
              <a:extLst>
                <a:ext uri="{FF2B5EF4-FFF2-40B4-BE49-F238E27FC236}">
                  <a16:creationId xmlns:a16="http://schemas.microsoft.com/office/drawing/2014/main" id="{E7A509A3-39E2-E4F5-F9E8-549DD97D0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077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9397" name="Rectangle 69">
              <a:extLst>
                <a:ext uri="{FF2B5EF4-FFF2-40B4-BE49-F238E27FC236}">
                  <a16:creationId xmlns:a16="http://schemas.microsoft.com/office/drawing/2014/main" id="{3735E3A6-80F6-3E9F-110B-490967CF3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65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9398" name="Rectangle 70">
              <a:extLst>
                <a:ext uri="{FF2B5EF4-FFF2-40B4-BE49-F238E27FC236}">
                  <a16:creationId xmlns:a16="http://schemas.microsoft.com/office/drawing/2014/main" id="{F0A69919-CA53-0A27-E427-BC55998E1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653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×1</a:t>
              </a:r>
            </a:p>
          </p:txBody>
        </p:sp>
      </p:grpSp>
      <p:grpSp>
        <p:nvGrpSpPr>
          <p:cNvPr id="739399" name="Group 71">
            <a:extLst>
              <a:ext uri="{FF2B5EF4-FFF2-40B4-BE49-F238E27FC236}">
                <a16:creationId xmlns:a16="http://schemas.microsoft.com/office/drawing/2014/main" id="{B2216685-7724-92A1-FDEE-EE5E73B19CED}"/>
              </a:ext>
            </a:extLst>
          </p:cNvPr>
          <p:cNvGrpSpPr>
            <a:grpSpLocks/>
          </p:cNvGrpSpPr>
          <p:nvPr/>
        </p:nvGrpSpPr>
        <p:grpSpPr bwMode="auto">
          <a:xfrm>
            <a:off x="6599238" y="3429000"/>
            <a:ext cx="639762" cy="1812925"/>
            <a:chOff x="4080" y="2794"/>
            <a:chExt cx="403" cy="1142"/>
          </a:xfrm>
        </p:grpSpPr>
        <p:sp>
          <p:nvSpPr>
            <p:cNvPr id="739400" name="Rectangle 72">
              <a:extLst>
                <a:ext uri="{FF2B5EF4-FFF2-40B4-BE49-F238E27FC236}">
                  <a16:creationId xmlns:a16="http://schemas.microsoft.com/office/drawing/2014/main" id="{9043FBFD-892B-9B45-032D-F188BD15A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94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×0</a:t>
              </a:r>
            </a:p>
          </p:txBody>
        </p:sp>
        <p:sp>
          <p:nvSpPr>
            <p:cNvPr id="739401" name="Rectangle 73">
              <a:extLst>
                <a:ext uri="{FF2B5EF4-FFF2-40B4-BE49-F238E27FC236}">
                  <a16:creationId xmlns:a16="http://schemas.microsoft.com/office/drawing/2014/main" id="{1BE44E05-F8DF-68A6-6399-4179686D8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77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×0</a:t>
              </a:r>
            </a:p>
          </p:txBody>
        </p:sp>
        <p:sp>
          <p:nvSpPr>
            <p:cNvPr id="739402" name="Rectangle 74">
              <a:extLst>
                <a:ext uri="{FF2B5EF4-FFF2-40B4-BE49-F238E27FC236}">
                  <a16:creationId xmlns:a16="http://schemas.microsoft.com/office/drawing/2014/main" id="{A3B07421-4F5B-3431-5C28-B94D875D5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65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×0</a:t>
              </a:r>
            </a:p>
          </p:txBody>
        </p:sp>
        <p:sp>
          <p:nvSpPr>
            <p:cNvPr id="739403" name="Rectangle 75">
              <a:extLst>
                <a:ext uri="{FF2B5EF4-FFF2-40B4-BE49-F238E27FC236}">
                  <a16:creationId xmlns:a16="http://schemas.microsoft.com/office/drawing/2014/main" id="{C5A022DD-0DCE-5727-8426-32D5F1092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53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×0</a:t>
              </a:r>
            </a:p>
          </p:txBody>
        </p:sp>
      </p:grpSp>
      <p:grpSp>
        <p:nvGrpSpPr>
          <p:cNvPr id="739404" name="Group 76">
            <a:extLst>
              <a:ext uri="{FF2B5EF4-FFF2-40B4-BE49-F238E27FC236}">
                <a16:creationId xmlns:a16="http://schemas.microsoft.com/office/drawing/2014/main" id="{43948843-D014-848C-4A69-5420ED4C4217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444875"/>
            <a:ext cx="639763" cy="1812925"/>
            <a:chOff x="4080" y="2794"/>
            <a:chExt cx="403" cy="1142"/>
          </a:xfrm>
        </p:grpSpPr>
        <p:sp>
          <p:nvSpPr>
            <p:cNvPr id="739405" name="Rectangle 77">
              <a:extLst>
                <a:ext uri="{FF2B5EF4-FFF2-40B4-BE49-F238E27FC236}">
                  <a16:creationId xmlns:a16="http://schemas.microsoft.com/office/drawing/2014/main" id="{5A1CC13F-ECF9-1AF9-C3F0-1012DBC2D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94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9406" name="Rectangle 78">
              <a:extLst>
                <a:ext uri="{FF2B5EF4-FFF2-40B4-BE49-F238E27FC236}">
                  <a16:creationId xmlns:a16="http://schemas.microsoft.com/office/drawing/2014/main" id="{AD20F0CD-7190-021A-2994-F06718E24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77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9407" name="Rectangle 79">
              <a:extLst>
                <a:ext uri="{FF2B5EF4-FFF2-40B4-BE49-F238E27FC236}">
                  <a16:creationId xmlns:a16="http://schemas.microsoft.com/office/drawing/2014/main" id="{7B6DFDE2-9FEC-A49E-69A8-FAE3CBEF8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65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9408" name="Rectangle 80">
              <a:extLst>
                <a:ext uri="{FF2B5EF4-FFF2-40B4-BE49-F238E27FC236}">
                  <a16:creationId xmlns:a16="http://schemas.microsoft.com/office/drawing/2014/main" id="{21DE04E1-8C1B-655B-A41E-2731DE74A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53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>
                  <a:latin typeface="Times New Roman" panose="02020603050405020304" pitchFamily="18" charset="0"/>
                </a:rPr>
                <a:t>1×</a:t>
              </a:r>
            </a:p>
          </p:txBody>
        </p:sp>
      </p:grpSp>
      <p:sp>
        <p:nvSpPr>
          <p:cNvPr id="739410" name="Rectangle 82">
            <a:extLst>
              <a:ext uri="{FF2B5EF4-FFF2-40B4-BE49-F238E27FC236}">
                <a16:creationId xmlns:a16="http://schemas.microsoft.com/office/drawing/2014/main" id="{E5448256-683D-7769-0475-1D5B95F4B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867400"/>
            <a:ext cx="33797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激励函数</a:t>
            </a: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J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表达式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8C004E3-D590-FB90-A3D0-9758417D3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5638800"/>
            <a:ext cx="158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J</a:t>
            </a:r>
            <a:r>
              <a:rPr lang="en-US" altLang="zh-CN" sz="2000" baseline="-25000"/>
              <a:t>1</a:t>
            </a:r>
            <a:r>
              <a:rPr lang="en-US" altLang="zh-CN" sz="2000"/>
              <a:t>=K</a:t>
            </a:r>
            <a:r>
              <a:rPr lang="en-US" altLang="zh-CN" sz="2000" baseline="-25000"/>
              <a:t>1</a:t>
            </a:r>
            <a:r>
              <a:rPr lang="en-US" altLang="zh-CN" sz="2000"/>
              <a:t>=Q</a:t>
            </a:r>
            <a:r>
              <a:rPr lang="en-US" altLang="zh-CN" sz="2000" baseline="-25000"/>
              <a:t>0</a:t>
            </a:r>
            <a:endParaRPr lang="zh-CN" altLang="en-US" sz="20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3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3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3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410" grpId="0" autoUpdateAnimBg="0"/>
      <p:bldP spid="7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>
            <a:extLst>
              <a:ext uri="{FF2B5EF4-FFF2-40B4-BE49-F238E27FC236}">
                <a16:creationId xmlns:a16="http://schemas.microsoft.com/office/drawing/2014/main" id="{A55A1AF4-08CE-08FC-5EA6-8044AA202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</a:p>
        </p:txBody>
      </p:sp>
      <p:sp>
        <p:nvSpPr>
          <p:cNvPr id="740355" name="Rectangle 3">
            <a:extLst>
              <a:ext uri="{FF2B5EF4-FFF2-40B4-BE49-F238E27FC236}">
                <a16:creationId xmlns:a16="http://schemas.microsoft.com/office/drawing/2014/main" id="{D44AC1D9-2BF3-2656-D97F-33FF061EAF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同理可得</a:t>
            </a:r>
            <a:r>
              <a:rPr lang="en-US" altLang="zh-CN" sz="2800" dirty="0"/>
              <a:t>J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K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J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K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的激励函数表达式</a:t>
            </a: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BAA400AA-9940-6EA6-307F-25D8DB5F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0829A5D-9EE0-4040-80A5-3363171BE258}" type="slidenum">
              <a:rPr lang="en-US" altLang="zh-CN" sz="1000" smtClean="0"/>
              <a:pPr>
                <a:defRPr/>
              </a:pPr>
              <a:t>45</a:t>
            </a:fld>
            <a:endParaRPr lang="en-US" altLang="zh-CN" sz="1000"/>
          </a:p>
        </p:txBody>
      </p:sp>
      <p:sp>
        <p:nvSpPr>
          <p:cNvPr id="740358" name="Rectangle 6">
            <a:extLst>
              <a:ext uri="{FF2B5EF4-FFF2-40B4-BE49-F238E27FC236}">
                <a16:creationId xmlns:a16="http://schemas.microsoft.com/office/drawing/2014/main" id="{ED32B1FC-3AC7-46D0-9F29-DA4EF30C7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3419475"/>
            <a:ext cx="74676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JK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触发器实现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4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位二进制计数器的激励函数表达式如下：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6E5AA-A7EF-5E92-D7AB-D68383B41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159000"/>
            <a:ext cx="2814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J</a:t>
            </a:r>
            <a:r>
              <a:rPr lang="en-US" altLang="zh-CN" sz="2000" baseline="-25000"/>
              <a:t>2</a:t>
            </a:r>
            <a:r>
              <a:rPr lang="en-US" altLang="zh-CN" sz="2000"/>
              <a:t>=K</a:t>
            </a:r>
            <a:r>
              <a:rPr lang="en-US" altLang="zh-CN" sz="2000" baseline="-25000"/>
              <a:t>2</a:t>
            </a:r>
            <a:r>
              <a:rPr lang="en-US" altLang="zh-CN" sz="2000"/>
              <a:t>=Q</a:t>
            </a:r>
            <a:r>
              <a:rPr lang="en-US" altLang="zh-CN" sz="2000" baseline="-25000"/>
              <a:t>0</a:t>
            </a:r>
            <a:r>
              <a:rPr lang="en-US" altLang="zh-CN" sz="2000"/>
              <a:t> Q</a:t>
            </a:r>
            <a:r>
              <a:rPr lang="en-US" altLang="zh-CN" sz="2000" baseline="-25000"/>
              <a:t>1</a:t>
            </a:r>
            <a:endParaRPr lang="zh-CN" altLang="en-US" sz="2000" baseline="-250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F772D4-1DF4-5652-838F-93D4CC162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2740025"/>
            <a:ext cx="281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J</a:t>
            </a:r>
            <a:r>
              <a:rPr lang="en-US" altLang="zh-CN" sz="2000" baseline="-25000"/>
              <a:t>3</a:t>
            </a:r>
            <a:r>
              <a:rPr lang="en-US" altLang="zh-CN" sz="2000"/>
              <a:t>=K</a:t>
            </a:r>
            <a:r>
              <a:rPr lang="en-US" altLang="zh-CN" sz="2000" baseline="-25000"/>
              <a:t>3</a:t>
            </a:r>
            <a:r>
              <a:rPr lang="en-US" altLang="zh-CN" sz="2000"/>
              <a:t>=Q</a:t>
            </a:r>
            <a:r>
              <a:rPr lang="en-US" altLang="zh-CN" sz="2000" baseline="-25000"/>
              <a:t>0</a:t>
            </a:r>
            <a:r>
              <a:rPr lang="en-US" altLang="zh-CN" sz="2000"/>
              <a:t> Q</a:t>
            </a:r>
            <a:r>
              <a:rPr lang="en-US" altLang="zh-CN" sz="2000" baseline="-25000"/>
              <a:t>1</a:t>
            </a:r>
            <a:r>
              <a:rPr lang="en-US" altLang="zh-CN" sz="2000"/>
              <a:t> Q</a:t>
            </a:r>
            <a:r>
              <a:rPr lang="en-US" altLang="zh-CN" sz="2000" baseline="-25000"/>
              <a:t>2</a:t>
            </a:r>
            <a:endParaRPr lang="zh-CN" altLang="en-US" sz="2000" baseline="-250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FE78AA-7B03-A53D-F823-71DA18970398}"/>
              </a:ext>
            </a:extLst>
          </p:cNvPr>
          <p:cNvGrpSpPr>
            <a:grpSpLocks/>
          </p:cNvGrpSpPr>
          <p:nvPr/>
        </p:nvGrpSpPr>
        <p:grpSpPr bwMode="auto">
          <a:xfrm>
            <a:off x="882650" y="4624388"/>
            <a:ext cx="4630738" cy="1114425"/>
            <a:chOff x="882824" y="4625085"/>
            <a:chExt cx="4630187" cy="1113970"/>
          </a:xfrm>
        </p:grpSpPr>
        <p:sp>
          <p:nvSpPr>
            <p:cNvPr id="55305" name="文本框 15">
              <a:extLst>
                <a:ext uri="{FF2B5EF4-FFF2-40B4-BE49-F238E27FC236}">
                  <a16:creationId xmlns:a16="http://schemas.microsoft.com/office/drawing/2014/main" id="{1E8578FF-64DF-3D8C-3BD0-3BE19B13F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4625085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=1</a:t>
              </a:r>
              <a:endParaRPr lang="zh-CN" altLang="en-US" sz="2000"/>
            </a:p>
          </p:txBody>
        </p:sp>
        <p:sp>
          <p:nvSpPr>
            <p:cNvPr id="55306" name="文本框 16">
              <a:extLst>
                <a:ext uri="{FF2B5EF4-FFF2-40B4-BE49-F238E27FC236}">
                  <a16:creationId xmlns:a16="http://schemas.microsoft.com/office/drawing/2014/main" id="{CE524AB6-6304-DA69-97FF-63A6DDDF8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3024" y="4664888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</a:t>
              </a:r>
              <a:endParaRPr lang="zh-CN" altLang="en-US" sz="2000" baseline="-25000"/>
            </a:p>
          </p:txBody>
        </p:sp>
        <p:sp>
          <p:nvSpPr>
            <p:cNvPr id="55307" name="文本框 17">
              <a:extLst>
                <a:ext uri="{FF2B5EF4-FFF2-40B4-BE49-F238E27FC236}">
                  <a16:creationId xmlns:a16="http://schemas.microsoft.com/office/drawing/2014/main" id="{BD56A79C-4EFC-3084-AC4A-A104B5F73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endParaRPr lang="zh-CN" altLang="en-US" sz="2000" baseline="-25000"/>
            </a:p>
          </p:txBody>
        </p:sp>
        <p:sp>
          <p:nvSpPr>
            <p:cNvPr id="55308" name="文本框 18">
              <a:extLst>
                <a:ext uri="{FF2B5EF4-FFF2-40B4-BE49-F238E27FC236}">
                  <a16:creationId xmlns:a16="http://schemas.microsoft.com/office/drawing/2014/main" id="{375AA130-C7E7-D980-7041-D110224A8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7882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2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4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58" grpId="0" autoUpdateAnimBg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81AA04-E6A9-75A0-5B0A-90EBFDC3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45BDD93-0558-4415-A62B-2E261E46E3F7}" type="slidenum">
              <a:rPr lang="en-US" altLang="zh-CN" sz="1000" smtClean="0"/>
              <a:pPr>
                <a:defRPr/>
              </a:pPr>
              <a:t>46</a:t>
            </a:fld>
            <a:endParaRPr lang="en-US" altLang="zh-CN" sz="1000"/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E7859ED1-FB10-9D7C-61F0-4DF67822CFB4}"/>
              </a:ext>
            </a:extLst>
          </p:cNvPr>
          <p:cNvGrpSpPr>
            <a:grpSpLocks/>
          </p:cNvGrpSpPr>
          <p:nvPr/>
        </p:nvGrpSpPr>
        <p:grpSpPr bwMode="auto">
          <a:xfrm>
            <a:off x="3983038" y="1003300"/>
            <a:ext cx="2476500" cy="4943475"/>
            <a:chOff x="2993838" y="1057444"/>
            <a:chExt cx="2477237" cy="4943374"/>
          </a:xfrm>
        </p:grpSpPr>
        <p:grpSp>
          <p:nvGrpSpPr>
            <p:cNvPr id="56406" name="组合 119">
              <a:extLst>
                <a:ext uri="{FF2B5EF4-FFF2-40B4-BE49-F238E27FC236}">
                  <a16:creationId xmlns:a16="http://schemas.microsoft.com/office/drawing/2014/main" id="{2909DFBF-6E0D-9077-500E-814AAB1C3D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3838" y="1330042"/>
              <a:ext cx="2477237" cy="4670776"/>
              <a:chOff x="981461" y="743213"/>
              <a:chExt cx="2477237" cy="4670776"/>
            </a:xfrm>
          </p:grpSpPr>
          <p:sp>
            <p:nvSpPr>
              <p:cNvPr id="56408" name="Line 47">
                <a:extLst>
                  <a:ext uri="{FF2B5EF4-FFF2-40B4-BE49-F238E27FC236}">
                    <a16:creationId xmlns:a16="http://schemas.microsoft.com/office/drawing/2014/main" id="{A719C4F4-8E77-E1B0-1919-4466919CF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461" y="812799"/>
                <a:ext cx="2424455" cy="9016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09" name="Line 49">
                <a:extLst>
                  <a:ext uri="{FF2B5EF4-FFF2-40B4-BE49-F238E27FC236}">
                    <a16:creationId xmlns:a16="http://schemas.microsoft.com/office/drawing/2014/main" id="{44994EEA-7D42-42C5-E4F2-AAD737077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593" y="834874"/>
                <a:ext cx="25519" cy="4579115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56410" name="Picture 50" descr="dot">
                <a:extLst>
                  <a:ext uri="{FF2B5EF4-FFF2-40B4-BE49-F238E27FC236}">
                    <a16:creationId xmlns:a16="http://schemas.microsoft.com/office/drawing/2014/main" id="{20DD8D32-92BE-358A-8DF6-ADBEB97CFF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970390" y="743213"/>
                <a:ext cx="135549" cy="135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11" name="Line 47">
                <a:extLst>
                  <a:ext uri="{FF2B5EF4-FFF2-40B4-BE49-F238E27FC236}">
                    <a16:creationId xmlns:a16="http://schemas.microsoft.com/office/drawing/2014/main" id="{C0AF5C2D-E55E-A2D3-0229-A1A7B962B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6093" y="2376934"/>
                <a:ext cx="360212" cy="1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2" name="Line 47">
                <a:extLst>
                  <a:ext uri="{FF2B5EF4-FFF2-40B4-BE49-F238E27FC236}">
                    <a16:creationId xmlns:a16="http://schemas.microsoft.com/office/drawing/2014/main" id="{D530A093-9212-A0E8-FFA2-0A3F33B86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8368" y="3938789"/>
                <a:ext cx="360212" cy="1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3" name="Line 47">
                <a:extLst>
                  <a:ext uri="{FF2B5EF4-FFF2-40B4-BE49-F238E27FC236}">
                    <a16:creationId xmlns:a16="http://schemas.microsoft.com/office/drawing/2014/main" id="{9771F164-4CA6-DA20-39CA-6238BA0B8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8368" y="5408351"/>
                <a:ext cx="380330" cy="1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56414" name="Picture 50" descr="dot">
                <a:extLst>
                  <a:ext uri="{FF2B5EF4-FFF2-40B4-BE49-F238E27FC236}">
                    <a16:creationId xmlns:a16="http://schemas.microsoft.com/office/drawing/2014/main" id="{217A8A88-2375-210F-E5FA-04FB106F5B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979495" y="2288713"/>
                <a:ext cx="135549" cy="135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415" name="Picture 50" descr="dot">
                <a:extLst>
                  <a:ext uri="{FF2B5EF4-FFF2-40B4-BE49-F238E27FC236}">
                    <a16:creationId xmlns:a16="http://schemas.microsoft.com/office/drawing/2014/main" id="{550EFE62-925F-D5EE-6CA9-42767A67B4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985563" y="3860080"/>
                <a:ext cx="135549" cy="135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6407" name="矩形 120">
              <a:extLst>
                <a:ext uri="{FF2B5EF4-FFF2-40B4-BE49-F238E27FC236}">
                  <a16:creationId xmlns:a16="http://schemas.microsoft.com/office/drawing/2014/main" id="{4947585C-8C6C-36E0-8CCC-41E4F060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838" y="1057444"/>
              <a:ext cx="50687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CP</a:t>
              </a:r>
            </a:p>
          </p:txBody>
        </p:sp>
      </p:grpSp>
      <p:sp>
        <p:nvSpPr>
          <p:cNvPr id="123" name="Rectangle 12">
            <a:extLst>
              <a:ext uri="{FF2B5EF4-FFF2-40B4-BE49-F238E27FC236}">
                <a16:creationId xmlns:a16="http://schemas.microsoft.com/office/drawing/2014/main" id="{96E6B72B-DDF6-3F76-6023-6D91163C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800"/>
            <a:ext cx="2297112" cy="18161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JK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触发器实现四位二进制计数器的原理图</a:t>
            </a: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698A4F07-8C5A-0750-A204-B4E3B6CC629E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476250"/>
            <a:ext cx="3933825" cy="6002338"/>
            <a:chOff x="4788024" y="476811"/>
            <a:chExt cx="3933715" cy="6001387"/>
          </a:xfrm>
        </p:grpSpPr>
        <p:grpSp>
          <p:nvGrpSpPr>
            <p:cNvPr id="56331" name="组合 123">
              <a:extLst>
                <a:ext uri="{FF2B5EF4-FFF2-40B4-BE49-F238E27FC236}">
                  <a16:creationId xmlns:a16="http://schemas.microsoft.com/office/drawing/2014/main" id="{DECFF08B-EC74-BC4D-5CD0-39E2FAD384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8024" y="476811"/>
              <a:ext cx="3681837" cy="6001387"/>
              <a:chOff x="4788024" y="476811"/>
              <a:chExt cx="3681837" cy="6001387"/>
            </a:xfrm>
          </p:grpSpPr>
          <p:sp>
            <p:nvSpPr>
              <p:cNvPr id="56336" name="文本框 58">
                <a:extLst>
                  <a:ext uri="{FF2B5EF4-FFF2-40B4-BE49-F238E27FC236}">
                    <a16:creationId xmlns:a16="http://schemas.microsoft.com/office/drawing/2014/main" id="{E0068198-9667-DDA9-57FF-C75AA6B3A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9468" y="476811"/>
                <a:ext cx="6609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FF0</a:t>
                </a:r>
                <a:endParaRPr lang="zh-CN" altLang="en-US" sz="2000"/>
              </a:p>
            </p:txBody>
          </p:sp>
          <p:grpSp>
            <p:nvGrpSpPr>
              <p:cNvPr id="56337" name="组合 112">
                <a:extLst>
                  <a:ext uri="{FF2B5EF4-FFF2-40B4-BE49-F238E27FC236}">
                    <a16:creationId xmlns:a16="http://schemas.microsoft.com/office/drawing/2014/main" id="{71B160A0-D7AE-46B3-20B5-8F6ECEC926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8024" y="599437"/>
                <a:ext cx="3681837" cy="5878761"/>
                <a:chOff x="3789788" y="680603"/>
                <a:chExt cx="3681837" cy="5878761"/>
              </a:xfrm>
            </p:grpSpPr>
            <p:sp>
              <p:nvSpPr>
                <p:cNvPr id="56338" name="Line 47">
                  <a:extLst>
                    <a:ext uri="{FF2B5EF4-FFF2-40B4-BE49-F238E27FC236}">
                      <a16:creationId xmlns:a16="http://schemas.microsoft.com/office/drawing/2014/main" id="{C0F585BB-06EA-A940-1F36-50377A48E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02629" y="1097514"/>
                  <a:ext cx="10096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39" name="Line 48">
                  <a:extLst>
                    <a:ext uri="{FF2B5EF4-FFF2-40B4-BE49-F238E27FC236}">
                      <a16:creationId xmlns:a16="http://schemas.microsoft.com/office/drawing/2014/main" id="{B6FC1775-5A77-E869-4920-48262EEDA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3583" y="1817594"/>
                  <a:ext cx="2290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40" name="Line 49">
                  <a:extLst>
                    <a:ext uri="{FF2B5EF4-FFF2-40B4-BE49-F238E27FC236}">
                      <a16:creationId xmlns:a16="http://schemas.microsoft.com/office/drawing/2014/main" id="{147D0DB8-293A-8CEF-B6BD-2403BA03DE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3584" y="1097514"/>
                  <a:ext cx="0" cy="7200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41" name="Picture 50" descr="dot">
                  <a:extLst>
                    <a:ext uri="{FF2B5EF4-FFF2-40B4-BE49-F238E27FC236}">
                      <a16:creationId xmlns:a16="http://schemas.microsoft.com/office/drawing/2014/main" id="{C1204A71-FC5B-6565-26CF-D109C9D1B6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5164524" y="1016552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42" name="Text Box 51">
                  <a:extLst>
                    <a:ext uri="{FF2B5EF4-FFF2-40B4-BE49-F238E27FC236}">
                      <a16:creationId xmlns:a16="http://schemas.microsoft.com/office/drawing/2014/main" id="{0F7767A3-1F0A-5C5F-47DF-C9DB34F455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9715" y="680603"/>
                  <a:ext cx="56673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“1”</a:t>
                  </a:r>
                </a:p>
              </p:txBody>
            </p:sp>
            <p:grpSp>
              <p:nvGrpSpPr>
                <p:cNvPr id="56343" name="组合 33">
                  <a:extLst>
                    <a:ext uri="{FF2B5EF4-FFF2-40B4-BE49-F238E27FC236}">
                      <a16:creationId xmlns:a16="http://schemas.microsoft.com/office/drawing/2014/main" id="{306B3441-0F43-D564-88C9-D7E434EE38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32669" y="898909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402" name="Rectangle 45">
                    <a:extLst>
                      <a:ext uri="{FF2B5EF4-FFF2-40B4-BE49-F238E27FC236}">
                        <a16:creationId xmlns:a16="http://schemas.microsoft.com/office/drawing/2014/main" id="{D1D5CEDC-61B4-490C-D7C9-999B2B93ED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403" name="组合 35">
                    <a:extLst>
                      <a:ext uri="{FF2B5EF4-FFF2-40B4-BE49-F238E27FC236}">
                        <a16:creationId xmlns:a16="http://schemas.microsoft.com/office/drawing/2014/main" id="{F2DDD785-279B-D6E9-7A77-4E1107869B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404" name="Rectangle 31">
                      <a:extLst>
                        <a:ext uri="{FF2B5EF4-FFF2-40B4-BE49-F238E27FC236}">
                          <a16:creationId xmlns:a16="http://schemas.microsoft.com/office/drawing/2014/main" id="{732679C8-6BDE-8BAA-850B-1D4B81B41B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405" name="直接连接符 37">
                      <a:extLst>
                        <a:ext uri="{FF2B5EF4-FFF2-40B4-BE49-F238E27FC236}">
                          <a16:creationId xmlns:a16="http://schemas.microsoft.com/office/drawing/2014/main" id="{84BFFDD5-6C38-E0B0-7511-9EB048500218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grpSp>
              <p:nvGrpSpPr>
                <p:cNvPr id="56344" name="组合 43">
                  <a:extLst>
                    <a:ext uri="{FF2B5EF4-FFF2-40B4-BE49-F238E27FC236}">
                      <a16:creationId xmlns:a16="http://schemas.microsoft.com/office/drawing/2014/main" id="{1598DBFD-0E0F-2C91-3D2D-C43D4DECB3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32669" y="2444169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398" name="Rectangle 45">
                    <a:extLst>
                      <a:ext uri="{FF2B5EF4-FFF2-40B4-BE49-F238E27FC236}">
                        <a16:creationId xmlns:a16="http://schemas.microsoft.com/office/drawing/2014/main" id="{A600BBF4-CF2A-E8CD-13F9-391A3304EE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399" name="组合 45">
                    <a:extLst>
                      <a:ext uri="{FF2B5EF4-FFF2-40B4-BE49-F238E27FC236}">
                        <a16:creationId xmlns:a16="http://schemas.microsoft.com/office/drawing/2014/main" id="{9BB69AAC-5C2E-DA96-C60F-2B8AEDE32F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400" name="Rectangle 31">
                      <a:extLst>
                        <a:ext uri="{FF2B5EF4-FFF2-40B4-BE49-F238E27FC236}">
                          <a16:creationId xmlns:a16="http://schemas.microsoft.com/office/drawing/2014/main" id="{AE847133-7480-8715-E844-2B07700FC4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401" name="直接连接符 47">
                      <a:extLst>
                        <a:ext uri="{FF2B5EF4-FFF2-40B4-BE49-F238E27FC236}">
                          <a16:creationId xmlns:a16="http://schemas.microsoft.com/office/drawing/2014/main" id="{B20FBADD-24B6-D6EB-D0EE-D5F1358A0C66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grpSp>
              <p:nvGrpSpPr>
                <p:cNvPr id="56345" name="组合 48">
                  <a:extLst>
                    <a:ext uri="{FF2B5EF4-FFF2-40B4-BE49-F238E27FC236}">
                      <a16:creationId xmlns:a16="http://schemas.microsoft.com/office/drawing/2014/main" id="{4939EE0C-3C29-AC7A-4605-6F56FD2DA6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53101" y="4005184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394" name="Rectangle 45">
                    <a:extLst>
                      <a:ext uri="{FF2B5EF4-FFF2-40B4-BE49-F238E27FC236}">
                        <a16:creationId xmlns:a16="http://schemas.microsoft.com/office/drawing/2014/main" id="{17439C50-0F17-BD84-F9D6-081CBCDF41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395" name="组合 50">
                    <a:extLst>
                      <a:ext uri="{FF2B5EF4-FFF2-40B4-BE49-F238E27FC236}">
                        <a16:creationId xmlns:a16="http://schemas.microsoft.com/office/drawing/2014/main" id="{20FC641B-BA32-86A0-AB48-52B05C7CCC8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396" name="Rectangle 31">
                      <a:extLst>
                        <a:ext uri="{FF2B5EF4-FFF2-40B4-BE49-F238E27FC236}">
                          <a16:creationId xmlns:a16="http://schemas.microsoft.com/office/drawing/2014/main" id="{0558FB44-CBE4-B080-A3CA-2482E04EC2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397" name="直接连接符 52">
                      <a:extLst>
                        <a:ext uri="{FF2B5EF4-FFF2-40B4-BE49-F238E27FC236}">
                          <a16:creationId xmlns:a16="http://schemas.microsoft.com/office/drawing/2014/main" id="{729D550B-9614-926D-4E92-D89C97C148C1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grpSp>
              <p:nvGrpSpPr>
                <p:cNvPr id="56346" name="组合 53">
                  <a:extLst>
                    <a:ext uri="{FF2B5EF4-FFF2-40B4-BE49-F238E27FC236}">
                      <a16:creationId xmlns:a16="http://schemas.microsoft.com/office/drawing/2014/main" id="{26DABEC0-52FB-5FE1-12CA-4AFB461F4A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67829" y="5470550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390" name="Rectangle 45">
                    <a:extLst>
                      <a:ext uri="{FF2B5EF4-FFF2-40B4-BE49-F238E27FC236}">
                        <a16:creationId xmlns:a16="http://schemas.microsoft.com/office/drawing/2014/main" id="{C1DE20D9-9960-E2D2-47D9-4A66964C68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391" name="组合 55">
                    <a:extLst>
                      <a:ext uri="{FF2B5EF4-FFF2-40B4-BE49-F238E27FC236}">
                        <a16:creationId xmlns:a16="http://schemas.microsoft.com/office/drawing/2014/main" id="{6AA56331-27F7-1D6F-7891-9050E44940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392" name="Rectangle 31">
                      <a:extLst>
                        <a:ext uri="{FF2B5EF4-FFF2-40B4-BE49-F238E27FC236}">
                          <a16:creationId xmlns:a16="http://schemas.microsoft.com/office/drawing/2014/main" id="{977A898F-8454-ECED-2FC1-2755F128DD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393" name="直接连接符 57">
                      <a:extLst>
                        <a:ext uri="{FF2B5EF4-FFF2-40B4-BE49-F238E27FC236}">
                          <a16:creationId xmlns:a16="http://schemas.microsoft.com/office/drawing/2014/main" id="{18D1BEC4-F5F1-9AD6-DE49-8771FB3AFBC3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56347" name="文本框 59">
                  <a:extLst>
                    <a:ext uri="{FF2B5EF4-FFF2-40B4-BE49-F238E27FC236}">
                      <a16:creationId xmlns:a16="http://schemas.microsoft.com/office/drawing/2014/main" id="{73EFFE5F-144E-08A5-3AD7-B70207BF2A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00846" y="2120628"/>
                  <a:ext cx="66098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FF1</a:t>
                  </a:r>
                  <a:endParaRPr lang="zh-CN" altLang="en-US" sz="2000"/>
                </a:p>
              </p:txBody>
            </p:sp>
            <p:sp>
              <p:nvSpPr>
                <p:cNvPr id="56348" name="文本框 60">
                  <a:extLst>
                    <a:ext uri="{FF2B5EF4-FFF2-40B4-BE49-F238E27FC236}">
                      <a16:creationId xmlns:a16="http://schemas.microsoft.com/office/drawing/2014/main" id="{90E6B46C-16D1-3C19-8F64-823365418B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90961" y="3689034"/>
                  <a:ext cx="66098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FF2</a:t>
                  </a:r>
                  <a:endParaRPr lang="zh-CN" altLang="en-US" sz="2000"/>
                </a:p>
              </p:txBody>
            </p:sp>
            <p:sp>
              <p:nvSpPr>
                <p:cNvPr id="56349" name="文本框 61">
                  <a:extLst>
                    <a:ext uri="{FF2B5EF4-FFF2-40B4-BE49-F238E27FC236}">
                      <a16:creationId xmlns:a16="http://schemas.microsoft.com/office/drawing/2014/main" id="{E50A180D-21DF-B9C7-2A47-1CB8EC124B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36006" y="5156965"/>
                  <a:ext cx="66098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FF3</a:t>
                  </a:r>
                  <a:endParaRPr lang="zh-CN" altLang="en-US" sz="2000"/>
                </a:p>
              </p:txBody>
            </p:sp>
            <p:sp>
              <p:nvSpPr>
                <p:cNvPr id="56350" name="Line 46">
                  <a:extLst>
                    <a:ext uri="{FF2B5EF4-FFF2-40B4-BE49-F238E27FC236}">
                      <a16:creationId xmlns:a16="http://schemas.microsoft.com/office/drawing/2014/main" id="{C2882796-8188-FC31-0442-24E0511402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12790" y="1086391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1" name="Line 49">
                  <a:extLst>
                    <a:ext uri="{FF2B5EF4-FFF2-40B4-BE49-F238E27FC236}">
                      <a16:creationId xmlns:a16="http://schemas.microsoft.com/office/drawing/2014/main" id="{8B4B00E8-68B7-7A36-8209-D0EFF6BDAC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60401" y="1097514"/>
                  <a:ext cx="12602" cy="10572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2" name="Line 46">
                  <a:extLst>
                    <a:ext uri="{FF2B5EF4-FFF2-40B4-BE49-F238E27FC236}">
                      <a16:creationId xmlns:a16="http://schemas.microsoft.com/office/drawing/2014/main" id="{D02788E5-CD5F-A799-3113-1493F8CCE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12790" y="2609682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3" name="Line 46">
                  <a:extLst>
                    <a:ext uri="{FF2B5EF4-FFF2-40B4-BE49-F238E27FC236}">
                      <a16:creationId xmlns:a16="http://schemas.microsoft.com/office/drawing/2014/main" id="{8302EC1A-74DA-D7C9-4393-CCF0456D4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47950" y="4193858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4" name="Line 46">
                  <a:extLst>
                    <a:ext uri="{FF2B5EF4-FFF2-40B4-BE49-F238E27FC236}">
                      <a16:creationId xmlns:a16="http://schemas.microsoft.com/office/drawing/2014/main" id="{F90D395C-02D8-8B72-5257-388B7A943D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47950" y="5634018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55" name="Picture 50" descr="dot">
                  <a:extLst>
                    <a:ext uri="{FF2B5EF4-FFF2-40B4-BE49-F238E27FC236}">
                      <a16:creationId xmlns:a16="http://schemas.microsoft.com/office/drawing/2014/main" id="{169AD0B1-1331-B3EB-C74E-B7676E6CEC7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6788393" y="1021218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56" name="Line 46">
                  <a:extLst>
                    <a:ext uri="{FF2B5EF4-FFF2-40B4-BE49-F238E27FC236}">
                      <a16:creationId xmlns:a16="http://schemas.microsoft.com/office/drawing/2014/main" id="{EABC720E-5E7A-F8A1-EB55-46CC233D0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63342" y="2154740"/>
                  <a:ext cx="3018045" cy="6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7" name="Line 49">
                  <a:extLst>
                    <a:ext uri="{FF2B5EF4-FFF2-40B4-BE49-F238E27FC236}">
                      <a16:creationId xmlns:a16="http://schemas.microsoft.com/office/drawing/2014/main" id="{DA29F65A-F989-AD39-4DF7-44E9378B44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23312" y="2154739"/>
                  <a:ext cx="39649" cy="39987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8" name="Line 46">
                  <a:extLst>
                    <a:ext uri="{FF2B5EF4-FFF2-40B4-BE49-F238E27FC236}">
                      <a16:creationId xmlns:a16="http://schemas.microsoft.com/office/drawing/2014/main" id="{25E3E617-FA19-5712-73D5-D40911DD2C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63342" y="2589010"/>
                  <a:ext cx="1569326" cy="100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9" name="Line 46">
                  <a:extLst>
                    <a:ext uri="{FF2B5EF4-FFF2-40B4-BE49-F238E27FC236}">
                      <a16:creationId xmlns:a16="http://schemas.microsoft.com/office/drawing/2014/main" id="{7AB0EA8C-E068-FA8F-9BF2-5A6CDCBBD6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65264" y="3309090"/>
                  <a:ext cx="6674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60" name="Rectangle 54">
                  <a:extLst>
                    <a:ext uri="{FF2B5EF4-FFF2-40B4-BE49-F238E27FC236}">
                      <a16:creationId xmlns:a16="http://schemas.microsoft.com/office/drawing/2014/main" id="{254D648F-9359-2C77-05E5-984A5DD50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0651" y="4206639"/>
                  <a:ext cx="32385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61" name="Rectangle 54">
                  <a:extLst>
                    <a:ext uri="{FF2B5EF4-FFF2-40B4-BE49-F238E27FC236}">
                      <a16:creationId xmlns:a16="http://schemas.microsoft.com/office/drawing/2014/main" id="{93DA02C8-FBB2-7548-A8F8-EC92A7756D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32983" y="5672222"/>
                  <a:ext cx="32385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62" name="Line 49">
                  <a:extLst>
                    <a:ext uri="{FF2B5EF4-FFF2-40B4-BE49-F238E27FC236}">
                      <a16:creationId xmlns:a16="http://schemas.microsoft.com/office/drawing/2014/main" id="{9B8B893E-CCAA-A8D3-5C00-2E1833A9E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127" y="2589011"/>
                  <a:ext cx="0" cy="7200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63" name="Picture 50" descr="dot">
                  <a:extLst>
                    <a:ext uri="{FF2B5EF4-FFF2-40B4-BE49-F238E27FC236}">
                      <a16:creationId xmlns:a16="http://schemas.microsoft.com/office/drawing/2014/main" id="{C75F0550-9584-FDC3-7538-42B0E9055AB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4692955" y="2518528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64" name="Line 49">
                  <a:extLst>
                    <a:ext uri="{FF2B5EF4-FFF2-40B4-BE49-F238E27FC236}">
                      <a16:creationId xmlns:a16="http://schemas.microsoft.com/office/drawing/2014/main" id="{60C000B4-615A-0EFB-02E1-E99D269F45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73003" y="2598338"/>
                  <a:ext cx="8384" cy="109069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65" name="Line 49">
                  <a:extLst>
                    <a:ext uri="{FF2B5EF4-FFF2-40B4-BE49-F238E27FC236}">
                      <a16:creationId xmlns:a16="http://schemas.microsoft.com/office/drawing/2014/main" id="{440EB9CF-3E6C-0EFF-7601-89AD0CE3E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873003" y="4193858"/>
                  <a:ext cx="0" cy="98521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66" name="Picture 50" descr="dot">
                  <a:extLst>
                    <a:ext uri="{FF2B5EF4-FFF2-40B4-BE49-F238E27FC236}">
                      <a16:creationId xmlns:a16="http://schemas.microsoft.com/office/drawing/2014/main" id="{5910D717-6A95-2FCA-54AD-20BAE8F1509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6828145" y="2539199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367" name="Picture 50" descr="dot">
                  <a:extLst>
                    <a:ext uri="{FF2B5EF4-FFF2-40B4-BE49-F238E27FC236}">
                      <a16:creationId xmlns:a16="http://schemas.microsoft.com/office/drawing/2014/main" id="{C1AFCE4C-7D60-7BAB-458D-D6258FBFFA6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6826987" y="4121546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68" name="Line 46">
                  <a:extLst>
                    <a:ext uri="{FF2B5EF4-FFF2-40B4-BE49-F238E27FC236}">
                      <a16:creationId xmlns:a16="http://schemas.microsoft.com/office/drawing/2014/main" id="{A16A55F7-48AE-D13D-1A38-A0C5981E99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50069" y="3692298"/>
                  <a:ext cx="2851223" cy="86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69" name="Line 49">
                  <a:extLst>
                    <a:ext uri="{FF2B5EF4-FFF2-40B4-BE49-F238E27FC236}">
                      <a16:creationId xmlns:a16="http://schemas.microsoft.com/office/drawing/2014/main" id="{012FB1E6-CFBB-4344-C5E9-12F3F6B88A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37705" y="3700985"/>
                  <a:ext cx="11983" cy="22851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0" name="Line 46">
                  <a:extLst>
                    <a:ext uri="{FF2B5EF4-FFF2-40B4-BE49-F238E27FC236}">
                      <a16:creationId xmlns:a16="http://schemas.microsoft.com/office/drawing/2014/main" id="{B338641A-84A9-8568-C592-E1ECD1E59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2459" y="5170546"/>
                  <a:ext cx="2668927" cy="18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1" name="Line 49">
                  <a:extLst>
                    <a:ext uri="{FF2B5EF4-FFF2-40B4-BE49-F238E27FC236}">
                      <a16:creationId xmlns:a16="http://schemas.microsoft.com/office/drawing/2014/main" id="{948C095A-1912-727C-6E99-3DECD3FFC7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006" y="5170546"/>
                  <a:ext cx="2454" cy="6235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72" name="Picture 50" descr="dot">
                  <a:extLst>
                    <a:ext uri="{FF2B5EF4-FFF2-40B4-BE49-F238E27FC236}">
                      <a16:creationId xmlns:a16="http://schemas.microsoft.com/office/drawing/2014/main" id="{7E970699-80D1-E57E-967D-B877BF3C497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3813962" y="2523839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73" name="Line 46">
                  <a:extLst>
                    <a:ext uri="{FF2B5EF4-FFF2-40B4-BE49-F238E27FC236}">
                      <a16:creationId xmlns:a16="http://schemas.microsoft.com/office/drawing/2014/main" id="{1DDB3933-2E86-7A47-7D96-C49540E9B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2352" y="4533227"/>
                  <a:ext cx="11170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4" name="Line 46">
                  <a:extLst>
                    <a:ext uri="{FF2B5EF4-FFF2-40B4-BE49-F238E27FC236}">
                      <a16:creationId xmlns:a16="http://schemas.microsoft.com/office/drawing/2014/main" id="{4463B377-6ECF-DE0E-EA58-8AB0CF401F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63342" y="4388786"/>
                  <a:ext cx="549344" cy="4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5" name="Line 46">
                  <a:extLst>
                    <a:ext uri="{FF2B5EF4-FFF2-40B4-BE49-F238E27FC236}">
                      <a16:creationId xmlns:a16="http://schemas.microsoft.com/office/drawing/2014/main" id="{2EE1463D-B7C2-9EE9-558D-476FB41642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3962" y="6156332"/>
                  <a:ext cx="616566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76" name="Picture 50" descr="dot">
                  <a:extLst>
                    <a:ext uri="{FF2B5EF4-FFF2-40B4-BE49-F238E27FC236}">
                      <a16:creationId xmlns:a16="http://schemas.microsoft.com/office/drawing/2014/main" id="{3727AF02-DF33-430D-19AD-5BBD491BF3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3789788" y="4305437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77" name="Line 46">
                  <a:extLst>
                    <a:ext uri="{FF2B5EF4-FFF2-40B4-BE49-F238E27FC236}">
                      <a16:creationId xmlns:a16="http://schemas.microsoft.com/office/drawing/2014/main" id="{A72C90E2-87E2-ED28-212E-9AA46327D4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50069" y="4630632"/>
                  <a:ext cx="3705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78" name="Picture 50" descr="dot">
                  <a:extLst>
                    <a:ext uri="{FF2B5EF4-FFF2-40B4-BE49-F238E27FC236}">
                      <a16:creationId xmlns:a16="http://schemas.microsoft.com/office/drawing/2014/main" id="{371ACBD0-6DDB-6847-65D4-EB3984B74C3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3992899" y="4551765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79" name="Line 46">
                  <a:extLst>
                    <a:ext uri="{FF2B5EF4-FFF2-40B4-BE49-F238E27FC236}">
                      <a16:creationId xmlns:a16="http://schemas.microsoft.com/office/drawing/2014/main" id="{018A3140-CE69-9ADF-ED25-C0DFCB3833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7705" y="5986125"/>
                  <a:ext cx="39282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0" name="Line 46">
                  <a:extLst>
                    <a:ext uri="{FF2B5EF4-FFF2-40B4-BE49-F238E27FC236}">
                      <a16:creationId xmlns:a16="http://schemas.microsoft.com/office/drawing/2014/main" id="{0F7E18BF-68E7-460D-FE6C-2B7CCED969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12461" y="5794139"/>
                  <a:ext cx="218067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1" name="Line 49">
                  <a:extLst>
                    <a:ext uri="{FF2B5EF4-FFF2-40B4-BE49-F238E27FC236}">
                      <a16:creationId xmlns:a16="http://schemas.microsoft.com/office/drawing/2014/main" id="{6B137BBC-B361-44C2-4145-0E03EE3A34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4051" y="4173187"/>
                  <a:ext cx="1" cy="720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2" name="Line 46">
                  <a:extLst>
                    <a:ext uri="{FF2B5EF4-FFF2-40B4-BE49-F238E27FC236}">
                      <a16:creationId xmlns:a16="http://schemas.microsoft.com/office/drawing/2014/main" id="{4C301DB9-D345-6B86-9304-43F893E662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4053" y="4173187"/>
                  <a:ext cx="5990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3" name="Line 46">
                  <a:extLst>
                    <a:ext uri="{FF2B5EF4-FFF2-40B4-BE49-F238E27FC236}">
                      <a16:creationId xmlns:a16="http://schemas.microsoft.com/office/drawing/2014/main" id="{55365494-60AB-0F0F-9C2A-D075E10BE4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54050" y="4888185"/>
                  <a:ext cx="599049" cy="508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84" name="Picture 50" descr="dot">
                  <a:extLst>
                    <a:ext uri="{FF2B5EF4-FFF2-40B4-BE49-F238E27FC236}">
                      <a16:creationId xmlns:a16="http://schemas.microsoft.com/office/drawing/2014/main" id="{1D5B87B9-4CBF-FD68-697E-F7B6A2B3B6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4798202" y="4456679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85" name="Line 46">
                  <a:extLst>
                    <a:ext uri="{FF2B5EF4-FFF2-40B4-BE49-F238E27FC236}">
                      <a16:creationId xmlns:a16="http://schemas.microsoft.com/office/drawing/2014/main" id="{51322CF6-5287-7D19-9CB4-E8BBCDE88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1016" y="5973385"/>
                  <a:ext cx="11170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6" name="Line 49">
                  <a:extLst>
                    <a:ext uri="{FF2B5EF4-FFF2-40B4-BE49-F238E27FC236}">
                      <a16:creationId xmlns:a16="http://schemas.microsoft.com/office/drawing/2014/main" id="{45495BB2-2F36-85F4-D97B-3A611CA0B3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2715" y="5613345"/>
                  <a:ext cx="1" cy="720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7" name="Line 46">
                  <a:extLst>
                    <a:ext uri="{FF2B5EF4-FFF2-40B4-BE49-F238E27FC236}">
                      <a16:creationId xmlns:a16="http://schemas.microsoft.com/office/drawing/2014/main" id="{DDE685FD-7707-21F4-B753-328D7FDAA4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2717" y="5613345"/>
                  <a:ext cx="6051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8" name="Line 46">
                  <a:extLst>
                    <a:ext uri="{FF2B5EF4-FFF2-40B4-BE49-F238E27FC236}">
                      <a16:creationId xmlns:a16="http://schemas.microsoft.com/office/drawing/2014/main" id="{3F846C7E-6AEA-CE57-1D9F-90CECBE7CB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62714" y="6333424"/>
                  <a:ext cx="60511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89" name="Picture 50" descr="dot">
                  <a:extLst>
                    <a:ext uri="{FF2B5EF4-FFF2-40B4-BE49-F238E27FC236}">
                      <a16:creationId xmlns:a16="http://schemas.microsoft.com/office/drawing/2014/main" id="{E72119B7-A6E0-AE39-2C85-5DC930A208E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4806866" y="5896837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56332" name="文本框 124">
              <a:extLst>
                <a:ext uri="{FF2B5EF4-FFF2-40B4-BE49-F238E27FC236}">
                  <a16:creationId xmlns:a16="http://schemas.microsoft.com/office/drawing/2014/main" id="{67BBA1F6-1783-7157-63B5-A69C06396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9621" y="628799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</a:t>
              </a:r>
              <a:endParaRPr lang="zh-CN" altLang="en-US" sz="2000" baseline="-25000"/>
            </a:p>
          </p:txBody>
        </p:sp>
        <p:sp>
          <p:nvSpPr>
            <p:cNvPr id="56333" name="文本框 125">
              <a:extLst>
                <a:ext uri="{FF2B5EF4-FFF2-40B4-BE49-F238E27FC236}">
                  <a16:creationId xmlns:a16="http://schemas.microsoft.com/office/drawing/2014/main" id="{01BE4CAD-D34C-CB46-D27A-279E73442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1487" y="2105940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1</a:t>
              </a:r>
              <a:endParaRPr lang="zh-CN" altLang="en-US" sz="2000" baseline="-25000"/>
            </a:p>
          </p:txBody>
        </p:sp>
        <p:sp>
          <p:nvSpPr>
            <p:cNvPr id="56334" name="文本框 126">
              <a:extLst>
                <a:ext uri="{FF2B5EF4-FFF2-40B4-BE49-F238E27FC236}">
                  <a16:creationId xmlns:a16="http://schemas.microsoft.com/office/drawing/2014/main" id="{3007144B-5D3A-4497-9191-354D83424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2863" y="3734803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2</a:t>
              </a:r>
              <a:endParaRPr lang="zh-CN" altLang="en-US" sz="2000" baseline="-25000"/>
            </a:p>
          </p:txBody>
        </p:sp>
        <p:sp>
          <p:nvSpPr>
            <p:cNvPr id="56335" name="文本框 127">
              <a:extLst>
                <a:ext uri="{FF2B5EF4-FFF2-40B4-BE49-F238E27FC236}">
                  <a16:creationId xmlns:a16="http://schemas.microsoft.com/office/drawing/2014/main" id="{679C065D-1567-1020-4F89-64662356E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0214" y="5179076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3</a:t>
              </a:r>
              <a:endParaRPr lang="zh-CN" altLang="en-US" sz="2000" baseline="-25000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CA91D1F-32D3-FD75-2A55-9806C05F3E12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3482975"/>
            <a:ext cx="4630737" cy="1114425"/>
            <a:chOff x="882824" y="4625085"/>
            <a:chExt cx="4630187" cy="1113970"/>
          </a:xfrm>
        </p:grpSpPr>
        <p:sp>
          <p:nvSpPr>
            <p:cNvPr id="56327" name="文本框 95">
              <a:extLst>
                <a:ext uri="{FF2B5EF4-FFF2-40B4-BE49-F238E27FC236}">
                  <a16:creationId xmlns:a16="http://schemas.microsoft.com/office/drawing/2014/main" id="{AEE0EAA3-7A35-5E8A-8F9E-E3AD23D92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4625085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=1</a:t>
              </a:r>
              <a:endParaRPr lang="zh-CN" altLang="en-US" sz="2000"/>
            </a:p>
          </p:txBody>
        </p:sp>
        <p:sp>
          <p:nvSpPr>
            <p:cNvPr id="56328" name="文本框 96">
              <a:extLst>
                <a:ext uri="{FF2B5EF4-FFF2-40B4-BE49-F238E27FC236}">
                  <a16:creationId xmlns:a16="http://schemas.microsoft.com/office/drawing/2014/main" id="{3A664B07-13C5-CEFE-0574-BFA1EAD0C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3024" y="4664888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</a:t>
              </a:r>
              <a:endParaRPr lang="zh-CN" altLang="en-US" sz="2000" baseline="-25000"/>
            </a:p>
          </p:txBody>
        </p:sp>
        <p:sp>
          <p:nvSpPr>
            <p:cNvPr id="56329" name="文本框 97">
              <a:extLst>
                <a:ext uri="{FF2B5EF4-FFF2-40B4-BE49-F238E27FC236}">
                  <a16:creationId xmlns:a16="http://schemas.microsoft.com/office/drawing/2014/main" id="{AEBDA869-4F90-84DC-8FF7-BEB8DBBA0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endParaRPr lang="zh-CN" altLang="en-US" sz="2000" baseline="-25000"/>
            </a:p>
          </p:txBody>
        </p:sp>
        <p:sp>
          <p:nvSpPr>
            <p:cNvPr id="56330" name="文本框 98">
              <a:extLst>
                <a:ext uri="{FF2B5EF4-FFF2-40B4-BE49-F238E27FC236}">
                  <a16:creationId xmlns:a16="http://schemas.microsoft.com/office/drawing/2014/main" id="{B9E22168-9D94-CE2B-C64A-B264CE8D3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7882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=K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 Q</a:t>
              </a:r>
              <a:r>
                <a:rPr lang="en-US" altLang="zh-CN" sz="2000" baseline="-25000"/>
                <a:t>2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F7B3E669-A412-1F2B-DBDB-915DAF5D1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26AF2C74-2C93-8304-9BC8-5CEDBA28E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同步二进制计数器设计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十进制计数器设计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可逆计数器设计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集成化的</a:t>
            </a:r>
            <a:r>
              <a:rPr lang="en-US" altLang="zh-CN" b="1" dirty="0"/>
              <a:t>4</a:t>
            </a:r>
            <a:r>
              <a:rPr lang="zh-CN" altLang="en-US" b="1" dirty="0"/>
              <a:t>位二进制计数器设计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设计计数器时要注意的问题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44BFA6-0BA9-8939-04CA-61FD3EB5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71BB2209-FD9A-4CBE-AE8A-CE1E551E5E3A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47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38308" name="Rectangle 4">
            <a:extLst>
              <a:ext uri="{FF2B5EF4-FFF2-40B4-BE49-F238E27FC236}">
                <a16:creationId xmlns:a16="http://schemas.microsoft.com/office/drawing/2014/main" id="{5EF1EB14-CA2C-6C9C-262E-55768EA2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52738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>
            <a:extLst>
              <a:ext uri="{FF2B5EF4-FFF2-40B4-BE49-F238E27FC236}">
                <a16:creationId xmlns:a16="http://schemas.microsoft.com/office/drawing/2014/main" id="{BF7F215F-3224-235F-E3F6-9894EAB6E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15779" name="Rectangle 3">
            <a:extLst>
              <a:ext uri="{FF2B5EF4-FFF2-40B4-BE49-F238E27FC236}">
                <a16:creationId xmlns:a16="http://schemas.microsoft.com/office/drawing/2014/main" id="{061C1163-1119-8390-B17E-D314FF565F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6113" y="1060450"/>
            <a:ext cx="7924800" cy="42370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十进制计数器设计</a:t>
            </a:r>
          </a:p>
        </p:txBody>
      </p:sp>
      <p:sp>
        <p:nvSpPr>
          <p:cNvPr id="131" name="灯片编号占位符 5">
            <a:extLst>
              <a:ext uri="{FF2B5EF4-FFF2-40B4-BE49-F238E27FC236}">
                <a16:creationId xmlns:a16="http://schemas.microsoft.com/office/drawing/2014/main" id="{DDAFDBEE-8A43-879B-431E-8FA0C848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65913" y="586105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3E7F093-A33D-4CEE-9AEA-9C535EC353D1}" type="slidenum">
              <a:rPr lang="en-US" altLang="zh-CN" sz="1000" smtClean="0"/>
              <a:pPr>
                <a:defRPr/>
              </a:pPr>
              <a:t>48</a:t>
            </a:fld>
            <a:endParaRPr lang="en-US" altLang="zh-CN" sz="1000"/>
          </a:p>
        </p:txBody>
      </p:sp>
      <p:graphicFrame>
        <p:nvGraphicFramePr>
          <p:cNvPr id="715912" name="Group 136">
            <a:extLst>
              <a:ext uri="{FF2B5EF4-FFF2-40B4-BE49-F238E27FC236}">
                <a16:creationId xmlns:a16="http://schemas.microsoft.com/office/drawing/2014/main" id="{70C0A5F6-736B-8418-BA22-7A41B35BD000}"/>
              </a:ext>
            </a:extLst>
          </p:cNvPr>
          <p:cNvGraphicFramePr>
            <a:graphicFrameLocks noGrp="1"/>
          </p:cNvGraphicFramePr>
          <p:nvPr/>
        </p:nvGraphicFramePr>
        <p:xfrm>
          <a:off x="1331913" y="2279650"/>
          <a:ext cx="6400800" cy="35052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6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9519" name="Line 126">
            <a:extLst>
              <a:ext uri="{FF2B5EF4-FFF2-40B4-BE49-F238E27FC236}">
                <a16:creationId xmlns:a16="http://schemas.microsoft.com/office/drawing/2014/main" id="{F1A88F54-642F-7696-E719-9CD6D24F1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5313" y="2279650"/>
            <a:ext cx="0" cy="3505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9520" name="Line 127">
            <a:extLst>
              <a:ext uri="{FF2B5EF4-FFF2-40B4-BE49-F238E27FC236}">
                <a16:creationId xmlns:a16="http://schemas.microsoft.com/office/drawing/2014/main" id="{D3A654A2-4E2F-9126-3F54-5EDDE4458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113" y="2279650"/>
            <a:ext cx="0" cy="3505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5904" name="Text Box 128">
            <a:extLst>
              <a:ext uri="{FF2B5EF4-FFF2-40B4-BE49-F238E27FC236}">
                <a16:creationId xmlns:a16="http://schemas.microsoft.com/office/drawing/2014/main" id="{13653D45-D011-1CEB-270F-ADB6012E8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3" y="1746250"/>
            <a:ext cx="43561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十进制计数器的原始状态表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>
            <a:extLst>
              <a:ext uri="{FF2B5EF4-FFF2-40B4-BE49-F238E27FC236}">
                <a16:creationId xmlns:a16="http://schemas.microsoft.com/office/drawing/2014/main" id="{CF83422C-6E7F-50F4-0A88-AF5ED2E2D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313" y="304800"/>
            <a:ext cx="7343775" cy="609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  <a:endParaRPr lang="zh-CN" altLang="en-US" sz="3200"/>
          </a:p>
        </p:txBody>
      </p:sp>
      <p:sp>
        <p:nvSpPr>
          <p:cNvPr id="716836" name="Rectangle 36">
            <a:extLst>
              <a:ext uri="{FF2B5EF4-FFF2-40B4-BE49-F238E27FC236}">
                <a16:creationId xmlns:a16="http://schemas.microsoft.com/office/drawing/2014/main" id="{F6EDF551-FCBC-F70A-1CDF-407D6A4161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9144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十进制计数器设计：用</a:t>
            </a:r>
            <a:r>
              <a:rPr lang="en-US" altLang="zh-CN"/>
              <a:t>D</a:t>
            </a:r>
            <a:r>
              <a:rPr lang="zh-CN" altLang="en-US"/>
              <a:t>触发器构成。</a:t>
            </a:r>
            <a:endParaRPr lang="zh-CN" altLang="en-US" b="1"/>
          </a:p>
        </p:txBody>
      </p:sp>
      <p:sp>
        <p:nvSpPr>
          <p:cNvPr id="41" name="灯片编号占位符 5">
            <a:extLst>
              <a:ext uri="{FF2B5EF4-FFF2-40B4-BE49-F238E27FC236}">
                <a16:creationId xmlns:a16="http://schemas.microsoft.com/office/drawing/2014/main" id="{35E12143-6CE3-55D5-3E7C-5F2E501E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5088" y="571500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F181CB7-161A-456F-ADF9-C6998CEC30F3}" type="slidenum">
              <a:rPr lang="en-US" altLang="zh-CN" sz="1000" smtClean="0"/>
              <a:pPr>
                <a:defRPr/>
              </a:pPr>
              <a:t>49</a:t>
            </a:fld>
            <a:endParaRPr lang="en-US" altLang="zh-CN" sz="1000"/>
          </a:p>
        </p:txBody>
      </p:sp>
      <p:graphicFrame>
        <p:nvGraphicFramePr>
          <p:cNvPr id="716803" name="Group 3">
            <a:extLst>
              <a:ext uri="{FF2B5EF4-FFF2-40B4-BE49-F238E27FC236}">
                <a16:creationId xmlns:a16="http://schemas.microsoft.com/office/drawing/2014/main" id="{5C86503C-B664-13F9-41ED-3400AC38D020}"/>
              </a:ext>
            </a:extLst>
          </p:cNvPr>
          <p:cNvGraphicFramePr>
            <a:graphicFrameLocks noGrp="1"/>
          </p:cNvGraphicFramePr>
          <p:nvPr/>
        </p:nvGraphicFramePr>
        <p:xfrm>
          <a:off x="965200" y="2063750"/>
          <a:ext cx="3686175" cy="2305051"/>
        </p:xfrm>
        <a:graphic>
          <a:graphicData uri="http://schemas.openxmlformats.org/drawingml/2006/table">
            <a:tbl>
              <a:tblPr/>
              <a:tblGrid>
                <a:gridCol w="922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448" name="Line 30">
            <a:extLst>
              <a:ext uri="{FF2B5EF4-FFF2-40B4-BE49-F238E27FC236}">
                <a16:creationId xmlns:a16="http://schemas.microsoft.com/office/drawing/2014/main" id="{C67FCBF1-67BA-7D07-E0CD-17BDCB5FECB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600" y="1631950"/>
            <a:ext cx="86360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6831" name="Text Box 31">
            <a:extLst>
              <a:ext uri="{FF2B5EF4-FFF2-40B4-BE49-F238E27FC236}">
                <a16:creationId xmlns:a16="http://schemas.microsoft.com/office/drawing/2014/main" id="{7047E7CC-B41A-F533-1AC8-A49F6CF53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524000"/>
            <a:ext cx="735012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endParaRPr lang="en-US" altLang="zh-CN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16832" name="Text Box 32">
            <a:extLst>
              <a:ext uri="{FF2B5EF4-FFF2-40B4-BE49-F238E27FC236}">
                <a16:creationId xmlns:a16="http://schemas.microsoft.com/office/drawing/2014/main" id="{1A8D78A0-C292-7CA0-EA16-313D4938F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8" y="1811338"/>
            <a:ext cx="744537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3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2</a:t>
            </a:r>
            <a:endParaRPr lang="en-US" altLang="zh-CN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16833" name="Text Box 33">
            <a:extLst>
              <a:ext uri="{FF2B5EF4-FFF2-40B4-BE49-F238E27FC236}">
                <a16:creationId xmlns:a16="http://schemas.microsoft.com/office/drawing/2014/main" id="{9DE599F8-4971-8D67-CEAD-FE806713F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2154238"/>
            <a:ext cx="558800" cy="21002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</a:t>
            </a:r>
          </a:p>
        </p:txBody>
      </p:sp>
      <p:sp>
        <p:nvSpPr>
          <p:cNvPr id="716834" name="Text Box 34">
            <a:extLst>
              <a:ext uri="{FF2B5EF4-FFF2-40B4-BE49-F238E27FC236}">
                <a16:creationId xmlns:a16="http://schemas.microsoft.com/office/drawing/2014/main" id="{584E03E9-AE7B-BDB2-F6DC-07D256A20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1606550"/>
            <a:ext cx="32131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00       01         11        10</a:t>
            </a:r>
          </a:p>
        </p:txBody>
      </p:sp>
      <p:sp>
        <p:nvSpPr>
          <p:cNvPr id="716835" name="Text Box 35">
            <a:extLst>
              <a:ext uri="{FF2B5EF4-FFF2-40B4-BE49-F238E27FC236}">
                <a16:creationId xmlns:a16="http://schemas.microsoft.com/office/drawing/2014/main" id="{B075CFD1-C321-D1D8-D39E-9BEE39C73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4479925"/>
            <a:ext cx="35814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3(N+1)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2(N+1) 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1(N+1)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0(N+1) 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(D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3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2 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r>
              <a:rPr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60454" name="Text Box 38">
            <a:extLst>
              <a:ext uri="{FF2B5EF4-FFF2-40B4-BE49-F238E27FC236}">
                <a16:creationId xmlns:a16="http://schemas.microsoft.com/office/drawing/2014/main" id="{99304B71-A0A0-24CC-A22B-5476AA26B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53340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逻辑图略，时序图略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3D23F8E-4A7E-54D6-D33B-A78F6A6FA2EC}"/>
              </a:ext>
            </a:extLst>
          </p:cNvPr>
          <p:cNvGrpSpPr>
            <a:grpSpLocks/>
          </p:cNvGrpSpPr>
          <p:nvPr/>
        </p:nvGrpSpPr>
        <p:grpSpPr bwMode="auto">
          <a:xfrm>
            <a:off x="4905375" y="2220913"/>
            <a:ext cx="3733800" cy="2339975"/>
            <a:chOff x="-2753670" y="3904978"/>
            <a:chExt cx="2617670" cy="2338751"/>
          </a:xfrm>
        </p:grpSpPr>
        <p:sp>
          <p:nvSpPr>
            <p:cNvPr id="60456" name="文本框 15">
              <a:extLst>
                <a:ext uri="{FF2B5EF4-FFF2-40B4-BE49-F238E27FC236}">
                  <a16:creationId xmlns:a16="http://schemas.microsoft.com/office/drawing/2014/main" id="{2CEAFBA9-015A-8F96-228C-43264D7FF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1723780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0457" name="文本框 16">
              <a:extLst>
                <a:ext uri="{FF2B5EF4-FFF2-40B4-BE49-F238E27FC236}">
                  <a16:creationId xmlns:a16="http://schemas.microsoft.com/office/drawing/2014/main" id="{C50A67DF-0707-BD4E-687A-B14DC50AA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5021" y="4530661"/>
              <a:ext cx="2483703" cy="472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   —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(Q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</a:t>
              </a:r>
              <a:r>
                <a:rPr lang="en-US" altLang="zh-CN" sz="2000">
                  <a:sym typeface="Symbol" panose="05050102010706020507" pitchFamily="18" charset="2"/>
                </a:rPr>
                <a:t>+Q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/>
            </a:p>
          </p:txBody>
        </p:sp>
        <p:sp>
          <p:nvSpPr>
            <p:cNvPr id="60458" name="文本框 17">
              <a:extLst>
                <a:ext uri="{FF2B5EF4-FFF2-40B4-BE49-F238E27FC236}">
                  <a16:creationId xmlns:a16="http://schemas.microsoft.com/office/drawing/2014/main" id="{09592BB6-6617-6B35-FAEB-D827C7060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70" y="5130388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60459" name="文本框 18">
              <a:extLst>
                <a:ext uri="{FF2B5EF4-FFF2-40B4-BE49-F238E27FC236}">
                  <a16:creationId xmlns:a16="http://schemas.microsoft.com/office/drawing/2014/main" id="{919966A4-7F89-616E-6019-27CD9A753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70" y="5758711"/>
              <a:ext cx="2617670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   —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 (Q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</a:t>
              </a:r>
              <a:r>
                <a:rPr lang="en-US" altLang="zh-CN" sz="2000">
                  <a:sym typeface="Symbol" panose="05050102010706020507" pitchFamily="18" charset="2"/>
                </a:rPr>
                <a:t>+Q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4772DB71-8FE0-31C0-5F2E-CCA94B811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81040629-95BA-0509-2F01-039081EE8E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十进制计数器设计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可逆计数器设计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集成化的</a:t>
            </a:r>
            <a:r>
              <a:rPr lang="en-US" altLang="zh-CN" b="1" dirty="0"/>
              <a:t>4</a:t>
            </a:r>
            <a:r>
              <a:rPr lang="zh-CN" altLang="en-US" b="1" dirty="0"/>
              <a:t>位二进制计数器设计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设计计数器时要注意的问题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C8C937-6F46-3DF7-254B-06FDA91C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69F3FA9C-D857-49C1-A348-4FFA1E19AC95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50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38308" name="Rectangle 4">
            <a:extLst>
              <a:ext uri="{FF2B5EF4-FFF2-40B4-BE49-F238E27FC236}">
                <a16:creationId xmlns:a16="http://schemas.microsoft.com/office/drawing/2014/main" id="{F259C01C-A653-1D4C-C336-E3AE2C9EE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336925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>
            <a:extLst>
              <a:ext uri="{FF2B5EF4-FFF2-40B4-BE49-F238E27FC236}">
                <a16:creationId xmlns:a16="http://schemas.microsoft.com/office/drawing/2014/main" id="{58E0D513-24F5-D5F4-C97E-5948FF968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18851" name="Rectangle 3">
            <a:extLst>
              <a:ext uri="{FF2B5EF4-FFF2-40B4-BE49-F238E27FC236}">
                <a16:creationId xmlns:a16="http://schemas.microsoft.com/office/drawing/2014/main" id="{BAF2CD0F-4E7D-E62C-9373-92FF7B804D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6275" y="836613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/>
              <a:t>可逆计数器设计：</a:t>
            </a:r>
          </a:p>
          <a:p>
            <a:pPr lvl="1" eaLnBrk="1" hangingPunct="1">
              <a:defRPr/>
            </a:pPr>
            <a:r>
              <a:rPr lang="zh-CN" altLang="en-US" b="1"/>
              <a:t>单时钟可逆计数器和双时钟可逆计数器</a:t>
            </a:r>
          </a:p>
          <a:p>
            <a:pPr lvl="1" eaLnBrk="1" hangingPunct="1">
              <a:defRPr/>
            </a:pPr>
            <a:r>
              <a:rPr lang="zh-CN" altLang="en-US" b="1"/>
              <a:t>用</a:t>
            </a:r>
            <a:r>
              <a:rPr lang="en-US" altLang="zh-CN" b="1"/>
              <a:t>D</a:t>
            </a:r>
            <a:r>
              <a:rPr lang="zh-CN" altLang="en-US" b="1"/>
              <a:t>触发器设计单时钟四位二进制可逆计数器，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/>
              <a:t>     </a:t>
            </a:r>
            <a:r>
              <a:rPr lang="en-US" altLang="zh-CN" b="1"/>
              <a:t>X</a:t>
            </a:r>
            <a:r>
              <a:rPr lang="zh-CN" altLang="en-US" b="1"/>
              <a:t>＝</a:t>
            </a:r>
            <a:r>
              <a:rPr lang="en-US" altLang="zh-CN" b="1"/>
              <a:t>1</a:t>
            </a:r>
            <a:r>
              <a:rPr lang="zh-CN" altLang="en-US" b="1"/>
              <a:t>，正向计数，计满</a:t>
            </a:r>
            <a:r>
              <a:rPr lang="en-US" altLang="zh-CN" b="1"/>
              <a:t>1111</a:t>
            </a:r>
            <a:r>
              <a:rPr lang="zh-CN" altLang="en-US" b="1"/>
              <a:t>时进位</a:t>
            </a:r>
            <a:r>
              <a:rPr lang="en-US" altLang="zh-CN" b="1"/>
              <a:t>Z</a:t>
            </a:r>
            <a:r>
              <a:rPr lang="zh-CN" altLang="en-US" b="1"/>
              <a:t>＝</a:t>
            </a:r>
            <a:r>
              <a:rPr lang="en-US" altLang="zh-CN" b="1"/>
              <a:t>1</a:t>
            </a:r>
            <a:r>
              <a:rPr lang="zh-CN" altLang="en-US" b="1"/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/>
              <a:t>     </a:t>
            </a:r>
            <a:r>
              <a:rPr lang="en-US" altLang="zh-CN" b="1"/>
              <a:t>X</a:t>
            </a:r>
            <a:r>
              <a:rPr lang="zh-CN" altLang="en-US" b="1"/>
              <a:t>＝</a:t>
            </a:r>
            <a:r>
              <a:rPr lang="en-US" altLang="zh-CN" b="1"/>
              <a:t>0</a:t>
            </a:r>
            <a:r>
              <a:rPr lang="zh-CN" altLang="en-US" b="1"/>
              <a:t>，逆向计数，计满</a:t>
            </a:r>
            <a:r>
              <a:rPr lang="en-US" altLang="zh-CN" b="1"/>
              <a:t>0000</a:t>
            </a:r>
            <a:r>
              <a:rPr lang="zh-CN" altLang="en-US" b="1"/>
              <a:t>时借位</a:t>
            </a:r>
            <a:r>
              <a:rPr lang="en-US" altLang="zh-CN" b="1"/>
              <a:t>Z</a:t>
            </a:r>
            <a:r>
              <a:rPr lang="zh-CN" altLang="en-US" b="1"/>
              <a:t>＝</a:t>
            </a:r>
            <a:r>
              <a:rPr lang="en-US" altLang="zh-CN" b="1"/>
              <a:t>1</a:t>
            </a:r>
            <a:r>
              <a:rPr lang="zh-CN" altLang="en-US" b="1"/>
              <a:t>。</a:t>
            </a:r>
          </a:p>
        </p:txBody>
      </p:sp>
      <p:sp>
        <p:nvSpPr>
          <p:cNvPr id="118" name="灯片编号占位符 5">
            <a:extLst>
              <a:ext uri="{FF2B5EF4-FFF2-40B4-BE49-F238E27FC236}">
                <a16:creationId xmlns:a16="http://schemas.microsoft.com/office/drawing/2014/main" id="{9DA4058F-94BE-1A9B-51C8-FA16A9B8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4188" y="6251575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CC8E29D-128F-4435-AF69-CA5F47B666B8}" type="slidenum">
              <a:rPr lang="en-US" altLang="zh-CN" sz="1000" smtClean="0"/>
              <a:pPr>
                <a:defRPr/>
              </a:pPr>
              <a:t>51</a:t>
            </a:fld>
            <a:endParaRPr lang="en-US" altLang="zh-CN" sz="1000"/>
          </a:p>
        </p:txBody>
      </p:sp>
      <p:sp>
        <p:nvSpPr>
          <p:cNvPr id="718852" name="Text Box 4">
            <a:extLst>
              <a:ext uri="{FF2B5EF4-FFF2-40B4-BE49-F238E27FC236}">
                <a16:creationId xmlns:a16="http://schemas.microsoft.com/office/drawing/2014/main" id="{CEF02B60-7AAA-6D56-C9C2-8216DA95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3375025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0000</a:t>
            </a:r>
          </a:p>
        </p:txBody>
      </p:sp>
      <p:sp>
        <p:nvSpPr>
          <p:cNvPr id="718853" name="Text Box 5">
            <a:extLst>
              <a:ext uri="{FF2B5EF4-FFF2-40B4-BE49-F238E27FC236}">
                <a16:creationId xmlns:a16="http://schemas.microsoft.com/office/drawing/2014/main" id="{B3651EB7-3D5F-1B0C-6A62-8365EC33E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375025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0001</a:t>
            </a:r>
          </a:p>
        </p:txBody>
      </p:sp>
      <p:sp>
        <p:nvSpPr>
          <p:cNvPr id="718854" name="Text Box 6">
            <a:extLst>
              <a:ext uri="{FF2B5EF4-FFF2-40B4-BE49-F238E27FC236}">
                <a16:creationId xmlns:a16="http://schemas.microsoft.com/office/drawing/2014/main" id="{DF96F5B3-9192-D934-A9D2-5B0FA47C1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275" y="3375025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0010</a:t>
            </a:r>
          </a:p>
        </p:txBody>
      </p:sp>
      <p:sp>
        <p:nvSpPr>
          <p:cNvPr id="718855" name="Text Box 7">
            <a:extLst>
              <a:ext uri="{FF2B5EF4-FFF2-40B4-BE49-F238E27FC236}">
                <a16:creationId xmlns:a16="http://schemas.microsoft.com/office/drawing/2014/main" id="{AA7C8340-2118-118E-5228-FDEB4BEDA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375025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0011</a:t>
            </a:r>
          </a:p>
        </p:txBody>
      </p:sp>
      <p:sp>
        <p:nvSpPr>
          <p:cNvPr id="718856" name="Text Box 8">
            <a:extLst>
              <a:ext uri="{FF2B5EF4-FFF2-40B4-BE49-F238E27FC236}">
                <a16:creationId xmlns:a16="http://schemas.microsoft.com/office/drawing/2014/main" id="{C94CA85D-6143-CB28-9633-585BD5F6C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6113" y="4406900"/>
            <a:ext cx="639762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0111</a:t>
            </a:r>
          </a:p>
        </p:txBody>
      </p:sp>
      <p:sp>
        <p:nvSpPr>
          <p:cNvPr id="718857" name="Text Box 9">
            <a:extLst>
              <a:ext uri="{FF2B5EF4-FFF2-40B4-BE49-F238E27FC236}">
                <a16:creationId xmlns:a16="http://schemas.microsoft.com/office/drawing/2014/main" id="{8DFCF0EC-866A-913D-A63B-DFC1C5D93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6275" y="3375025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0110</a:t>
            </a:r>
          </a:p>
        </p:txBody>
      </p:sp>
      <p:sp>
        <p:nvSpPr>
          <p:cNvPr id="718858" name="Text Box 10">
            <a:extLst>
              <a:ext uri="{FF2B5EF4-FFF2-40B4-BE49-F238E27FC236}">
                <a16:creationId xmlns:a16="http://schemas.microsoft.com/office/drawing/2014/main" id="{86AD6976-99B4-3056-0671-A12DB04DE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288" y="3375025"/>
            <a:ext cx="611187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0101</a:t>
            </a:r>
          </a:p>
        </p:txBody>
      </p:sp>
      <p:sp>
        <p:nvSpPr>
          <p:cNvPr id="718859" name="Text Box 11">
            <a:extLst>
              <a:ext uri="{FF2B5EF4-FFF2-40B4-BE49-F238E27FC236}">
                <a16:creationId xmlns:a16="http://schemas.microsoft.com/office/drawing/2014/main" id="{17E4EA37-9141-31A0-B0DC-B0D786CEF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75" y="3375025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0100</a:t>
            </a:r>
          </a:p>
        </p:txBody>
      </p:sp>
      <p:grpSp>
        <p:nvGrpSpPr>
          <p:cNvPr id="718860" name="Group 12">
            <a:extLst>
              <a:ext uri="{FF2B5EF4-FFF2-40B4-BE49-F238E27FC236}">
                <a16:creationId xmlns:a16="http://schemas.microsoft.com/office/drawing/2014/main" id="{4F6B1C9E-5A77-DF33-D877-69C124821E8F}"/>
              </a:ext>
            </a:extLst>
          </p:cNvPr>
          <p:cNvGrpSpPr>
            <a:grpSpLocks/>
          </p:cNvGrpSpPr>
          <p:nvPr/>
        </p:nvGrpSpPr>
        <p:grpSpPr bwMode="auto">
          <a:xfrm>
            <a:off x="931863" y="3122613"/>
            <a:ext cx="685800" cy="396875"/>
            <a:chOff x="864" y="2042"/>
            <a:chExt cx="432" cy="250"/>
          </a:xfrm>
        </p:grpSpPr>
        <p:sp>
          <p:nvSpPr>
            <p:cNvPr id="62579" name="Line 13">
              <a:extLst>
                <a:ext uri="{FF2B5EF4-FFF2-40B4-BE49-F238E27FC236}">
                  <a16:creationId xmlns:a16="http://schemas.microsoft.com/office/drawing/2014/main" id="{D07B6A74-AA58-96C1-0B8B-4D6C5C024B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62" name="Text Box 14">
              <a:extLst>
                <a:ext uri="{FF2B5EF4-FFF2-40B4-BE49-F238E27FC236}">
                  <a16:creationId xmlns:a16="http://schemas.microsoft.com/office/drawing/2014/main" id="{E19DCC93-70E7-9278-1992-A78A77304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63" name="Group 15">
            <a:extLst>
              <a:ext uri="{FF2B5EF4-FFF2-40B4-BE49-F238E27FC236}">
                <a16:creationId xmlns:a16="http://schemas.microsoft.com/office/drawing/2014/main" id="{BE61F75B-E90B-8ED7-0779-2F31F6C68DE9}"/>
              </a:ext>
            </a:extLst>
          </p:cNvPr>
          <p:cNvGrpSpPr>
            <a:grpSpLocks/>
          </p:cNvGrpSpPr>
          <p:nvPr/>
        </p:nvGrpSpPr>
        <p:grpSpPr bwMode="auto">
          <a:xfrm>
            <a:off x="8566150" y="3756025"/>
            <a:ext cx="568325" cy="609600"/>
            <a:chOff x="5402" y="2352"/>
            <a:chExt cx="358" cy="384"/>
          </a:xfrm>
        </p:grpSpPr>
        <p:sp>
          <p:nvSpPr>
            <p:cNvPr id="62577" name="Line 16">
              <a:extLst>
                <a:ext uri="{FF2B5EF4-FFF2-40B4-BE49-F238E27FC236}">
                  <a16:creationId xmlns:a16="http://schemas.microsoft.com/office/drawing/2014/main" id="{D5C41F25-6518-835C-486D-D94652064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2352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65" name="Text Box 17">
              <a:extLst>
                <a:ext uri="{FF2B5EF4-FFF2-40B4-BE49-F238E27FC236}">
                  <a16:creationId xmlns:a16="http://schemas.microsoft.com/office/drawing/2014/main" id="{9EBFCF25-98EE-B869-314B-B8EFB4310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2" y="2438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66" name="Group 18">
            <a:extLst>
              <a:ext uri="{FF2B5EF4-FFF2-40B4-BE49-F238E27FC236}">
                <a16:creationId xmlns:a16="http://schemas.microsoft.com/office/drawing/2014/main" id="{BC415946-1995-C9DF-B702-1DB4E2507546}"/>
              </a:ext>
            </a:extLst>
          </p:cNvPr>
          <p:cNvGrpSpPr>
            <a:grpSpLocks/>
          </p:cNvGrpSpPr>
          <p:nvPr/>
        </p:nvGrpSpPr>
        <p:grpSpPr bwMode="auto">
          <a:xfrm>
            <a:off x="7839075" y="3756025"/>
            <a:ext cx="614363" cy="609600"/>
            <a:chOff x="4944" y="2352"/>
            <a:chExt cx="387" cy="384"/>
          </a:xfrm>
        </p:grpSpPr>
        <p:sp>
          <p:nvSpPr>
            <p:cNvPr id="62575" name="Line 19">
              <a:extLst>
                <a:ext uri="{FF2B5EF4-FFF2-40B4-BE49-F238E27FC236}">
                  <a16:creationId xmlns:a16="http://schemas.microsoft.com/office/drawing/2014/main" id="{4AC1F278-5DFC-82BA-4746-02B86CF90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352"/>
              <a:ext cx="0" cy="38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68" name="Text Box 20">
              <a:extLst>
                <a:ext uri="{FF2B5EF4-FFF2-40B4-BE49-F238E27FC236}">
                  <a16:creationId xmlns:a16="http://schemas.microsoft.com/office/drawing/2014/main" id="{B46F9F79-5FC8-420E-6FA5-6E6340EBF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438"/>
              <a:ext cx="38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69" name="Group 21">
            <a:extLst>
              <a:ext uri="{FF2B5EF4-FFF2-40B4-BE49-F238E27FC236}">
                <a16:creationId xmlns:a16="http://schemas.microsoft.com/office/drawing/2014/main" id="{33ECE38F-AF44-3757-9892-7060AC8AEEA9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808413"/>
            <a:ext cx="522288" cy="609600"/>
            <a:chOff x="48" y="2352"/>
            <a:chExt cx="329" cy="384"/>
          </a:xfrm>
        </p:grpSpPr>
        <p:sp>
          <p:nvSpPr>
            <p:cNvPr id="62573" name="Line 22">
              <a:extLst>
                <a:ext uri="{FF2B5EF4-FFF2-40B4-BE49-F238E27FC236}">
                  <a16:creationId xmlns:a16="http://schemas.microsoft.com/office/drawing/2014/main" id="{574F3C97-09F6-F847-8C30-4AA55FBF0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6" y="2352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71" name="Text Box 23">
              <a:extLst>
                <a:ext uri="{FF2B5EF4-FFF2-40B4-BE49-F238E27FC236}">
                  <a16:creationId xmlns:a16="http://schemas.microsoft.com/office/drawing/2014/main" id="{0B57A4A6-1E2F-495F-7698-77B97E185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2410"/>
              <a:ext cx="329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1/1</a:t>
              </a:r>
            </a:p>
          </p:txBody>
        </p:sp>
      </p:grpSp>
      <p:grpSp>
        <p:nvGrpSpPr>
          <p:cNvPr id="718872" name="Group 24">
            <a:extLst>
              <a:ext uri="{FF2B5EF4-FFF2-40B4-BE49-F238E27FC236}">
                <a16:creationId xmlns:a16="http://schemas.microsoft.com/office/drawing/2014/main" id="{DA5E6A04-7EE1-C32F-85D1-25BB2210C9DE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3832225"/>
            <a:ext cx="568325" cy="533400"/>
            <a:chOff x="425" y="2400"/>
            <a:chExt cx="358" cy="336"/>
          </a:xfrm>
        </p:grpSpPr>
        <p:sp>
          <p:nvSpPr>
            <p:cNvPr id="62571" name="Line 25">
              <a:extLst>
                <a:ext uri="{FF2B5EF4-FFF2-40B4-BE49-F238E27FC236}">
                  <a16:creationId xmlns:a16="http://schemas.microsoft.com/office/drawing/2014/main" id="{926DC9C6-8821-A5E7-14FB-AB5FD0135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400"/>
              <a:ext cx="0" cy="336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74" name="Text Box 26">
              <a:extLst>
                <a:ext uri="{FF2B5EF4-FFF2-40B4-BE49-F238E27FC236}">
                  <a16:creationId xmlns:a16="http://schemas.microsoft.com/office/drawing/2014/main" id="{77D08279-C097-5911-7539-8506FB5E3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2400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0/1</a:t>
              </a:r>
            </a:p>
          </p:txBody>
        </p:sp>
      </p:grpSp>
      <p:grpSp>
        <p:nvGrpSpPr>
          <p:cNvPr id="718875" name="Group 27">
            <a:extLst>
              <a:ext uri="{FF2B5EF4-FFF2-40B4-BE49-F238E27FC236}">
                <a16:creationId xmlns:a16="http://schemas.microsoft.com/office/drawing/2014/main" id="{F332AA8B-13AF-9966-28EB-0664FB88725B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3527425"/>
            <a:ext cx="685800" cy="396875"/>
            <a:chOff x="576" y="2208"/>
            <a:chExt cx="432" cy="250"/>
          </a:xfrm>
        </p:grpSpPr>
        <p:sp>
          <p:nvSpPr>
            <p:cNvPr id="62569" name="Line 28">
              <a:extLst>
                <a:ext uri="{FF2B5EF4-FFF2-40B4-BE49-F238E27FC236}">
                  <a16:creationId xmlns:a16="http://schemas.microsoft.com/office/drawing/2014/main" id="{2A9C3AA5-05BB-B1A9-47E3-668C82F5C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77" name="Text Box 29">
              <a:extLst>
                <a:ext uri="{FF2B5EF4-FFF2-40B4-BE49-F238E27FC236}">
                  <a16:creationId xmlns:a16="http://schemas.microsoft.com/office/drawing/2014/main" id="{7C249F45-B2FB-9DB8-1989-A40D8E886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78" name="Group 30">
            <a:extLst>
              <a:ext uri="{FF2B5EF4-FFF2-40B4-BE49-F238E27FC236}">
                <a16:creationId xmlns:a16="http://schemas.microsoft.com/office/drawing/2014/main" id="{8D3701B1-36EE-E12F-931C-FCF688550562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3182938"/>
            <a:ext cx="685800" cy="396875"/>
            <a:chOff x="864" y="2042"/>
            <a:chExt cx="432" cy="250"/>
          </a:xfrm>
        </p:grpSpPr>
        <p:sp>
          <p:nvSpPr>
            <p:cNvPr id="62567" name="Line 31">
              <a:extLst>
                <a:ext uri="{FF2B5EF4-FFF2-40B4-BE49-F238E27FC236}">
                  <a16:creationId xmlns:a16="http://schemas.microsoft.com/office/drawing/2014/main" id="{C49E28C4-3379-822E-50AA-DFC1C6E809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0" name="Text Box 32">
              <a:extLst>
                <a:ext uri="{FF2B5EF4-FFF2-40B4-BE49-F238E27FC236}">
                  <a16:creationId xmlns:a16="http://schemas.microsoft.com/office/drawing/2014/main" id="{1559EE6A-FAC2-FFCB-5259-DE64BDC1A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81" name="Group 33">
            <a:extLst>
              <a:ext uri="{FF2B5EF4-FFF2-40B4-BE49-F238E27FC236}">
                <a16:creationId xmlns:a16="http://schemas.microsoft.com/office/drawing/2014/main" id="{417C85E0-D78C-644B-E911-467E5898491F}"/>
              </a:ext>
            </a:extLst>
          </p:cNvPr>
          <p:cNvGrpSpPr>
            <a:grpSpLocks/>
          </p:cNvGrpSpPr>
          <p:nvPr/>
        </p:nvGrpSpPr>
        <p:grpSpPr bwMode="auto">
          <a:xfrm>
            <a:off x="2249488" y="3587750"/>
            <a:ext cx="685800" cy="396875"/>
            <a:chOff x="576" y="2208"/>
            <a:chExt cx="432" cy="250"/>
          </a:xfrm>
        </p:grpSpPr>
        <p:sp>
          <p:nvSpPr>
            <p:cNvPr id="62565" name="Line 34">
              <a:extLst>
                <a:ext uri="{FF2B5EF4-FFF2-40B4-BE49-F238E27FC236}">
                  <a16:creationId xmlns:a16="http://schemas.microsoft.com/office/drawing/2014/main" id="{0736C59B-BB93-8FFA-16C6-A2B1C7CA9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3" name="Text Box 35">
              <a:extLst>
                <a:ext uri="{FF2B5EF4-FFF2-40B4-BE49-F238E27FC236}">
                  <a16:creationId xmlns:a16="http://schemas.microsoft.com/office/drawing/2014/main" id="{E3747B4E-DF1B-4BF1-61CC-5FAEDDAD9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84" name="Group 36">
            <a:extLst>
              <a:ext uri="{FF2B5EF4-FFF2-40B4-BE49-F238E27FC236}">
                <a16:creationId xmlns:a16="http://schemas.microsoft.com/office/drawing/2014/main" id="{11EE7737-DD80-0212-70B8-AC1AA2A9FF3D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3146425"/>
            <a:ext cx="685800" cy="396875"/>
            <a:chOff x="864" y="2042"/>
            <a:chExt cx="432" cy="250"/>
          </a:xfrm>
        </p:grpSpPr>
        <p:sp>
          <p:nvSpPr>
            <p:cNvPr id="62563" name="Line 37">
              <a:extLst>
                <a:ext uri="{FF2B5EF4-FFF2-40B4-BE49-F238E27FC236}">
                  <a16:creationId xmlns:a16="http://schemas.microsoft.com/office/drawing/2014/main" id="{5DA1D486-2E4B-8911-17CA-1A25EB30A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6" name="Text Box 38">
              <a:extLst>
                <a:ext uri="{FF2B5EF4-FFF2-40B4-BE49-F238E27FC236}">
                  <a16:creationId xmlns:a16="http://schemas.microsoft.com/office/drawing/2014/main" id="{55694B05-6063-CE84-6EF2-B6AF1B918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87" name="Group 39">
            <a:extLst>
              <a:ext uri="{FF2B5EF4-FFF2-40B4-BE49-F238E27FC236}">
                <a16:creationId xmlns:a16="http://schemas.microsoft.com/office/drawing/2014/main" id="{2FFD71E2-5FFF-6279-DE13-87AAB93AA318}"/>
              </a:ext>
            </a:extLst>
          </p:cNvPr>
          <p:cNvGrpSpPr>
            <a:grpSpLocks/>
          </p:cNvGrpSpPr>
          <p:nvPr/>
        </p:nvGrpSpPr>
        <p:grpSpPr bwMode="auto">
          <a:xfrm>
            <a:off x="3571875" y="3551238"/>
            <a:ext cx="685800" cy="396875"/>
            <a:chOff x="576" y="2208"/>
            <a:chExt cx="432" cy="250"/>
          </a:xfrm>
        </p:grpSpPr>
        <p:sp>
          <p:nvSpPr>
            <p:cNvPr id="62561" name="Line 40">
              <a:extLst>
                <a:ext uri="{FF2B5EF4-FFF2-40B4-BE49-F238E27FC236}">
                  <a16:creationId xmlns:a16="http://schemas.microsoft.com/office/drawing/2014/main" id="{CA6BFA42-C486-4B52-F38D-30A6EA8A1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9" name="Text Box 41">
              <a:extLst>
                <a:ext uri="{FF2B5EF4-FFF2-40B4-BE49-F238E27FC236}">
                  <a16:creationId xmlns:a16="http://schemas.microsoft.com/office/drawing/2014/main" id="{3B52560F-4B65-DE26-E498-4CDDF9585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90" name="Group 42">
            <a:extLst>
              <a:ext uri="{FF2B5EF4-FFF2-40B4-BE49-F238E27FC236}">
                <a16:creationId xmlns:a16="http://schemas.microsoft.com/office/drawing/2014/main" id="{F9526675-8EFF-5446-D630-77B5FDD0D7CF}"/>
              </a:ext>
            </a:extLst>
          </p:cNvPr>
          <p:cNvGrpSpPr>
            <a:grpSpLocks/>
          </p:cNvGrpSpPr>
          <p:nvPr/>
        </p:nvGrpSpPr>
        <p:grpSpPr bwMode="auto">
          <a:xfrm>
            <a:off x="4943475" y="3146425"/>
            <a:ext cx="685800" cy="396875"/>
            <a:chOff x="864" y="2042"/>
            <a:chExt cx="432" cy="250"/>
          </a:xfrm>
        </p:grpSpPr>
        <p:sp>
          <p:nvSpPr>
            <p:cNvPr id="62559" name="Line 43">
              <a:extLst>
                <a:ext uri="{FF2B5EF4-FFF2-40B4-BE49-F238E27FC236}">
                  <a16:creationId xmlns:a16="http://schemas.microsoft.com/office/drawing/2014/main" id="{DD458922-ECE5-8789-9696-7F6FE5829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92" name="Text Box 44">
              <a:extLst>
                <a:ext uri="{FF2B5EF4-FFF2-40B4-BE49-F238E27FC236}">
                  <a16:creationId xmlns:a16="http://schemas.microsoft.com/office/drawing/2014/main" id="{6FA736C5-E92A-7900-DB67-6B35E58C1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93" name="Group 45">
            <a:extLst>
              <a:ext uri="{FF2B5EF4-FFF2-40B4-BE49-F238E27FC236}">
                <a16:creationId xmlns:a16="http://schemas.microsoft.com/office/drawing/2014/main" id="{C90C336B-6D56-B389-DCD9-00D084C7B697}"/>
              </a:ext>
            </a:extLst>
          </p:cNvPr>
          <p:cNvGrpSpPr>
            <a:grpSpLocks/>
          </p:cNvGrpSpPr>
          <p:nvPr/>
        </p:nvGrpSpPr>
        <p:grpSpPr bwMode="auto">
          <a:xfrm>
            <a:off x="4916488" y="3551238"/>
            <a:ext cx="685800" cy="396875"/>
            <a:chOff x="576" y="2208"/>
            <a:chExt cx="432" cy="250"/>
          </a:xfrm>
        </p:grpSpPr>
        <p:sp>
          <p:nvSpPr>
            <p:cNvPr id="62557" name="Line 46">
              <a:extLst>
                <a:ext uri="{FF2B5EF4-FFF2-40B4-BE49-F238E27FC236}">
                  <a16:creationId xmlns:a16="http://schemas.microsoft.com/office/drawing/2014/main" id="{667D461E-DFBC-7DBA-2B86-9193A3088B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95" name="Text Box 47">
              <a:extLst>
                <a:ext uri="{FF2B5EF4-FFF2-40B4-BE49-F238E27FC236}">
                  <a16:creationId xmlns:a16="http://schemas.microsoft.com/office/drawing/2014/main" id="{92977F13-EB8A-4B91-80A6-CA9904024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96" name="Group 48">
            <a:extLst>
              <a:ext uri="{FF2B5EF4-FFF2-40B4-BE49-F238E27FC236}">
                <a16:creationId xmlns:a16="http://schemas.microsoft.com/office/drawing/2014/main" id="{0E38F3E6-CC99-ED2F-C6E5-0B4E878B6230}"/>
              </a:ext>
            </a:extLst>
          </p:cNvPr>
          <p:cNvGrpSpPr>
            <a:grpSpLocks/>
          </p:cNvGrpSpPr>
          <p:nvPr/>
        </p:nvGrpSpPr>
        <p:grpSpPr bwMode="auto">
          <a:xfrm>
            <a:off x="6265863" y="3146425"/>
            <a:ext cx="685800" cy="396875"/>
            <a:chOff x="864" y="2042"/>
            <a:chExt cx="432" cy="250"/>
          </a:xfrm>
        </p:grpSpPr>
        <p:sp>
          <p:nvSpPr>
            <p:cNvPr id="62555" name="Line 49">
              <a:extLst>
                <a:ext uri="{FF2B5EF4-FFF2-40B4-BE49-F238E27FC236}">
                  <a16:creationId xmlns:a16="http://schemas.microsoft.com/office/drawing/2014/main" id="{A322DA0F-AFA6-052F-9770-A7A4C925AE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98" name="Text Box 50">
              <a:extLst>
                <a:ext uri="{FF2B5EF4-FFF2-40B4-BE49-F238E27FC236}">
                  <a16:creationId xmlns:a16="http://schemas.microsoft.com/office/drawing/2014/main" id="{E9367D86-4D40-5839-8BDE-86B4E871C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99" name="Group 51">
            <a:extLst>
              <a:ext uri="{FF2B5EF4-FFF2-40B4-BE49-F238E27FC236}">
                <a16:creationId xmlns:a16="http://schemas.microsoft.com/office/drawing/2014/main" id="{EFD17678-77A0-EB52-50D5-97E0ECC142A6}"/>
              </a:ext>
            </a:extLst>
          </p:cNvPr>
          <p:cNvGrpSpPr>
            <a:grpSpLocks/>
          </p:cNvGrpSpPr>
          <p:nvPr/>
        </p:nvGrpSpPr>
        <p:grpSpPr bwMode="auto">
          <a:xfrm>
            <a:off x="6238875" y="3551238"/>
            <a:ext cx="685800" cy="396875"/>
            <a:chOff x="576" y="2208"/>
            <a:chExt cx="432" cy="250"/>
          </a:xfrm>
        </p:grpSpPr>
        <p:sp>
          <p:nvSpPr>
            <p:cNvPr id="62553" name="Line 52">
              <a:extLst>
                <a:ext uri="{FF2B5EF4-FFF2-40B4-BE49-F238E27FC236}">
                  <a16:creationId xmlns:a16="http://schemas.microsoft.com/office/drawing/2014/main" id="{27C45808-F9B3-AF9F-C991-955D5FA50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01" name="Text Box 53">
              <a:extLst>
                <a:ext uri="{FF2B5EF4-FFF2-40B4-BE49-F238E27FC236}">
                  <a16:creationId xmlns:a16="http://schemas.microsoft.com/office/drawing/2014/main" id="{3BF31A06-4620-C1BD-2DDA-0ED5ADF67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02" name="Group 54">
            <a:extLst>
              <a:ext uri="{FF2B5EF4-FFF2-40B4-BE49-F238E27FC236}">
                <a16:creationId xmlns:a16="http://schemas.microsoft.com/office/drawing/2014/main" id="{7BDE555D-F7D3-D13A-5FE4-6B85B25074DA}"/>
              </a:ext>
            </a:extLst>
          </p:cNvPr>
          <p:cNvGrpSpPr>
            <a:grpSpLocks/>
          </p:cNvGrpSpPr>
          <p:nvPr/>
        </p:nvGrpSpPr>
        <p:grpSpPr bwMode="auto">
          <a:xfrm>
            <a:off x="7610475" y="3146425"/>
            <a:ext cx="685800" cy="396875"/>
            <a:chOff x="864" y="2042"/>
            <a:chExt cx="432" cy="250"/>
          </a:xfrm>
        </p:grpSpPr>
        <p:sp>
          <p:nvSpPr>
            <p:cNvPr id="62551" name="Line 55">
              <a:extLst>
                <a:ext uri="{FF2B5EF4-FFF2-40B4-BE49-F238E27FC236}">
                  <a16:creationId xmlns:a16="http://schemas.microsoft.com/office/drawing/2014/main" id="{BA51932F-D260-7094-4896-B25F2A4C3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04" name="Text Box 56">
              <a:extLst>
                <a:ext uri="{FF2B5EF4-FFF2-40B4-BE49-F238E27FC236}">
                  <a16:creationId xmlns:a16="http://schemas.microsoft.com/office/drawing/2014/main" id="{3EC3862F-7754-0D7A-6D1B-6838BCA30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05" name="Group 57">
            <a:extLst>
              <a:ext uri="{FF2B5EF4-FFF2-40B4-BE49-F238E27FC236}">
                <a16:creationId xmlns:a16="http://schemas.microsoft.com/office/drawing/2014/main" id="{B53B0B78-1ABA-28CC-F305-C5C3AB0290D6}"/>
              </a:ext>
            </a:extLst>
          </p:cNvPr>
          <p:cNvGrpSpPr>
            <a:grpSpLocks/>
          </p:cNvGrpSpPr>
          <p:nvPr/>
        </p:nvGrpSpPr>
        <p:grpSpPr bwMode="auto">
          <a:xfrm>
            <a:off x="7583488" y="3551238"/>
            <a:ext cx="685800" cy="396875"/>
            <a:chOff x="576" y="2208"/>
            <a:chExt cx="432" cy="250"/>
          </a:xfrm>
        </p:grpSpPr>
        <p:sp>
          <p:nvSpPr>
            <p:cNvPr id="62549" name="Line 58">
              <a:extLst>
                <a:ext uri="{FF2B5EF4-FFF2-40B4-BE49-F238E27FC236}">
                  <a16:creationId xmlns:a16="http://schemas.microsoft.com/office/drawing/2014/main" id="{0382CA3A-5BD4-8896-A840-5625315B5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07" name="Text Box 59">
              <a:extLst>
                <a:ext uri="{FF2B5EF4-FFF2-40B4-BE49-F238E27FC236}">
                  <a16:creationId xmlns:a16="http://schemas.microsoft.com/office/drawing/2014/main" id="{1434B2D8-9B6C-E302-B2A5-ECFA4AB27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08" name="Group 60">
            <a:extLst>
              <a:ext uri="{FF2B5EF4-FFF2-40B4-BE49-F238E27FC236}">
                <a16:creationId xmlns:a16="http://schemas.microsoft.com/office/drawing/2014/main" id="{9C28C710-D232-3938-02FE-0C9D6880B5E3}"/>
              </a:ext>
            </a:extLst>
          </p:cNvPr>
          <p:cNvGrpSpPr>
            <a:grpSpLocks/>
          </p:cNvGrpSpPr>
          <p:nvPr/>
        </p:nvGrpSpPr>
        <p:grpSpPr bwMode="auto">
          <a:xfrm>
            <a:off x="8601075" y="4883150"/>
            <a:ext cx="492125" cy="473075"/>
            <a:chOff x="5424" y="3062"/>
            <a:chExt cx="310" cy="298"/>
          </a:xfrm>
        </p:grpSpPr>
        <p:sp>
          <p:nvSpPr>
            <p:cNvPr id="62547" name="Line 61">
              <a:extLst>
                <a:ext uri="{FF2B5EF4-FFF2-40B4-BE49-F238E27FC236}">
                  <a16:creationId xmlns:a16="http://schemas.microsoft.com/office/drawing/2014/main" id="{03A02C9B-6ECF-D7FC-80E2-37D80C2D4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3072"/>
              <a:ext cx="0" cy="28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10" name="Text Box 62">
              <a:extLst>
                <a:ext uri="{FF2B5EF4-FFF2-40B4-BE49-F238E27FC236}">
                  <a16:creationId xmlns:a16="http://schemas.microsoft.com/office/drawing/2014/main" id="{F42E7E15-8D12-673D-6886-F03441F16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3062"/>
              <a:ext cx="26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11" name="Group 63">
            <a:extLst>
              <a:ext uri="{FF2B5EF4-FFF2-40B4-BE49-F238E27FC236}">
                <a16:creationId xmlns:a16="http://schemas.microsoft.com/office/drawing/2014/main" id="{4B33A002-EA22-9627-C198-D0576D03170B}"/>
              </a:ext>
            </a:extLst>
          </p:cNvPr>
          <p:cNvGrpSpPr>
            <a:grpSpLocks/>
          </p:cNvGrpSpPr>
          <p:nvPr/>
        </p:nvGrpSpPr>
        <p:grpSpPr bwMode="auto">
          <a:xfrm>
            <a:off x="7839075" y="4822825"/>
            <a:ext cx="614363" cy="533400"/>
            <a:chOff x="4944" y="3024"/>
            <a:chExt cx="387" cy="336"/>
          </a:xfrm>
        </p:grpSpPr>
        <p:sp>
          <p:nvSpPr>
            <p:cNvPr id="62545" name="Line 64">
              <a:extLst>
                <a:ext uri="{FF2B5EF4-FFF2-40B4-BE49-F238E27FC236}">
                  <a16:creationId xmlns:a16="http://schemas.microsoft.com/office/drawing/2014/main" id="{650148FE-E10D-DCFC-C6A1-1A55D7ED8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3024"/>
              <a:ext cx="0" cy="336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13" name="Text Box 65">
              <a:extLst>
                <a:ext uri="{FF2B5EF4-FFF2-40B4-BE49-F238E27FC236}">
                  <a16:creationId xmlns:a16="http://schemas.microsoft.com/office/drawing/2014/main" id="{12038B30-51DE-09E0-E304-D4F365BA6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062"/>
              <a:ext cx="38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sp>
        <p:nvSpPr>
          <p:cNvPr id="718914" name="Text Box 66">
            <a:extLst>
              <a:ext uri="{FF2B5EF4-FFF2-40B4-BE49-F238E27FC236}">
                <a16:creationId xmlns:a16="http://schemas.microsoft.com/office/drawing/2014/main" id="{3E3B08D9-03F0-7862-A3CA-FF4B3A75C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075" y="5397500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1000</a:t>
            </a:r>
          </a:p>
        </p:txBody>
      </p:sp>
      <p:sp>
        <p:nvSpPr>
          <p:cNvPr id="718915" name="Text Box 67">
            <a:extLst>
              <a:ext uri="{FF2B5EF4-FFF2-40B4-BE49-F238E27FC236}">
                <a16:creationId xmlns:a16="http://schemas.microsoft.com/office/drawing/2014/main" id="{93318302-4B69-56BD-4BD0-7F42BD492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5356225"/>
            <a:ext cx="5032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1110</a:t>
            </a:r>
          </a:p>
        </p:txBody>
      </p:sp>
      <p:sp>
        <p:nvSpPr>
          <p:cNvPr id="718916" name="Text Box 68">
            <a:extLst>
              <a:ext uri="{FF2B5EF4-FFF2-40B4-BE49-F238E27FC236}">
                <a16:creationId xmlns:a16="http://schemas.microsoft.com/office/drawing/2014/main" id="{3A3748EE-0765-499D-96B5-86287DDCB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5397500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1101</a:t>
            </a:r>
          </a:p>
        </p:txBody>
      </p:sp>
      <p:sp>
        <p:nvSpPr>
          <p:cNvPr id="718917" name="Text Box 69">
            <a:extLst>
              <a:ext uri="{FF2B5EF4-FFF2-40B4-BE49-F238E27FC236}">
                <a16:creationId xmlns:a16="http://schemas.microsoft.com/office/drawing/2014/main" id="{ACB806F0-9876-EB99-E77C-057A8BF9B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275" y="5397500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1100</a:t>
            </a:r>
          </a:p>
        </p:txBody>
      </p:sp>
      <p:sp>
        <p:nvSpPr>
          <p:cNvPr id="718918" name="Text Box 70">
            <a:extLst>
              <a:ext uri="{FF2B5EF4-FFF2-40B4-BE49-F238E27FC236}">
                <a16:creationId xmlns:a16="http://schemas.microsoft.com/office/drawing/2014/main" id="{C1335D70-CD2E-527F-7643-35318B099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5397500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1011</a:t>
            </a:r>
          </a:p>
        </p:txBody>
      </p:sp>
      <p:sp>
        <p:nvSpPr>
          <p:cNvPr id="718919" name="Text Box 71">
            <a:extLst>
              <a:ext uri="{FF2B5EF4-FFF2-40B4-BE49-F238E27FC236}">
                <a16:creationId xmlns:a16="http://schemas.microsoft.com/office/drawing/2014/main" id="{1677EC1A-EF35-AE6A-1634-9B208CECA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675" y="5397500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1001</a:t>
            </a:r>
          </a:p>
        </p:txBody>
      </p:sp>
      <p:sp>
        <p:nvSpPr>
          <p:cNvPr id="718920" name="Text Box 72">
            <a:extLst>
              <a:ext uri="{FF2B5EF4-FFF2-40B4-BE49-F238E27FC236}">
                <a16:creationId xmlns:a16="http://schemas.microsoft.com/office/drawing/2014/main" id="{23E416F5-C6F3-0BCA-853D-0C3FC22FD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75" y="5397500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1010</a:t>
            </a:r>
          </a:p>
        </p:txBody>
      </p:sp>
      <p:grpSp>
        <p:nvGrpSpPr>
          <p:cNvPr id="718921" name="Group 73">
            <a:extLst>
              <a:ext uri="{FF2B5EF4-FFF2-40B4-BE49-F238E27FC236}">
                <a16:creationId xmlns:a16="http://schemas.microsoft.com/office/drawing/2014/main" id="{89796F61-350E-DE44-C00D-0CEEE191F24C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5203825"/>
            <a:ext cx="685800" cy="396875"/>
            <a:chOff x="576" y="3264"/>
            <a:chExt cx="432" cy="250"/>
          </a:xfrm>
        </p:grpSpPr>
        <p:sp>
          <p:nvSpPr>
            <p:cNvPr id="62543" name="Line 74">
              <a:extLst>
                <a:ext uri="{FF2B5EF4-FFF2-40B4-BE49-F238E27FC236}">
                  <a16:creationId xmlns:a16="http://schemas.microsoft.com/office/drawing/2014/main" id="{33216CD0-037E-FA46-A637-44CA1A951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23" name="Text Box 75">
              <a:extLst>
                <a:ext uri="{FF2B5EF4-FFF2-40B4-BE49-F238E27FC236}">
                  <a16:creationId xmlns:a16="http://schemas.microsoft.com/office/drawing/2014/main" id="{D0002BA1-69AE-9BF8-D726-80B238B36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24" name="Group 76">
            <a:extLst>
              <a:ext uri="{FF2B5EF4-FFF2-40B4-BE49-F238E27FC236}">
                <a16:creationId xmlns:a16="http://schemas.microsoft.com/office/drawing/2014/main" id="{1C13892B-6022-E6FD-3A5F-4650C38EBE05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5584825"/>
            <a:ext cx="685800" cy="396875"/>
            <a:chOff x="576" y="3504"/>
            <a:chExt cx="432" cy="250"/>
          </a:xfrm>
        </p:grpSpPr>
        <p:sp>
          <p:nvSpPr>
            <p:cNvPr id="62541" name="Line 77">
              <a:extLst>
                <a:ext uri="{FF2B5EF4-FFF2-40B4-BE49-F238E27FC236}">
                  <a16:creationId xmlns:a16="http://schemas.microsoft.com/office/drawing/2014/main" id="{8D81D28B-5386-8364-FB1B-E6B683B91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26" name="Text Box 78">
              <a:extLst>
                <a:ext uri="{FF2B5EF4-FFF2-40B4-BE49-F238E27FC236}">
                  <a16:creationId xmlns:a16="http://schemas.microsoft.com/office/drawing/2014/main" id="{69E2359F-8451-CD2F-AB80-AC5FC08F4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sp>
        <p:nvSpPr>
          <p:cNvPr id="718927" name="Text Box 79">
            <a:extLst>
              <a:ext uri="{FF2B5EF4-FFF2-40B4-BE49-F238E27FC236}">
                <a16:creationId xmlns:a16="http://schemas.microsoft.com/office/drawing/2014/main" id="{DD252A69-12DB-73FA-2B09-DB7DA2B96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365625"/>
            <a:ext cx="4572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1111</a:t>
            </a:r>
          </a:p>
        </p:txBody>
      </p:sp>
      <p:grpSp>
        <p:nvGrpSpPr>
          <p:cNvPr id="718928" name="Group 80">
            <a:extLst>
              <a:ext uri="{FF2B5EF4-FFF2-40B4-BE49-F238E27FC236}">
                <a16:creationId xmlns:a16="http://schemas.microsoft.com/office/drawing/2014/main" id="{B4AA0A28-3F62-059A-9014-ACB7E808CA2A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4799013"/>
            <a:ext cx="568325" cy="609600"/>
            <a:chOff x="48" y="2976"/>
            <a:chExt cx="358" cy="384"/>
          </a:xfrm>
        </p:grpSpPr>
        <p:sp>
          <p:nvSpPr>
            <p:cNvPr id="62539" name="Line 81">
              <a:extLst>
                <a:ext uri="{FF2B5EF4-FFF2-40B4-BE49-F238E27FC236}">
                  <a16:creationId xmlns:a16="http://schemas.microsoft.com/office/drawing/2014/main" id="{0B54544C-8D95-51F3-EC65-0DDD561DE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6" y="2976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0" name="Text Box 82">
              <a:extLst>
                <a:ext uri="{FF2B5EF4-FFF2-40B4-BE49-F238E27FC236}">
                  <a16:creationId xmlns:a16="http://schemas.microsoft.com/office/drawing/2014/main" id="{20CBE3A0-0BAC-5120-4959-D3E927CD9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303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31" name="Group 83">
            <a:extLst>
              <a:ext uri="{FF2B5EF4-FFF2-40B4-BE49-F238E27FC236}">
                <a16:creationId xmlns:a16="http://schemas.microsoft.com/office/drawing/2014/main" id="{9886EDD1-278D-D575-E222-348BBDE4C76F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4822825"/>
            <a:ext cx="614362" cy="533400"/>
            <a:chOff x="425" y="3024"/>
            <a:chExt cx="387" cy="336"/>
          </a:xfrm>
        </p:grpSpPr>
        <p:sp>
          <p:nvSpPr>
            <p:cNvPr id="62537" name="Line 84">
              <a:extLst>
                <a:ext uri="{FF2B5EF4-FFF2-40B4-BE49-F238E27FC236}">
                  <a16:creationId xmlns:a16="http://schemas.microsoft.com/office/drawing/2014/main" id="{3E109F6E-20DF-F29F-27BD-B66109F7F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024"/>
              <a:ext cx="0" cy="336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3" name="Text Box 85">
              <a:extLst>
                <a:ext uri="{FF2B5EF4-FFF2-40B4-BE49-F238E27FC236}">
                  <a16:creationId xmlns:a16="http://schemas.microsoft.com/office/drawing/2014/main" id="{F2C69A09-5559-711A-BEA5-DDD427280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3024"/>
              <a:ext cx="38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34" name="Group 86">
            <a:extLst>
              <a:ext uri="{FF2B5EF4-FFF2-40B4-BE49-F238E27FC236}">
                <a16:creationId xmlns:a16="http://schemas.microsoft.com/office/drawing/2014/main" id="{12B323BD-E7C1-99EC-8D85-1D9FAE4CE8DE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5187950"/>
            <a:ext cx="685800" cy="396875"/>
            <a:chOff x="576" y="3264"/>
            <a:chExt cx="432" cy="250"/>
          </a:xfrm>
        </p:grpSpPr>
        <p:sp>
          <p:nvSpPr>
            <p:cNvPr id="62535" name="Line 87">
              <a:extLst>
                <a:ext uri="{FF2B5EF4-FFF2-40B4-BE49-F238E27FC236}">
                  <a16:creationId xmlns:a16="http://schemas.microsoft.com/office/drawing/2014/main" id="{8BC69173-DDFE-74F3-E9C8-181697128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6" name="Text Box 88">
              <a:extLst>
                <a:ext uri="{FF2B5EF4-FFF2-40B4-BE49-F238E27FC236}">
                  <a16:creationId xmlns:a16="http://schemas.microsoft.com/office/drawing/2014/main" id="{540F9841-4A7F-8D0F-31CC-A27FABDFC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37" name="Group 89">
            <a:extLst>
              <a:ext uri="{FF2B5EF4-FFF2-40B4-BE49-F238E27FC236}">
                <a16:creationId xmlns:a16="http://schemas.microsoft.com/office/drawing/2014/main" id="{71DDCE99-0026-5FDC-4725-8185D9C1D3C4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5568950"/>
            <a:ext cx="685800" cy="396875"/>
            <a:chOff x="576" y="3504"/>
            <a:chExt cx="432" cy="250"/>
          </a:xfrm>
        </p:grpSpPr>
        <p:sp>
          <p:nvSpPr>
            <p:cNvPr id="62533" name="Line 90">
              <a:extLst>
                <a:ext uri="{FF2B5EF4-FFF2-40B4-BE49-F238E27FC236}">
                  <a16:creationId xmlns:a16="http://schemas.microsoft.com/office/drawing/2014/main" id="{C99BD61F-6545-386B-80BA-B68CF9676C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9" name="Text Box 91">
              <a:extLst>
                <a:ext uri="{FF2B5EF4-FFF2-40B4-BE49-F238E27FC236}">
                  <a16:creationId xmlns:a16="http://schemas.microsoft.com/office/drawing/2014/main" id="{E6764B41-2327-84EC-1803-5F0548ABA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40" name="Group 92">
            <a:extLst>
              <a:ext uri="{FF2B5EF4-FFF2-40B4-BE49-F238E27FC236}">
                <a16:creationId xmlns:a16="http://schemas.microsoft.com/office/drawing/2014/main" id="{59DC1EC1-B10E-7308-5898-8A5E50821DCC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5187950"/>
            <a:ext cx="685800" cy="396875"/>
            <a:chOff x="576" y="3264"/>
            <a:chExt cx="432" cy="250"/>
          </a:xfrm>
        </p:grpSpPr>
        <p:sp>
          <p:nvSpPr>
            <p:cNvPr id="62531" name="Line 93">
              <a:extLst>
                <a:ext uri="{FF2B5EF4-FFF2-40B4-BE49-F238E27FC236}">
                  <a16:creationId xmlns:a16="http://schemas.microsoft.com/office/drawing/2014/main" id="{7A9B95BA-BA29-95DA-7B15-0C94E6297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42" name="Text Box 94">
              <a:extLst>
                <a:ext uri="{FF2B5EF4-FFF2-40B4-BE49-F238E27FC236}">
                  <a16:creationId xmlns:a16="http://schemas.microsoft.com/office/drawing/2014/main" id="{4E241FC2-B92A-15B3-82A8-B98151452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43" name="Group 95">
            <a:extLst>
              <a:ext uri="{FF2B5EF4-FFF2-40B4-BE49-F238E27FC236}">
                <a16:creationId xmlns:a16="http://schemas.microsoft.com/office/drawing/2014/main" id="{C0BE3612-AA00-1970-8E2A-3B37B5C58ABC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5568950"/>
            <a:ext cx="685800" cy="396875"/>
            <a:chOff x="576" y="3504"/>
            <a:chExt cx="432" cy="250"/>
          </a:xfrm>
        </p:grpSpPr>
        <p:sp>
          <p:nvSpPr>
            <p:cNvPr id="62529" name="Line 96">
              <a:extLst>
                <a:ext uri="{FF2B5EF4-FFF2-40B4-BE49-F238E27FC236}">
                  <a16:creationId xmlns:a16="http://schemas.microsoft.com/office/drawing/2014/main" id="{3B29C311-72D6-881D-C40D-991BE66392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45" name="Text Box 97">
              <a:extLst>
                <a:ext uri="{FF2B5EF4-FFF2-40B4-BE49-F238E27FC236}">
                  <a16:creationId xmlns:a16="http://schemas.microsoft.com/office/drawing/2014/main" id="{5D86D780-0E8D-7735-ADCD-F6B13152A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46" name="Group 98">
            <a:extLst>
              <a:ext uri="{FF2B5EF4-FFF2-40B4-BE49-F238E27FC236}">
                <a16:creationId xmlns:a16="http://schemas.microsoft.com/office/drawing/2014/main" id="{DEE27413-7769-A5B0-1AC7-38565BF1B0D4}"/>
              </a:ext>
            </a:extLst>
          </p:cNvPr>
          <p:cNvGrpSpPr>
            <a:grpSpLocks/>
          </p:cNvGrpSpPr>
          <p:nvPr/>
        </p:nvGrpSpPr>
        <p:grpSpPr bwMode="auto">
          <a:xfrm>
            <a:off x="4943475" y="5187950"/>
            <a:ext cx="685800" cy="396875"/>
            <a:chOff x="576" y="3264"/>
            <a:chExt cx="432" cy="250"/>
          </a:xfrm>
        </p:grpSpPr>
        <p:sp>
          <p:nvSpPr>
            <p:cNvPr id="62527" name="Line 99">
              <a:extLst>
                <a:ext uri="{FF2B5EF4-FFF2-40B4-BE49-F238E27FC236}">
                  <a16:creationId xmlns:a16="http://schemas.microsoft.com/office/drawing/2014/main" id="{D7C28542-303F-A748-CDBC-DF0323DC4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48" name="Text Box 100">
              <a:extLst>
                <a:ext uri="{FF2B5EF4-FFF2-40B4-BE49-F238E27FC236}">
                  <a16:creationId xmlns:a16="http://schemas.microsoft.com/office/drawing/2014/main" id="{3B4B0A13-FD57-A6D6-832E-7EB6E309F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49" name="Group 101">
            <a:extLst>
              <a:ext uri="{FF2B5EF4-FFF2-40B4-BE49-F238E27FC236}">
                <a16:creationId xmlns:a16="http://schemas.microsoft.com/office/drawing/2014/main" id="{711F2D84-42EC-E432-7969-FC3FEC7CA446}"/>
              </a:ext>
            </a:extLst>
          </p:cNvPr>
          <p:cNvGrpSpPr>
            <a:grpSpLocks/>
          </p:cNvGrpSpPr>
          <p:nvPr/>
        </p:nvGrpSpPr>
        <p:grpSpPr bwMode="auto">
          <a:xfrm>
            <a:off x="4943475" y="5568950"/>
            <a:ext cx="685800" cy="396875"/>
            <a:chOff x="576" y="3504"/>
            <a:chExt cx="432" cy="250"/>
          </a:xfrm>
        </p:grpSpPr>
        <p:sp>
          <p:nvSpPr>
            <p:cNvPr id="62525" name="Line 102">
              <a:extLst>
                <a:ext uri="{FF2B5EF4-FFF2-40B4-BE49-F238E27FC236}">
                  <a16:creationId xmlns:a16="http://schemas.microsoft.com/office/drawing/2014/main" id="{7815000D-A05D-1E65-46DA-D11DF443E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51" name="Text Box 103">
              <a:extLst>
                <a:ext uri="{FF2B5EF4-FFF2-40B4-BE49-F238E27FC236}">
                  <a16:creationId xmlns:a16="http://schemas.microsoft.com/office/drawing/2014/main" id="{3A9BB7F7-5928-9D5A-0C37-1C1C4E93C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52" name="Group 104">
            <a:extLst>
              <a:ext uri="{FF2B5EF4-FFF2-40B4-BE49-F238E27FC236}">
                <a16:creationId xmlns:a16="http://schemas.microsoft.com/office/drawing/2014/main" id="{9EE415F2-32AC-9AAE-EC1E-9E50DE03B490}"/>
              </a:ext>
            </a:extLst>
          </p:cNvPr>
          <p:cNvGrpSpPr>
            <a:grpSpLocks/>
          </p:cNvGrpSpPr>
          <p:nvPr/>
        </p:nvGrpSpPr>
        <p:grpSpPr bwMode="auto">
          <a:xfrm>
            <a:off x="6238875" y="5187950"/>
            <a:ext cx="685800" cy="396875"/>
            <a:chOff x="576" y="3264"/>
            <a:chExt cx="432" cy="250"/>
          </a:xfrm>
        </p:grpSpPr>
        <p:sp>
          <p:nvSpPr>
            <p:cNvPr id="62523" name="Line 105">
              <a:extLst>
                <a:ext uri="{FF2B5EF4-FFF2-40B4-BE49-F238E27FC236}">
                  <a16:creationId xmlns:a16="http://schemas.microsoft.com/office/drawing/2014/main" id="{A38593DF-ACC2-D8D1-D52B-ED9AA555B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54" name="Text Box 106">
              <a:extLst>
                <a:ext uri="{FF2B5EF4-FFF2-40B4-BE49-F238E27FC236}">
                  <a16:creationId xmlns:a16="http://schemas.microsoft.com/office/drawing/2014/main" id="{8BA2A9A1-3176-6C91-AB3E-C1823DA05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55" name="Group 107">
            <a:extLst>
              <a:ext uri="{FF2B5EF4-FFF2-40B4-BE49-F238E27FC236}">
                <a16:creationId xmlns:a16="http://schemas.microsoft.com/office/drawing/2014/main" id="{3EA0232C-95F9-61A7-6DA7-FD72A7F23CDE}"/>
              </a:ext>
            </a:extLst>
          </p:cNvPr>
          <p:cNvGrpSpPr>
            <a:grpSpLocks/>
          </p:cNvGrpSpPr>
          <p:nvPr/>
        </p:nvGrpSpPr>
        <p:grpSpPr bwMode="auto">
          <a:xfrm>
            <a:off x="6238875" y="5568950"/>
            <a:ext cx="685800" cy="396875"/>
            <a:chOff x="576" y="3504"/>
            <a:chExt cx="432" cy="250"/>
          </a:xfrm>
        </p:grpSpPr>
        <p:sp>
          <p:nvSpPr>
            <p:cNvPr id="62521" name="Line 108">
              <a:extLst>
                <a:ext uri="{FF2B5EF4-FFF2-40B4-BE49-F238E27FC236}">
                  <a16:creationId xmlns:a16="http://schemas.microsoft.com/office/drawing/2014/main" id="{887B678E-8BFD-28B8-5609-74E451082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57" name="Text Box 109">
              <a:extLst>
                <a:ext uri="{FF2B5EF4-FFF2-40B4-BE49-F238E27FC236}">
                  <a16:creationId xmlns:a16="http://schemas.microsoft.com/office/drawing/2014/main" id="{E9E0CE6A-A628-E20B-0D48-F7BC6343B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58" name="Group 110">
            <a:extLst>
              <a:ext uri="{FF2B5EF4-FFF2-40B4-BE49-F238E27FC236}">
                <a16:creationId xmlns:a16="http://schemas.microsoft.com/office/drawing/2014/main" id="{ABAA46C4-BD16-5B1B-ACB9-227859C06110}"/>
              </a:ext>
            </a:extLst>
          </p:cNvPr>
          <p:cNvGrpSpPr>
            <a:grpSpLocks/>
          </p:cNvGrpSpPr>
          <p:nvPr/>
        </p:nvGrpSpPr>
        <p:grpSpPr bwMode="auto">
          <a:xfrm>
            <a:off x="7534275" y="5127625"/>
            <a:ext cx="685800" cy="396875"/>
            <a:chOff x="576" y="3264"/>
            <a:chExt cx="432" cy="250"/>
          </a:xfrm>
        </p:grpSpPr>
        <p:sp>
          <p:nvSpPr>
            <p:cNvPr id="62519" name="Line 111">
              <a:extLst>
                <a:ext uri="{FF2B5EF4-FFF2-40B4-BE49-F238E27FC236}">
                  <a16:creationId xmlns:a16="http://schemas.microsoft.com/office/drawing/2014/main" id="{27C9B089-90AE-56B6-CAE2-07C8869E3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60" name="Text Box 112">
              <a:extLst>
                <a:ext uri="{FF2B5EF4-FFF2-40B4-BE49-F238E27FC236}">
                  <a16:creationId xmlns:a16="http://schemas.microsoft.com/office/drawing/2014/main" id="{DE332342-9DFA-0AC9-E8E8-41EF866DF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61" name="Group 113">
            <a:extLst>
              <a:ext uri="{FF2B5EF4-FFF2-40B4-BE49-F238E27FC236}">
                <a16:creationId xmlns:a16="http://schemas.microsoft.com/office/drawing/2014/main" id="{E0B87D79-E903-86AE-5713-BFAC5B8FE040}"/>
              </a:ext>
            </a:extLst>
          </p:cNvPr>
          <p:cNvGrpSpPr>
            <a:grpSpLocks/>
          </p:cNvGrpSpPr>
          <p:nvPr/>
        </p:nvGrpSpPr>
        <p:grpSpPr bwMode="auto">
          <a:xfrm>
            <a:off x="7534275" y="5508625"/>
            <a:ext cx="685800" cy="396875"/>
            <a:chOff x="576" y="3504"/>
            <a:chExt cx="432" cy="250"/>
          </a:xfrm>
        </p:grpSpPr>
        <p:sp>
          <p:nvSpPr>
            <p:cNvPr id="62517" name="Line 114">
              <a:extLst>
                <a:ext uri="{FF2B5EF4-FFF2-40B4-BE49-F238E27FC236}">
                  <a16:creationId xmlns:a16="http://schemas.microsoft.com/office/drawing/2014/main" id="{881A26C3-E84D-D288-C3F6-E19AB1F4B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63" name="Text Box 115">
              <a:extLst>
                <a:ext uri="{FF2B5EF4-FFF2-40B4-BE49-F238E27FC236}">
                  <a16:creationId xmlns:a16="http://schemas.microsoft.com/office/drawing/2014/main" id="{C8361DD9-902C-3FC2-296C-7B414DEEE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1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1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1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1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1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1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1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1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71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71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71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71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7" dur="500"/>
                                        <p:tgtEl>
                                          <p:spTgt spid="71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2" dur="500"/>
                                        <p:tgtEl>
                                          <p:spTgt spid="71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00"/>
                                        <p:tgtEl>
                                          <p:spTgt spid="71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71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7" dur="500"/>
                                        <p:tgtEl>
                                          <p:spTgt spid="71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71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7" dur="500"/>
                                        <p:tgtEl>
                                          <p:spTgt spid="71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71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7" dur="500"/>
                                        <p:tgtEl>
                                          <p:spTgt spid="71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2" dur="500"/>
                                        <p:tgtEl>
                                          <p:spTgt spid="71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7" dur="500"/>
                                        <p:tgtEl>
                                          <p:spTgt spid="71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2" dur="500"/>
                                        <p:tgtEl>
                                          <p:spTgt spid="71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7" dur="500"/>
                                        <p:tgtEl>
                                          <p:spTgt spid="71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2" dur="500"/>
                                        <p:tgtEl>
                                          <p:spTgt spid="71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7" dur="500"/>
                                        <p:tgtEl>
                                          <p:spTgt spid="71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2" dur="500"/>
                                        <p:tgtEl>
                                          <p:spTgt spid="71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7" dur="500"/>
                                        <p:tgtEl>
                                          <p:spTgt spid="71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2" dur="500"/>
                                        <p:tgtEl>
                                          <p:spTgt spid="71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7" dur="500"/>
                                        <p:tgtEl>
                                          <p:spTgt spid="71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2" dur="500"/>
                                        <p:tgtEl>
                                          <p:spTgt spid="71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7" dur="500"/>
                                        <p:tgtEl>
                                          <p:spTgt spid="71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2" dur="500"/>
                                        <p:tgtEl>
                                          <p:spTgt spid="71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7" dur="500"/>
                                        <p:tgtEl>
                                          <p:spTgt spid="71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2" dur="500"/>
                                        <p:tgtEl>
                                          <p:spTgt spid="71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7" dur="500"/>
                                        <p:tgtEl>
                                          <p:spTgt spid="71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2" dur="500"/>
                                        <p:tgtEl>
                                          <p:spTgt spid="71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7" dur="500"/>
                                        <p:tgtEl>
                                          <p:spTgt spid="71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42" dur="500"/>
                                        <p:tgtEl>
                                          <p:spTgt spid="71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2" grpId="0" animBg="1" autoUpdateAnimBg="0"/>
      <p:bldP spid="718853" grpId="0" animBg="1" autoUpdateAnimBg="0"/>
      <p:bldP spid="718854" grpId="0" animBg="1" autoUpdateAnimBg="0"/>
      <p:bldP spid="718855" grpId="0" animBg="1" autoUpdateAnimBg="0"/>
      <p:bldP spid="718856" grpId="0" animBg="1" autoUpdateAnimBg="0"/>
      <p:bldP spid="718857" grpId="0" animBg="1" autoUpdateAnimBg="0"/>
      <p:bldP spid="718858" grpId="0" animBg="1" autoUpdateAnimBg="0"/>
      <p:bldP spid="718859" grpId="0" animBg="1" autoUpdateAnimBg="0"/>
      <p:bldP spid="718914" grpId="0" animBg="1" autoUpdateAnimBg="0"/>
      <p:bldP spid="718915" grpId="0" animBg="1" autoUpdateAnimBg="0"/>
      <p:bldP spid="718916" grpId="0" animBg="1" autoUpdateAnimBg="0"/>
      <p:bldP spid="718917" grpId="0" animBg="1" autoUpdateAnimBg="0"/>
      <p:bldP spid="718918" grpId="0" animBg="1" autoUpdateAnimBg="0"/>
      <p:bldP spid="718919" grpId="0" animBg="1" autoUpdateAnimBg="0"/>
      <p:bldP spid="718920" grpId="0" animBg="1" autoUpdateAnimBg="0"/>
      <p:bldP spid="718927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>
            <a:extLst>
              <a:ext uri="{FF2B5EF4-FFF2-40B4-BE49-F238E27FC236}">
                <a16:creationId xmlns:a16="http://schemas.microsoft.com/office/drawing/2014/main" id="{ECE964D2-A895-9FDA-D112-A1683D6EF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19875" name="Rectangle 3">
            <a:extLst>
              <a:ext uri="{FF2B5EF4-FFF2-40B4-BE49-F238E27FC236}">
                <a16:creationId xmlns:a16="http://schemas.microsoft.com/office/drawing/2014/main" id="{26D1802A-9230-6016-7108-B3E7906C40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/>
              <a:t>可逆计数器设计：</a:t>
            </a:r>
          </a:p>
          <a:p>
            <a:pPr lvl="1" eaLnBrk="1" hangingPunct="1">
              <a:defRPr/>
            </a:pPr>
            <a:r>
              <a:rPr lang="zh-CN" altLang="en-US" b="1"/>
              <a:t>用</a:t>
            </a:r>
            <a:r>
              <a:rPr lang="en-US" altLang="zh-CN" b="1"/>
              <a:t>D</a:t>
            </a:r>
            <a:r>
              <a:rPr lang="zh-CN" altLang="en-US" b="1"/>
              <a:t>触发器设计四位二进制可逆计数器，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/>
              <a:t>     </a:t>
            </a:r>
            <a:r>
              <a:rPr lang="en-US" altLang="zh-CN" b="1"/>
              <a:t>X</a:t>
            </a:r>
            <a:r>
              <a:rPr lang="zh-CN" altLang="en-US" b="1"/>
              <a:t>＝</a:t>
            </a:r>
            <a:r>
              <a:rPr lang="en-US" altLang="zh-CN" b="1"/>
              <a:t>1</a:t>
            </a:r>
            <a:r>
              <a:rPr lang="zh-CN" altLang="en-US" b="1"/>
              <a:t>，正向计数，计满</a:t>
            </a:r>
            <a:r>
              <a:rPr lang="en-US" altLang="zh-CN" b="1"/>
              <a:t>1111</a:t>
            </a:r>
            <a:r>
              <a:rPr lang="zh-CN" altLang="en-US" b="1"/>
              <a:t>时进位</a:t>
            </a:r>
            <a:r>
              <a:rPr lang="en-US" altLang="zh-CN" b="1"/>
              <a:t>Z</a:t>
            </a:r>
            <a:r>
              <a:rPr lang="zh-CN" altLang="en-US" b="1"/>
              <a:t>＝</a:t>
            </a:r>
            <a:r>
              <a:rPr lang="en-US" altLang="zh-CN" b="1"/>
              <a:t>1</a:t>
            </a:r>
            <a:r>
              <a:rPr lang="zh-CN" altLang="en-US" b="1"/>
              <a:t>；</a:t>
            </a:r>
          </a:p>
        </p:txBody>
      </p:sp>
      <p:sp>
        <p:nvSpPr>
          <p:cNvPr id="71" name="灯片编号占位符 5">
            <a:extLst>
              <a:ext uri="{FF2B5EF4-FFF2-40B4-BE49-F238E27FC236}">
                <a16:creationId xmlns:a16="http://schemas.microsoft.com/office/drawing/2014/main" id="{AA3CA33E-FC53-D067-13A3-3D38B665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3007BAC-6791-43AB-B785-D3E74C1F693F}" type="slidenum">
              <a:rPr lang="en-US" altLang="zh-CN" sz="1000" smtClean="0"/>
              <a:pPr>
                <a:defRPr/>
              </a:pPr>
              <a:t>52</a:t>
            </a:fld>
            <a:endParaRPr lang="en-US" altLang="zh-CN" sz="1000"/>
          </a:p>
        </p:txBody>
      </p:sp>
      <p:grpSp>
        <p:nvGrpSpPr>
          <p:cNvPr id="63493" name="Group 4">
            <a:extLst>
              <a:ext uri="{FF2B5EF4-FFF2-40B4-BE49-F238E27FC236}">
                <a16:creationId xmlns:a16="http://schemas.microsoft.com/office/drawing/2014/main" id="{40C70844-FD20-84A8-8767-86DF6F6CC7CC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971800"/>
            <a:ext cx="9067800" cy="2690813"/>
            <a:chOff x="48" y="1953"/>
            <a:chExt cx="5712" cy="1695"/>
          </a:xfrm>
        </p:grpSpPr>
        <p:sp>
          <p:nvSpPr>
            <p:cNvPr id="719877" name="Text Box 5">
              <a:extLst>
                <a:ext uri="{FF2B5EF4-FFF2-40B4-BE49-F238E27FC236}">
                  <a16:creationId xmlns:a16="http://schemas.microsoft.com/office/drawing/2014/main" id="{677AAFA6-28D0-D7D9-94FC-CE9C4433A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112"/>
              <a:ext cx="40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0000</a:t>
              </a:r>
            </a:p>
          </p:txBody>
        </p:sp>
        <p:sp>
          <p:nvSpPr>
            <p:cNvPr id="719878" name="Text Box 6">
              <a:extLst>
                <a:ext uri="{FF2B5EF4-FFF2-40B4-BE49-F238E27FC236}">
                  <a16:creationId xmlns:a16="http://schemas.microsoft.com/office/drawing/2014/main" id="{8BE017BC-3F34-7754-1ECC-7319A135C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112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0001</a:t>
              </a:r>
            </a:p>
          </p:txBody>
        </p:sp>
        <p:sp>
          <p:nvSpPr>
            <p:cNvPr id="719879" name="Text Box 7">
              <a:extLst>
                <a:ext uri="{FF2B5EF4-FFF2-40B4-BE49-F238E27FC236}">
                  <a16:creationId xmlns:a16="http://schemas.microsoft.com/office/drawing/2014/main" id="{577BF174-B220-D336-B0B4-F75DF8721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11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0010</a:t>
              </a:r>
            </a:p>
          </p:txBody>
        </p:sp>
        <p:sp>
          <p:nvSpPr>
            <p:cNvPr id="719880" name="Text Box 8">
              <a:extLst>
                <a:ext uri="{FF2B5EF4-FFF2-40B4-BE49-F238E27FC236}">
                  <a16:creationId xmlns:a16="http://schemas.microsoft.com/office/drawing/2014/main" id="{A981ECA1-CB37-0C19-7056-F7CEE6FB4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112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0011</a:t>
              </a:r>
            </a:p>
          </p:txBody>
        </p:sp>
        <p:sp>
          <p:nvSpPr>
            <p:cNvPr id="719881" name="Text Box 9">
              <a:extLst>
                <a:ext uri="{FF2B5EF4-FFF2-40B4-BE49-F238E27FC236}">
                  <a16:creationId xmlns:a16="http://schemas.microsoft.com/office/drawing/2014/main" id="{5DFEA26E-62AC-32C5-F152-D39084A00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3" y="2762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0111</a:t>
              </a:r>
            </a:p>
          </p:txBody>
        </p:sp>
        <p:sp>
          <p:nvSpPr>
            <p:cNvPr id="719882" name="Text Box 10">
              <a:extLst>
                <a:ext uri="{FF2B5EF4-FFF2-40B4-BE49-F238E27FC236}">
                  <a16:creationId xmlns:a16="http://schemas.microsoft.com/office/drawing/2014/main" id="{DAA1DA8E-49E4-C32F-A5DA-0F190918B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112"/>
              <a:ext cx="390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0110</a:t>
              </a:r>
            </a:p>
          </p:txBody>
        </p:sp>
        <p:sp>
          <p:nvSpPr>
            <p:cNvPr id="719883" name="Text Box 11">
              <a:extLst>
                <a:ext uri="{FF2B5EF4-FFF2-40B4-BE49-F238E27FC236}">
                  <a16:creationId xmlns:a16="http://schemas.microsoft.com/office/drawing/2014/main" id="{767F4ACD-19C0-18DA-EEDF-86EAE139A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112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0101</a:t>
              </a:r>
            </a:p>
          </p:txBody>
        </p:sp>
        <p:sp>
          <p:nvSpPr>
            <p:cNvPr id="719884" name="Text Box 12">
              <a:extLst>
                <a:ext uri="{FF2B5EF4-FFF2-40B4-BE49-F238E27FC236}">
                  <a16:creationId xmlns:a16="http://schemas.microsoft.com/office/drawing/2014/main" id="{EDA9AEEC-3074-0A0E-2E2A-3BA0305BE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11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0100</a:t>
              </a:r>
            </a:p>
          </p:txBody>
        </p:sp>
        <p:grpSp>
          <p:nvGrpSpPr>
            <p:cNvPr id="63502" name="Group 13">
              <a:extLst>
                <a:ext uri="{FF2B5EF4-FFF2-40B4-BE49-F238E27FC236}">
                  <a16:creationId xmlns:a16="http://schemas.microsoft.com/office/drawing/2014/main" id="{4965C3AA-EDA9-A54C-52E6-7D469BA5D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1953"/>
              <a:ext cx="432" cy="250"/>
              <a:chOff x="864" y="2042"/>
              <a:chExt cx="432" cy="250"/>
            </a:xfrm>
          </p:grpSpPr>
          <p:sp>
            <p:nvSpPr>
              <p:cNvPr id="63556" name="Line 14">
                <a:extLst>
                  <a:ext uri="{FF2B5EF4-FFF2-40B4-BE49-F238E27FC236}">
                    <a16:creationId xmlns:a16="http://schemas.microsoft.com/office/drawing/2014/main" id="{48661659-9A06-CEC2-F2F8-3F9AC80C7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87" name="Text Box 15">
                <a:extLst>
                  <a:ext uri="{FF2B5EF4-FFF2-40B4-BE49-F238E27FC236}">
                    <a16:creationId xmlns:a16="http://schemas.microsoft.com/office/drawing/2014/main" id="{85A68256-48DC-8568-C4A8-5A264CAA38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3" name="Group 16">
              <a:extLst>
                <a:ext uri="{FF2B5EF4-FFF2-40B4-BE49-F238E27FC236}">
                  <a16:creationId xmlns:a16="http://schemas.microsoft.com/office/drawing/2014/main" id="{9CD9129D-7C27-47D5-FDCA-65375C912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02" y="2352"/>
              <a:ext cx="358" cy="384"/>
              <a:chOff x="5402" y="2352"/>
              <a:chExt cx="358" cy="384"/>
            </a:xfrm>
          </p:grpSpPr>
          <p:sp>
            <p:nvSpPr>
              <p:cNvPr id="63554" name="Line 17">
                <a:extLst>
                  <a:ext uri="{FF2B5EF4-FFF2-40B4-BE49-F238E27FC236}">
                    <a16:creationId xmlns:a16="http://schemas.microsoft.com/office/drawing/2014/main" id="{92F067FE-EB51-3638-F344-62076D9DE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2352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0" name="Text Box 18">
                <a:extLst>
                  <a:ext uri="{FF2B5EF4-FFF2-40B4-BE49-F238E27FC236}">
                    <a16:creationId xmlns:a16="http://schemas.microsoft.com/office/drawing/2014/main" id="{63FF4A2A-41D7-292B-71D4-E212898A6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2" y="2438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4" name="Group 19">
              <a:extLst>
                <a:ext uri="{FF2B5EF4-FFF2-40B4-BE49-F238E27FC236}">
                  <a16:creationId xmlns:a16="http://schemas.microsoft.com/office/drawing/2014/main" id="{F3C32BFD-1F4C-5BD5-8560-DDE8C4426C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352"/>
              <a:ext cx="329" cy="384"/>
              <a:chOff x="48" y="2352"/>
              <a:chExt cx="329" cy="384"/>
            </a:xfrm>
          </p:grpSpPr>
          <p:sp>
            <p:nvSpPr>
              <p:cNvPr id="63552" name="Line 20">
                <a:extLst>
                  <a:ext uri="{FF2B5EF4-FFF2-40B4-BE49-F238E27FC236}">
                    <a16:creationId xmlns:a16="http://schemas.microsoft.com/office/drawing/2014/main" id="{367C0213-46AC-5CEC-B5FD-2250B0E20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6" y="2352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3" name="Text Box 21">
                <a:extLst>
                  <a:ext uri="{FF2B5EF4-FFF2-40B4-BE49-F238E27FC236}">
                    <a16:creationId xmlns:a16="http://schemas.microsoft.com/office/drawing/2014/main" id="{167BFA9D-566C-40FA-8A8D-6AB27DD1F6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2410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1/1</a:t>
                </a:r>
              </a:p>
            </p:txBody>
          </p:sp>
        </p:grpSp>
        <p:grpSp>
          <p:nvGrpSpPr>
            <p:cNvPr id="63505" name="Group 22">
              <a:extLst>
                <a:ext uri="{FF2B5EF4-FFF2-40B4-BE49-F238E27FC236}">
                  <a16:creationId xmlns:a16="http://schemas.microsoft.com/office/drawing/2014/main" id="{AD9BC397-BD0C-1F71-2BD1-D616C4DA1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991"/>
              <a:ext cx="432" cy="250"/>
              <a:chOff x="864" y="2042"/>
              <a:chExt cx="432" cy="250"/>
            </a:xfrm>
          </p:grpSpPr>
          <p:sp>
            <p:nvSpPr>
              <p:cNvPr id="63550" name="Line 23">
                <a:extLst>
                  <a:ext uri="{FF2B5EF4-FFF2-40B4-BE49-F238E27FC236}">
                    <a16:creationId xmlns:a16="http://schemas.microsoft.com/office/drawing/2014/main" id="{A6116204-2F40-0D37-93B9-51FA23A03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6" name="Text Box 24">
                <a:extLst>
                  <a:ext uri="{FF2B5EF4-FFF2-40B4-BE49-F238E27FC236}">
                    <a16:creationId xmlns:a16="http://schemas.microsoft.com/office/drawing/2014/main" id="{7BD01619-71E8-2545-D16E-B9EBCFE635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6" name="Group 25">
              <a:extLst>
                <a:ext uri="{FF2B5EF4-FFF2-40B4-BE49-F238E27FC236}">
                  <a16:creationId xmlns:a16="http://schemas.microsoft.com/office/drawing/2014/main" id="{6A290FBC-2D55-F9F3-CF01-EC26D53C3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3" y="1968"/>
              <a:ext cx="432" cy="250"/>
              <a:chOff x="864" y="2042"/>
              <a:chExt cx="432" cy="250"/>
            </a:xfrm>
          </p:grpSpPr>
          <p:sp>
            <p:nvSpPr>
              <p:cNvPr id="63548" name="Line 26">
                <a:extLst>
                  <a:ext uri="{FF2B5EF4-FFF2-40B4-BE49-F238E27FC236}">
                    <a16:creationId xmlns:a16="http://schemas.microsoft.com/office/drawing/2014/main" id="{A6CF8693-B057-B5DC-9CE3-22CB4BDA6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9" name="Text Box 27">
                <a:extLst>
                  <a:ext uri="{FF2B5EF4-FFF2-40B4-BE49-F238E27FC236}">
                    <a16:creationId xmlns:a16="http://schemas.microsoft.com/office/drawing/2014/main" id="{754F6666-D218-657C-2F12-3E78F33D75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7" name="Group 28">
              <a:extLst>
                <a:ext uri="{FF2B5EF4-FFF2-40B4-BE49-F238E27FC236}">
                  <a16:creationId xmlns:a16="http://schemas.microsoft.com/office/drawing/2014/main" id="{C0E7F36B-8774-9A26-DE84-DCB4BF1686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968"/>
              <a:ext cx="432" cy="250"/>
              <a:chOff x="864" y="2042"/>
              <a:chExt cx="432" cy="250"/>
            </a:xfrm>
          </p:grpSpPr>
          <p:sp>
            <p:nvSpPr>
              <p:cNvPr id="63546" name="Line 29">
                <a:extLst>
                  <a:ext uri="{FF2B5EF4-FFF2-40B4-BE49-F238E27FC236}">
                    <a16:creationId xmlns:a16="http://schemas.microsoft.com/office/drawing/2014/main" id="{2437B2B6-926B-DB79-A929-2861A8E8A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02" name="Text Box 30">
                <a:extLst>
                  <a:ext uri="{FF2B5EF4-FFF2-40B4-BE49-F238E27FC236}">
                    <a16:creationId xmlns:a16="http://schemas.microsoft.com/office/drawing/2014/main" id="{C224DFEE-8A97-AE3B-EAEB-750357B2E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8" name="Group 31">
              <a:extLst>
                <a:ext uri="{FF2B5EF4-FFF2-40B4-BE49-F238E27FC236}">
                  <a16:creationId xmlns:a16="http://schemas.microsoft.com/office/drawing/2014/main" id="{D5403ED2-E7AD-222A-FE60-4ABB99D4A5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3" y="1968"/>
              <a:ext cx="432" cy="250"/>
              <a:chOff x="864" y="2042"/>
              <a:chExt cx="432" cy="250"/>
            </a:xfrm>
          </p:grpSpPr>
          <p:sp>
            <p:nvSpPr>
              <p:cNvPr id="63544" name="Line 32">
                <a:extLst>
                  <a:ext uri="{FF2B5EF4-FFF2-40B4-BE49-F238E27FC236}">
                    <a16:creationId xmlns:a16="http://schemas.microsoft.com/office/drawing/2014/main" id="{9A3C3B19-378C-838B-B508-487628116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05" name="Text Box 33">
                <a:extLst>
                  <a:ext uri="{FF2B5EF4-FFF2-40B4-BE49-F238E27FC236}">
                    <a16:creationId xmlns:a16="http://schemas.microsoft.com/office/drawing/2014/main" id="{86BDC3FB-D504-67D4-5566-7A513B035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9" name="Group 34">
              <a:extLst>
                <a:ext uri="{FF2B5EF4-FFF2-40B4-BE49-F238E27FC236}">
                  <a16:creationId xmlns:a16="http://schemas.microsoft.com/office/drawing/2014/main" id="{59CDF75D-78C8-62DA-DF4D-C0E94CE2D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1968"/>
              <a:ext cx="432" cy="250"/>
              <a:chOff x="864" y="2042"/>
              <a:chExt cx="432" cy="250"/>
            </a:xfrm>
          </p:grpSpPr>
          <p:sp>
            <p:nvSpPr>
              <p:cNvPr id="63542" name="Line 35">
                <a:extLst>
                  <a:ext uri="{FF2B5EF4-FFF2-40B4-BE49-F238E27FC236}">
                    <a16:creationId xmlns:a16="http://schemas.microsoft.com/office/drawing/2014/main" id="{EC06808A-E739-A854-9C8B-D41235E63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08" name="Text Box 36">
                <a:extLst>
                  <a:ext uri="{FF2B5EF4-FFF2-40B4-BE49-F238E27FC236}">
                    <a16:creationId xmlns:a16="http://schemas.microsoft.com/office/drawing/2014/main" id="{7E0FD4C2-195E-0AB1-AD4A-6314B3253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10" name="Group 37">
              <a:extLst>
                <a:ext uri="{FF2B5EF4-FFF2-40B4-BE49-F238E27FC236}">
                  <a16:creationId xmlns:a16="http://schemas.microsoft.com/office/drawing/2014/main" id="{6DC16343-2AE0-8F16-16BF-D62D53C444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4" y="3062"/>
              <a:ext cx="310" cy="298"/>
              <a:chOff x="5424" y="3062"/>
              <a:chExt cx="310" cy="298"/>
            </a:xfrm>
          </p:grpSpPr>
          <p:sp>
            <p:nvSpPr>
              <p:cNvPr id="63540" name="Line 38">
                <a:extLst>
                  <a:ext uri="{FF2B5EF4-FFF2-40B4-BE49-F238E27FC236}">
                    <a16:creationId xmlns:a16="http://schemas.microsoft.com/office/drawing/2014/main" id="{D9F864A7-729D-6DBC-9EB7-5CE4DC43E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3072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11" name="Text Box 39">
                <a:extLst>
                  <a:ext uri="{FF2B5EF4-FFF2-40B4-BE49-F238E27FC236}">
                    <a16:creationId xmlns:a16="http://schemas.microsoft.com/office/drawing/2014/main" id="{A5B133C8-9635-3A0B-C8FC-B8CC669F9D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2" y="3062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sp>
          <p:nvSpPr>
            <p:cNvPr id="719912" name="Text Box 40">
              <a:extLst>
                <a:ext uri="{FF2B5EF4-FFF2-40B4-BE49-F238E27FC236}">
                  <a16:creationId xmlns:a16="http://schemas.microsoft.com/office/drawing/2014/main" id="{36FFBA89-E675-959E-BBF0-7A69D0B5C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3386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1000</a:t>
              </a:r>
            </a:p>
          </p:txBody>
        </p:sp>
        <p:sp>
          <p:nvSpPr>
            <p:cNvPr id="719913" name="Text Box 41">
              <a:extLst>
                <a:ext uri="{FF2B5EF4-FFF2-40B4-BE49-F238E27FC236}">
                  <a16:creationId xmlns:a16="http://schemas.microsoft.com/office/drawing/2014/main" id="{DAEC5631-1177-BE84-3F35-EEFCDCA10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360"/>
              <a:ext cx="317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1110</a:t>
              </a:r>
            </a:p>
          </p:txBody>
        </p:sp>
        <p:sp>
          <p:nvSpPr>
            <p:cNvPr id="719914" name="Text Box 42">
              <a:extLst>
                <a:ext uri="{FF2B5EF4-FFF2-40B4-BE49-F238E27FC236}">
                  <a16:creationId xmlns:a16="http://schemas.microsoft.com/office/drawing/2014/main" id="{561D8AA9-C06E-1A39-929F-9726209E1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86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1101</a:t>
              </a:r>
            </a:p>
          </p:txBody>
        </p:sp>
        <p:sp>
          <p:nvSpPr>
            <p:cNvPr id="719915" name="Text Box 43">
              <a:extLst>
                <a:ext uri="{FF2B5EF4-FFF2-40B4-BE49-F238E27FC236}">
                  <a16:creationId xmlns:a16="http://schemas.microsoft.com/office/drawing/2014/main" id="{2EAE1844-D493-1E3E-94EB-4674CBB6D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8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1100</a:t>
              </a:r>
            </a:p>
          </p:txBody>
        </p:sp>
        <p:sp>
          <p:nvSpPr>
            <p:cNvPr id="719916" name="Text Box 44">
              <a:extLst>
                <a:ext uri="{FF2B5EF4-FFF2-40B4-BE49-F238E27FC236}">
                  <a16:creationId xmlns:a16="http://schemas.microsoft.com/office/drawing/2014/main" id="{D577E5D0-9D3A-77AA-00E2-9C621CA9E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386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1011</a:t>
              </a:r>
            </a:p>
          </p:txBody>
        </p:sp>
        <p:sp>
          <p:nvSpPr>
            <p:cNvPr id="719917" name="Text Box 45">
              <a:extLst>
                <a:ext uri="{FF2B5EF4-FFF2-40B4-BE49-F238E27FC236}">
                  <a16:creationId xmlns:a16="http://schemas.microsoft.com/office/drawing/2014/main" id="{F8B250A0-3507-EA4B-9AC9-7BC446C6E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386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1001</a:t>
              </a:r>
            </a:p>
          </p:txBody>
        </p:sp>
        <p:sp>
          <p:nvSpPr>
            <p:cNvPr id="719918" name="Text Box 46">
              <a:extLst>
                <a:ext uri="{FF2B5EF4-FFF2-40B4-BE49-F238E27FC236}">
                  <a16:creationId xmlns:a16="http://schemas.microsoft.com/office/drawing/2014/main" id="{BCD14C32-6F8B-A6F4-ED78-5F8EBFE71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38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1010</a:t>
              </a:r>
            </a:p>
          </p:txBody>
        </p:sp>
        <p:grpSp>
          <p:nvGrpSpPr>
            <p:cNvPr id="63518" name="Group 47">
              <a:extLst>
                <a:ext uri="{FF2B5EF4-FFF2-40B4-BE49-F238E27FC236}">
                  <a16:creationId xmlns:a16="http://schemas.microsoft.com/office/drawing/2014/main" id="{DB6BE34A-D269-DEFF-8AA3-C031A144A3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264"/>
              <a:ext cx="432" cy="250"/>
              <a:chOff x="576" y="3264"/>
              <a:chExt cx="432" cy="250"/>
            </a:xfrm>
          </p:grpSpPr>
          <p:sp>
            <p:nvSpPr>
              <p:cNvPr id="63538" name="Line 48">
                <a:extLst>
                  <a:ext uri="{FF2B5EF4-FFF2-40B4-BE49-F238E27FC236}">
                    <a16:creationId xmlns:a16="http://schemas.microsoft.com/office/drawing/2014/main" id="{8FF8C909-4C9E-7483-64BA-5BAE36AF5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21" name="Text Box 49">
                <a:extLst>
                  <a:ext uri="{FF2B5EF4-FFF2-40B4-BE49-F238E27FC236}">
                    <a16:creationId xmlns:a16="http://schemas.microsoft.com/office/drawing/2014/main" id="{5110FDBD-86C9-B36E-3997-0F9810830B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sp>
          <p:nvSpPr>
            <p:cNvPr id="719922" name="Text Box 50">
              <a:extLst>
                <a:ext uri="{FF2B5EF4-FFF2-40B4-BE49-F238E27FC236}">
                  <a16:creationId xmlns:a16="http://schemas.microsoft.com/office/drawing/2014/main" id="{24845DFC-7B1C-95C2-A98F-71C954CD1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" y="2736"/>
              <a:ext cx="288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1111</a:t>
              </a:r>
            </a:p>
          </p:txBody>
        </p:sp>
        <p:grpSp>
          <p:nvGrpSpPr>
            <p:cNvPr id="63520" name="Group 51">
              <a:extLst>
                <a:ext uri="{FF2B5EF4-FFF2-40B4-BE49-F238E27FC236}">
                  <a16:creationId xmlns:a16="http://schemas.microsoft.com/office/drawing/2014/main" id="{4725936E-003F-10E1-FE98-057F73AF6B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976"/>
              <a:ext cx="358" cy="384"/>
              <a:chOff x="48" y="2976"/>
              <a:chExt cx="358" cy="384"/>
            </a:xfrm>
          </p:grpSpPr>
          <p:sp>
            <p:nvSpPr>
              <p:cNvPr id="63536" name="Line 52">
                <a:extLst>
                  <a:ext uri="{FF2B5EF4-FFF2-40B4-BE49-F238E27FC236}">
                    <a16:creationId xmlns:a16="http://schemas.microsoft.com/office/drawing/2014/main" id="{446D0D14-2F44-B60F-E12C-88F96AB8C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6" y="2976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25" name="Text Box 53">
                <a:extLst>
                  <a:ext uri="{FF2B5EF4-FFF2-40B4-BE49-F238E27FC236}">
                    <a16:creationId xmlns:a16="http://schemas.microsoft.com/office/drawing/2014/main" id="{7FD900DC-8CC6-6283-D923-6342F32931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303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1" name="Group 54">
              <a:extLst>
                <a:ext uri="{FF2B5EF4-FFF2-40B4-BE49-F238E27FC236}">
                  <a16:creationId xmlns:a16="http://schemas.microsoft.com/office/drawing/2014/main" id="{B7ECAEDF-5A4E-CE3F-916A-68B6CBBBE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3254"/>
              <a:ext cx="432" cy="250"/>
              <a:chOff x="576" y="3264"/>
              <a:chExt cx="432" cy="250"/>
            </a:xfrm>
          </p:grpSpPr>
          <p:sp>
            <p:nvSpPr>
              <p:cNvPr id="63534" name="Line 55">
                <a:extLst>
                  <a:ext uri="{FF2B5EF4-FFF2-40B4-BE49-F238E27FC236}">
                    <a16:creationId xmlns:a16="http://schemas.microsoft.com/office/drawing/2014/main" id="{8087059E-BAD5-44F8-2AC0-E5C03D614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28" name="Text Box 56">
                <a:extLst>
                  <a:ext uri="{FF2B5EF4-FFF2-40B4-BE49-F238E27FC236}">
                    <a16:creationId xmlns:a16="http://schemas.microsoft.com/office/drawing/2014/main" id="{970169EE-C9C1-7F9A-17C6-1A6010ED95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2" name="Group 57">
              <a:extLst>
                <a:ext uri="{FF2B5EF4-FFF2-40B4-BE49-F238E27FC236}">
                  <a16:creationId xmlns:a16="http://schemas.microsoft.com/office/drawing/2014/main" id="{66500668-55B3-B119-80E9-738FEB1DAF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54"/>
              <a:ext cx="432" cy="250"/>
              <a:chOff x="576" y="3264"/>
              <a:chExt cx="432" cy="250"/>
            </a:xfrm>
          </p:grpSpPr>
          <p:sp>
            <p:nvSpPr>
              <p:cNvPr id="63532" name="Line 58">
                <a:extLst>
                  <a:ext uri="{FF2B5EF4-FFF2-40B4-BE49-F238E27FC236}">
                    <a16:creationId xmlns:a16="http://schemas.microsoft.com/office/drawing/2014/main" id="{7A79DED0-496C-1053-1277-A60C0831F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31" name="Text Box 59">
                <a:extLst>
                  <a:ext uri="{FF2B5EF4-FFF2-40B4-BE49-F238E27FC236}">
                    <a16:creationId xmlns:a16="http://schemas.microsoft.com/office/drawing/2014/main" id="{5DB2D85A-B095-A2B3-87B0-D0E697E4B9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3" name="Group 60">
              <a:extLst>
                <a:ext uri="{FF2B5EF4-FFF2-40B4-BE49-F238E27FC236}">
                  <a16:creationId xmlns:a16="http://schemas.microsoft.com/office/drawing/2014/main" id="{2E511541-2C47-8053-53F6-6B6F002BFC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254"/>
              <a:ext cx="432" cy="250"/>
              <a:chOff x="576" y="3264"/>
              <a:chExt cx="432" cy="250"/>
            </a:xfrm>
          </p:grpSpPr>
          <p:sp>
            <p:nvSpPr>
              <p:cNvPr id="63530" name="Line 61">
                <a:extLst>
                  <a:ext uri="{FF2B5EF4-FFF2-40B4-BE49-F238E27FC236}">
                    <a16:creationId xmlns:a16="http://schemas.microsoft.com/office/drawing/2014/main" id="{8FCEA99A-6086-EEAA-F793-91BF6003D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34" name="Text Box 62">
                <a:extLst>
                  <a:ext uri="{FF2B5EF4-FFF2-40B4-BE49-F238E27FC236}">
                    <a16:creationId xmlns:a16="http://schemas.microsoft.com/office/drawing/2014/main" id="{5D9B9C15-E8A5-52F7-E0C7-C178F358E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4" name="Group 63">
              <a:extLst>
                <a:ext uri="{FF2B5EF4-FFF2-40B4-BE49-F238E27FC236}">
                  <a16:creationId xmlns:a16="http://schemas.microsoft.com/office/drawing/2014/main" id="{7904F620-D8D2-D2DD-D325-C46B8D300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3254"/>
              <a:ext cx="432" cy="250"/>
              <a:chOff x="576" y="3264"/>
              <a:chExt cx="432" cy="250"/>
            </a:xfrm>
          </p:grpSpPr>
          <p:sp>
            <p:nvSpPr>
              <p:cNvPr id="63528" name="Line 64">
                <a:extLst>
                  <a:ext uri="{FF2B5EF4-FFF2-40B4-BE49-F238E27FC236}">
                    <a16:creationId xmlns:a16="http://schemas.microsoft.com/office/drawing/2014/main" id="{0FF91C16-ADE7-DA21-0B6E-9EF885771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37" name="Text Box 65">
                <a:extLst>
                  <a:ext uri="{FF2B5EF4-FFF2-40B4-BE49-F238E27FC236}">
                    <a16:creationId xmlns:a16="http://schemas.microsoft.com/office/drawing/2014/main" id="{C811AFB9-D9D1-117C-5038-8980E73B63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5" name="Group 66">
              <a:extLst>
                <a:ext uri="{FF2B5EF4-FFF2-40B4-BE49-F238E27FC236}">
                  <a16:creationId xmlns:a16="http://schemas.microsoft.com/office/drawing/2014/main" id="{B477C78B-0346-270A-B70D-F8BD81F71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3216"/>
              <a:ext cx="432" cy="250"/>
              <a:chOff x="576" y="3264"/>
              <a:chExt cx="432" cy="250"/>
            </a:xfrm>
          </p:grpSpPr>
          <p:sp>
            <p:nvSpPr>
              <p:cNvPr id="63526" name="Line 67">
                <a:extLst>
                  <a:ext uri="{FF2B5EF4-FFF2-40B4-BE49-F238E27FC236}">
                    <a16:creationId xmlns:a16="http://schemas.microsoft.com/office/drawing/2014/main" id="{82DBEB1F-FE62-B2F8-5679-C763C17D5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40" name="Text Box 68">
                <a:extLst>
                  <a:ext uri="{FF2B5EF4-FFF2-40B4-BE49-F238E27FC236}">
                    <a16:creationId xmlns:a16="http://schemas.microsoft.com/office/drawing/2014/main" id="{2BA33694-943A-0367-A02F-92AB74DE2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>
            <a:extLst>
              <a:ext uri="{FF2B5EF4-FFF2-40B4-BE49-F238E27FC236}">
                <a16:creationId xmlns:a16="http://schemas.microsoft.com/office/drawing/2014/main" id="{ACD86C7F-2449-D382-88BC-35635FE85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20899" name="Rectangle 3">
            <a:extLst>
              <a:ext uri="{FF2B5EF4-FFF2-40B4-BE49-F238E27FC236}">
                <a16:creationId xmlns:a16="http://schemas.microsoft.com/office/drawing/2014/main" id="{2BC57E87-7C36-63EE-5174-A8D23B652F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/>
              <a:t>正向计数时的激励方程：</a:t>
            </a: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0395F26D-2CF3-440F-DEA1-A34B565D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30CEA10-9BA4-4166-AF24-9733369DBC07}" type="slidenum">
              <a:rPr lang="en-US" altLang="zh-CN" sz="1000" smtClean="0"/>
              <a:pPr>
                <a:defRPr/>
              </a:pPr>
              <a:t>53</a:t>
            </a:fld>
            <a:endParaRPr lang="en-US" altLang="zh-CN" sz="1000"/>
          </a:p>
        </p:txBody>
      </p:sp>
      <p:sp>
        <p:nvSpPr>
          <p:cNvPr id="720911" name="Rectangle 15">
            <a:extLst>
              <a:ext uri="{FF2B5EF4-FFF2-40B4-BE49-F238E27FC236}">
                <a16:creationId xmlns:a16="http://schemas.microsoft.com/office/drawing/2014/main" id="{7ABAAB96-7A97-470D-42D1-E22D4D822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2159000"/>
            <a:ext cx="1716087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原理表达式</a:t>
            </a:r>
          </a:p>
        </p:txBody>
      </p:sp>
      <p:sp>
        <p:nvSpPr>
          <p:cNvPr id="720913" name="AutoShape 17">
            <a:extLst>
              <a:ext uri="{FF2B5EF4-FFF2-40B4-BE49-F238E27FC236}">
                <a16:creationId xmlns:a16="http://schemas.microsoft.com/office/drawing/2014/main" id="{F507BCAC-6194-3C34-462A-43AA52367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6068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20914" name="Rectangle 18">
            <a:extLst>
              <a:ext uri="{FF2B5EF4-FFF2-40B4-BE49-F238E27FC236}">
                <a16:creationId xmlns:a16="http://schemas.microsoft.com/office/drawing/2014/main" id="{D7F77252-4A09-304A-9298-32C3CE98E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2159000"/>
            <a:ext cx="171608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实用表达式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40BD93A-42BC-490D-6D49-E6000541FA98}"/>
              </a:ext>
            </a:extLst>
          </p:cNvPr>
          <p:cNvGrpSpPr>
            <a:grpSpLocks/>
          </p:cNvGrpSpPr>
          <p:nvPr/>
        </p:nvGrpSpPr>
        <p:grpSpPr bwMode="auto">
          <a:xfrm>
            <a:off x="1185863" y="3213100"/>
            <a:ext cx="2290762" cy="2068513"/>
            <a:chOff x="-2742341" y="3904977"/>
            <a:chExt cx="2363470" cy="2068570"/>
          </a:xfrm>
        </p:grpSpPr>
        <p:sp>
          <p:nvSpPr>
            <p:cNvPr id="64526" name="文本框 15">
              <a:extLst>
                <a:ext uri="{FF2B5EF4-FFF2-40B4-BE49-F238E27FC236}">
                  <a16:creationId xmlns:a16="http://schemas.microsoft.com/office/drawing/2014/main" id="{E3F7E1AA-E3A1-8F53-E4E4-7698417FC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4527" name="文本框 16">
              <a:extLst>
                <a:ext uri="{FF2B5EF4-FFF2-40B4-BE49-F238E27FC236}">
                  <a16:creationId xmlns:a16="http://schemas.microsoft.com/office/drawing/2014/main" id="{B2B9BF51-B266-C10F-55D6-827EC161A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64138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64528" name="文本框 17">
              <a:extLst>
                <a:ext uri="{FF2B5EF4-FFF2-40B4-BE49-F238E27FC236}">
                  <a16:creationId xmlns:a16="http://schemas.microsoft.com/office/drawing/2014/main" id="{75FD8CFA-7148-A696-C8DA-9EA600691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7847" y="5134840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64529" name="文本框 18">
              <a:extLst>
                <a:ext uri="{FF2B5EF4-FFF2-40B4-BE49-F238E27FC236}">
                  <a16:creationId xmlns:a16="http://schemas.microsoft.com/office/drawing/2014/main" id="{19551528-508E-6067-A8F8-93B509899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680895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5562A18-F9FF-AF7D-7A2E-5935908FB4D9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3051175"/>
            <a:ext cx="2757488" cy="2390775"/>
            <a:chOff x="-2763468" y="3904978"/>
            <a:chExt cx="2843922" cy="2389921"/>
          </a:xfrm>
        </p:grpSpPr>
        <p:sp>
          <p:nvSpPr>
            <p:cNvPr id="64522" name="文本框 15">
              <a:extLst>
                <a:ext uri="{FF2B5EF4-FFF2-40B4-BE49-F238E27FC236}">
                  <a16:creationId xmlns:a16="http://schemas.microsoft.com/office/drawing/2014/main" id="{ABD12B2C-BE16-CE56-F28D-DA5AF4CC1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4523" name="文本框 16">
              <a:extLst>
                <a:ext uri="{FF2B5EF4-FFF2-40B4-BE49-F238E27FC236}">
                  <a16:creationId xmlns:a16="http://schemas.microsoft.com/office/drawing/2014/main" id="{42702AAD-8498-376A-5CB6-0D47E8722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64524" name="文本框 17">
              <a:extLst>
                <a:ext uri="{FF2B5EF4-FFF2-40B4-BE49-F238E27FC236}">
                  <a16:creationId xmlns:a16="http://schemas.microsoft.com/office/drawing/2014/main" id="{9B921DE7-89E3-4DF1-9D8C-631B26B20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64525" name="文本框 18">
              <a:extLst>
                <a:ext uri="{FF2B5EF4-FFF2-40B4-BE49-F238E27FC236}">
                  <a16:creationId xmlns:a16="http://schemas.microsoft.com/office/drawing/2014/main" id="{B14B216F-AEE0-D6E7-8EBE-763CA1A17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11" grpId="0" autoUpdateAnimBg="0"/>
      <p:bldP spid="720913" grpId="0" animBg="1"/>
      <p:bldP spid="720914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>
            <a:extLst>
              <a:ext uri="{FF2B5EF4-FFF2-40B4-BE49-F238E27FC236}">
                <a16:creationId xmlns:a16="http://schemas.microsoft.com/office/drawing/2014/main" id="{643FE381-2EED-769D-D680-91076D5E3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21923" name="Rectangle 3">
            <a:extLst>
              <a:ext uri="{FF2B5EF4-FFF2-40B4-BE49-F238E27FC236}">
                <a16:creationId xmlns:a16="http://schemas.microsoft.com/office/drawing/2014/main" id="{4E5BEF95-D572-94E7-E9AA-9399E5F8F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/>
              <a:t>求解逆向计数时的激励方程</a:t>
            </a:r>
          </a:p>
        </p:txBody>
      </p:sp>
      <p:sp>
        <p:nvSpPr>
          <p:cNvPr id="72" name="灯片编号占位符 5">
            <a:extLst>
              <a:ext uri="{FF2B5EF4-FFF2-40B4-BE49-F238E27FC236}">
                <a16:creationId xmlns:a16="http://schemas.microsoft.com/office/drawing/2014/main" id="{1CAB4856-6B8E-22E4-C570-5ABA6EB2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DEFB3FE-0467-42D5-8FF0-7BD6BF0A45BF}" type="slidenum">
              <a:rPr lang="en-US" altLang="zh-CN" sz="1000" smtClean="0"/>
              <a:pPr>
                <a:defRPr/>
              </a:pPr>
              <a:t>54</a:t>
            </a:fld>
            <a:endParaRPr lang="en-US" altLang="zh-CN" sz="1000"/>
          </a:p>
        </p:txBody>
      </p:sp>
      <p:grpSp>
        <p:nvGrpSpPr>
          <p:cNvPr id="65541" name="Group 4">
            <a:extLst>
              <a:ext uri="{FF2B5EF4-FFF2-40B4-BE49-F238E27FC236}">
                <a16:creationId xmlns:a16="http://schemas.microsoft.com/office/drawing/2014/main" id="{24698D57-072E-CA39-811A-929EBACDC71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209800"/>
            <a:ext cx="8620125" cy="2606675"/>
            <a:chOff x="192" y="1382"/>
            <a:chExt cx="5430" cy="1642"/>
          </a:xfrm>
        </p:grpSpPr>
        <p:sp>
          <p:nvSpPr>
            <p:cNvPr id="721925" name="Text Box 5">
              <a:extLst>
                <a:ext uri="{FF2B5EF4-FFF2-40B4-BE49-F238E27FC236}">
                  <a16:creationId xmlns:a16="http://schemas.microsoft.com/office/drawing/2014/main" id="{36A4B5DD-E574-C1BB-F490-FEBE71505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82"/>
              <a:ext cx="40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0000</a:t>
              </a:r>
            </a:p>
          </p:txBody>
        </p:sp>
        <p:sp>
          <p:nvSpPr>
            <p:cNvPr id="721926" name="Text Box 6">
              <a:extLst>
                <a:ext uri="{FF2B5EF4-FFF2-40B4-BE49-F238E27FC236}">
                  <a16:creationId xmlns:a16="http://schemas.microsoft.com/office/drawing/2014/main" id="{332D9895-8FE7-6439-58FD-2B8EBFAAA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382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0001</a:t>
              </a:r>
            </a:p>
          </p:txBody>
        </p:sp>
        <p:sp>
          <p:nvSpPr>
            <p:cNvPr id="721927" name="Text Box 7">
              <a:extLst>
                <a:ext uri="{FF2B5EF4-FFF2-40B4-BE49-F238E27FC236}">
                  <a16:creationId xmlns:a16="http://schemas.microsoft.com/office/drawing/2014/main" id="{25C228B8-445F-D229-92D7-D9F971123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8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0010</a:t>
              </a:r>
            </a:p>
          </p:txBody>
        </p:sp>
        <p:sp>
          <p:nvSpPr>
            <p:cNvPr id="721928" name="Text Box 8">
              <a:extLst>
                <a:ext uri="{FF2B5EF4-FFF2-40B4-BE49-F238E27FC236}">
                  <a16:creationId xmlns:a16="http://schemas.microsoft.com/office/drawing/2014/main" id="{E800C824-1A2A-F40C-F673-C2002DB93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382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0011</a:t>
              </a:r>
            </a:p>
          </p:txBody>
        </p:sp>
        <p:sp>
          <p:nvSpPr>
            <p:cNvPr id="721929" name="Text Box 9">
              <a:extLst>
                <a:ext uri="{FF2B5EF4-FFF2-40B4-BE49-F238E27FC236}">
                  <a16:creationId xmlns:a16="http://schemas.microsoft.com/office/drawing/2014/main" id="{CF9CD3AD-FBF8-37C3-7690-B6A406753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3" y="2032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0111</a:t>
              </a:r>
            </a:p>
          </p:txBody>
        </p:sp>
        <p:sp>
          <p:nvSpPr>
            <p:cNvPr id="721930" name="Text Box 10">
              <a:extLst>
                <a:ext uri="{FF2B5EF4-FFF2-40B4-BE49-F238E27FC236}">
                  <a16:creationId xmlns:a16="http://schemas.microsoft.com/office/drawing/2014/main" id="{E18D5B5D-100E-2F79-A1F5-B0E903E7C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382"/>
              <a:ext cx="390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0110</a:t>
              </a:r>
            </a:p>
          </p:txBody>
        </p:sp>
        <p:sp>
          <p:nvSpPr>
            <p:cNvPr id="721931" name="Text Box 11">
              <a:extLst>
                <a:ext uri="{FF2B5EF4-FFF2-40B4-BE49-F238E27FC236}">
                  <a16:creationId xmlns:a16="http://schemas.microsoft.com/office/drawing/2014/main" id="{4994345A-F321-AE28-A4B2-DD1F46BFA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1382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0101</a:t>
              </a:r>
            </a:p>
          </p:txBody>
        </p:sp>
        <p:sp>
          <p:nvSpPr>
            <p:cNvPr id="721932" name="Text Box 12">
              <a:extLst>
                <a:ext uri="{FF2B5EF4-FFF2-40B4-BE49-F238E27FC236}">
                  <a16:creationId xmlns:a16="http://schemas.microsoft.com/office/drawing/2014/main" id="{58292EC2-10F2-47CE-21C3-CD1B360BC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38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0100</a:t>
              </a:r>
            </a:p>
          </p:txBody>
        </p:sp>
        <p:grpSp>
          <p:nvGrpSpPr>
            <p:cNvPr id="65551" name="Group 13">
              <a:extLst>
                <a:ext uri="{FF2B5EF4-FFF2-40B4-BE49-F238E27FC236}">
                  <a16:creationId xmlns:a16="http://schemas.microsoft.com/office/drawing/2014/main" id="{CF396F19-C2B4-948E-5121-287347BB2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622"/>
              <a:ext cx="387" cy="384"/>
              <a:chOff x="4944" y="2352"/>
              <a:chExt cx="387" cy="384"/>
            </a:xfrm>
          </p:grpSpPr>
          <p:sp>
            <p:nvSpPr>
              <p:cNvPr id="65605" name="Line 14">
                <a:extLst>
                  <a:ext uri="{FF2B5EF4-FFF2-40B4-BE49-F238E27FC236}">
                    <a16:creationId xmlns:a16="http://schemas.microsoft.com/office/drawing/2014/main" id="{0BD85716-1675-E0DE-E53F-8C3F13564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0" y="2352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35" name="Text Box 15">
                <a:extLst>
                  <a:ext uri="{FF2B5EF4-FFF2-40B4-BE49-F238E27FC236}">
                    <a16:creationId xmlns:a16="http://schemas.microsoft.com/office/drawing/2014/main" id="{CC520A09-4836-F598-52E9-28EE5996CF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2438"/>
                <a:ext cx="387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2" name="Group 16">
              <a:extLst>
                <a:ext uri="{FF2B5EF4-FFF2-40B4-BE49-F238E27FC236}">
                  <a16:creationId xmlns:a16="http://schemas.microsoft.com/office/drawing/2014/main" id="{94E09528-FD6A-7616-D079-2165D65CB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" y="1670"/>
              <a:ext cx="358" cy="336"/>
              <a:chOff x="425" y="2400"/>
              <a:chExt cx="358" cy="336"/>
            </a:xfrm>
          </p:grpSpPr>
          <p:sp>
            <p:nvSpPr>
              <p:cNvPr id="65603" name="Line 17">
                <a:extLst>
                  <a:ext uri="{FF2B5EF4-FFF2-40B4-BE49-F238E27FC236}">
                    <a16:creationId xmlns:a16="http://schemas.microsoft.com/office/drawing/2014/main" id="{869A128F-9590-58A8-014F-688485A84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400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38" name="Text Box 18">
                <a:extLst>
                  <a:ext uri="{FF2B5EF4-FFF2-40B4-BE49-F238E27FC236}">
                    <a16:creationId xmlns:a16="http://schemas.microsoft.com/office/drawing/2014/main" id="{AB78E066-A440-415A-4E19-8C19B991E4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" y="2400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0/1</a:t>
                </a:r>
              </a:p>
            </p:txBody>
          </p:sp>
        </p:grpSp>
        <p:grpSp>
          <p:nvGrpSpPr>
            <p:cNvPr id="65553" name="Group 19">
              <a:extLst>
                <a:ext uri="{FF2B5EF4-FFF2-40B4-BE49-F238E27FC236}">
                  <a16:creationId xmlns:a16="http://schemas.microsoft.com/office/drawing/2014/main" id="{DE8ABEF3-9261-8200-8A5B-0DF6556A9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478"/>
              <a:ext cx="432" cy="250"/>
              <a:chOff x="576" y="2208"/>
              <a:chExt cx="432" cy="250"/>
            </a:xfrm>
          </p:grpSpPr>
          <p:sp>
            <p:nvSpPr>
              <p:cNvPr id="65601" name="Line 20">
                <a:extLst>
                  <a:ext uri="{FF2B5EF4-FFF2-40B4-BE49-F238E27FC236}">
                    <a16:creationId xmlns:a16="http://schemas.microsoft.com/office/drawing/2014/main" id="{5BE247B8-D994-A621-3277-9253B8142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41" name="Text Box 21">
                <a:extLst>
                  <a:ext uri="{FF2B5EF4-FFF2-40B4-BE49-F238E27FC236}">
                    <a16:creationId xmlns:a16="http://schemas.microsoft.com/office/drawing/2014/main" id="{69D5314E-948A-4B64-36AB-3A4028047F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4" name="Group 22">
              <a:extLst>
                <a:ext uri="{FF2B5EF4-FFF2-40B4-BE49-F238E27FC236}">
                  <a16:creationId xmlns:a16="http://schemas.microsoft.com/office/drawing/2014/main" id="{1F3B6D1E-E895-0B91-888E-6F1CD966B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3" y="1516"/>
              <a:ext cx="432" cy="250"/>
              <a:chOff x="576" y="2208"/>
              <a:chExt cx="432" cy="250"/>
            </a:xfrm>
          </p:grpSpPr>
          <p:sp>
            <p:nvSpPr>
              <p:cNvPr id="65599" name="Line 23">
                <a:extLst>
                  <a:ext uri="{FF2B5EF4-FFF2-40B4-BE49-F238E27FC236}">
                    <a16:creationId xmlns:a16="http://schemas.microsoft.com/office/drawing/2014/main" id="{C022109F-A2CA-BF9B-4FC2-949ADA0C1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44" name="Text Box 24">
                <a:extLst>
                  <a:ext uri="{FF2B5EF4-FFF2-40B4-BE49-F238E27FC236}">
                    <a16:creationId xmlns:a16="http://schemas.microsoft.com/office/drawing/2014/main" id="{D44AA6A5-49F1-E895-978A-6421804D3F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5" name="Group 25">
              <a:extLst>
                <a:ext uri="{FF2B5EF4-FFF2-40B4-BE49-F238E27FC236}">
                  <a16:creationId xmlns:a16="http://schemas.microsoft.com/office/drawing/2014/main" id="{0BEE7E64-E588-AFE3-72AA-497B38A95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493"/>
              <a:ext cx="432" cy="250"/>
              <a:chOff x="576" y="2208"/>
              <a:chExt cx="432" cy="250"/>
            </a:xfrm>
          </p:grpSpPr>
          <p:sp>
            <p:nvSpPr>
              <p:cNvPr id="65597" name="Line 26">
                <a:extLst>
                  <a:ext uri="{FF2B5EF4-FFF2-40B4-BE49-F238E27FC236}">
                    <a16:creationId xmlns:a16="http://schemas.microsoft.com/office/drawing/2014/main" id="{A8DAFD7C-F572-68D5-13FB-4A0742856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47" name="Text Box 27">
                <a:extLst>
                  <a:ext uri="{FF2B5EF4-FFF2-40B4-BE49-F238E27FC236}">
                    <a16:creationId xmlns:a16="http://schemas.microsoft.com/office/drawing/2014/main" id="{359592C2-B0C7-BD57-3ED9-598C5415D1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6" name="Group 28">
              <a:extLst>
                <a:ext uri="{FF2B5EF4-FFF2-40B4-BE49-F238E27FC236}">
                  <a16:creationId xmlns:a16="http://schemas.microsoft.com/office/drawing/2014/main" id="{6F9EA6A2-1796-8847-DF80-CB82D576E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3" y="1493"/>
              <a:ext cx="432" cy="250"/>
              <a:chOff x="576" y="2208"/>
              <a:chExt cx="432" cy="250"/>
            </a:xfrm>
          </p:grpSpPr>
          <p:sp>
            <p:nvSpPr>
              <p:cNvPr id="65595" name="Line 29">
                <a:extLst>
                  <a:ext uri="{FF2B5EF4-FFF2-40B4-BE49-F238E27FC236}">
                    <a16:creationId xmlns:a16="http://schemas.microsoft.com/office/drawing/2014/main" id="{0140D271-B2E5-E189-AC14-23CF5F22F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0" name="Text Box 30">
                <a:extLst>
                  <a:ext uri="{FF2B5EF4-FFF2-40B4-BE49-F238E27FC236}">
                    <a16:creationId xmlns:a16="http://schemas.microsoft.com/office/drawing/2014/main" id="{2E9F6B68-94AF-1648-BDF2-60E7A707A3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7" name="Group 31">
              <a:extLst>
                <a:ext uri="{FF2B5EF4-FFF2-40B4-BE49-F238E27FC236}">
                  <a16:creationId xmlns:a16="http://schemas.microsoft.com/office/drawing/2014/main" id="{B7ECEBA6-8971-DCB1-4CC9-2F28022D7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493"/>
              <a:ext cx="432" cy="250"/>
              <a:chOff x="576" y="2208"/>
              <a:chExt cx="432" cy="250"/>
            </a:xfrm>
          </p:grpSpPr>
          <p:sp>
            <p:nvSpPr>
              <p:cNvPr id="65593" name="Line 32">
                <a:extLst>
                  <a:ext uri="{FF2B5EF4-FFF2-40B4-BE49-F238E27FC236}">
                    <a16:creationId xmlns:a16="http://schemas.microsoft.com/office/drawing/2014/main" id="{C0CE8A10-5C23-5ACF-269F-342A0E5CA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3" name="Text Box 33">
                <a:extLst>
                  <a:ext uri="{FF2B5EF4-FFF2-40B4-BE49-F238E27FC236}">
                    <a16:creationId xmlns:a16="http://schemas.microsoft.com/office/drawing/2014/main" id="{FCC14C6C-7BDC-EF4B-320B-C2C9ECE2A8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8" name="Group 34">
              <a:extLst>
                <a:ext uri="{FF2B5EF4-FFF2-40B4-BE49-F238E27FC236}">
                  <a16:creationId xmlns:a16="http://schemas.microsoft.com/office/drawing/2014/main" id="{5B0417F5-3F98-5063-69C1-567CE492D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3" y="1493"/>
              <a:ext cx="432" cy="250"/>
              <a:chOff x="576" y="2208"/>
              <a:chExt cx="432" cy="250"/>
            </a:xfrm>
          </p:grpSpPr>
          <p:sp>
            <p:nvSpPr>
              <p:cNvPr id="65591" name="Line 35">
                <a:extLst>
                  <a:ext uri="{FF2B5EF4-FFF2-40B4-BE49-F238E27FC236}">
                    <a16:creationId xmlns:a16="http://schemas.microsoft.com/office/drawing/2014/main" id="{2E85E00E-7D99-E829-BA59-72170C6DD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6" name="Text Box 36">
                <a:extLst>
                  <a:ext uri="{FF2B5EF4-FFF2-40B4-BE49-F238E27FC236}">
                    <a16:creationId xmlns:a16="http://schemas.microsoft.com/office/drawing/2014/main" id="{A0EA8399-9287-3763-F339-51F399EDB1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9" name="Group 37">
              <a:extLst>
                <a:ext uri="{FF2B5EF4-FFF2-40B4-BE49-F238E27FC236}">
                  <a16:creationId xmlns:a16="http://schemas.microsoft.com/office/drawing/2014/main" id="{DECFF544-24DC-6003-2BFF-A476BA75F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2294"/>
              <a:ext cx="387" cy="336"/>
              <a:chOff x="4944" y="3024"/>
              <a:chExt cx="387" cy="336"/>
            </a:xfrm>
          </p:grpSpPr>
          <p:sp>
            <p:nvSpPr>
              <p:cNvPr id="65589" name="Line 38">
                <a:extLst>
                  <a:ext uri="{FF2B5EF4-FFF2-40B4-BE49-F238E27FC236}">
                    <a16:creationId xmlns:a16="http://schemas.microsoft.com/office/drawing/2014/main" id="{DAAED532-FADA-0549-1039-8BDD0B660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0" y="3024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9" name="Text Box 39">
                <a:extLst>
                  <a:ext uri="{FF2B5EF4-FFF2-40B4-BE49-F238E27FC236}">
                    <a16:creationId xmlns:a16="http://schemas.microsoft.com/office/drawing/2014/main" id="{0529A09F-0007-4F1E-4F78-3A952759AF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3062"/>
                <a:ext cx="387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sp>
          <p:nvSpPr>
            <p:cNvPr id="721960" name="Text Box 40">
              <a:extLst>
                <a:ext uri="{FF2B5EF4-FFF2-40B4-BE49-F238E27FC236}">
                  <a16:creationId xmlns:a16="http://schemas.microsoft.com/office/drawing/2014/main" id="{1A346962-7CB4-865E-19B5-906F7FEFE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656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1000</a:t>
              </a:r>
            </a:p>
          </p:txBody>
        </p:sp>
        <p:sp>
          <p:nvSpPr>
            <p:cNvPr id="721961" name="Text Box 41">
              <a:extLst>
                <a:ext uri="{FF2B5EF4-FFF2-40B4-BE49-F238E27FC236}">
                  <a16:creationId xmlns:a16="http://schemas.microsoft.com/office/drawing/2014/main" id="{E8374E30-6983-94E2-42DB-6609E7EAB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630"/>
              <a:ext cx="317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1110</a:t>
              </a:r>
            </a:p>
          </p:txBody>
        </p:sp>
        <p:sp>
          <p:nvSpPr>
            <p:cNvPr id="721962" name="Text Box 42">
              <a:extLst>
                <a:ext uri="{FF2B5EF4-FFF2-40B4-BE49-F238E27FC236}">
                  <a16:creationId xmlns:a16="http://schemas.microsoft.com/office/drawing/2014/main" id="{206B041E-3C18-B6B8-5E14-4BCFD6FC5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56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1101</a:t>
              </a:r>
            </a:p>
          </p:txBody>
        </p:sp>
        <p:sp>
          <p:nvSpPr>
            <p:cNvPr id="721963" name="Text Box 43">
              <a:extLst>
                <a:ext uri="{FF2B5EF4-FFF2-40B4-BE49-F238E27FC236}">
                  <a16:creationId xmlns:a16="http://schemas.microsoft.com/office/drawing/2014/main" id="{CC1B3BB0-554B-27DF-6BFF-3A54D39B6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65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1100</a:t>
              </a:r>
            </a:p>
          </p:txBody>
        </p:sp>
        <p:sp>
          <p:nvSpPr>
            <p:cNvPr id="721964" name="Text Box 44">
              <a:extLst>
                <a:ext uri="{FF2B5EF4-FFF2-40B4-BE49-F238E27FC236}">
                  <a16:creationId xmlns:a16="http://schemas.microsoft.com/office/drawing/2014/main" id="{3FBE4567-E951-F1BD-331A-786331F8D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656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1011</a:t>
              </a:r>
            </a:p>
          </p:txBody>
        </p:sp>
        <p:sp>
          <p:nvSpPr>
            <p:cNvPr id="721965" name="Text Box 45">
              <a:extLst>
                <a:ext uri="{FF2B5EF4-FFF2-40B4-BE49-F238E27FC236}">
                  <a16:creationId xmlns:a16="http://schemas.microsoft.com/office/drawing/2014/main" id="{6FC5C1B1-D143-80D1-B3A7-59F2FA8FA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656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1001</a:t>
              </a:r>
            </a:p>
          </p:txBody>
        </p:sp>
        <p:sp>
          <p:nvSpPr>
            <p:cNvPr id="721966" name="Text Box 46">
              <a:extLst>
                <a:ext uri="{FF2B5EF4-FFF2-40B4-BE49-F238E27FC236}">
                  <a16:creationId xmlns:a16="http://schemas.microsoft.com/office/drawing/2014/main" id="{630A2181-C1DD-8AAF-B0E9-AE4A82A99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65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1010</a:t>
              </a:r>
            </a:p>
          </p:txBody>
        </p:sp>
        <p:grpSp>
          <p:nvGrpSpPr>
            <p:cNvPr id="65567" name="Group 47">
              <a:extLst>
                <a:ext uri="{FF2B5EF4-FFF2-40B4-BE49-F238E27FC236}">
                  <a16:creationId xmlns:a16="http://schemas.microsoft.com/office/drawing/2014/main" id="{EC7A2270-FF70-199D-1601-1A955C09F0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774"/>
              <a:ext cx="432" cy="250"/>
              <a:chOff x="576" y="3504"/>
              <a:chExt cx="432" cy="250"/>
            </a:xfrm>
          </p:grpSpPr>
          <p:sp>
            <p:nvSpPr>
              <p:cNvPr id="65587" name="Line 48">
                <a:extLst>
                  <a:ext uri="{FF2B5EF4-FFF2-40B4-BE49-F238E27FC236}">
                    <a16:creationId xmlns:a16="http://schemas.microsoft.com/office/drawing/2014/main" id="{E15E4A05-FD55-03AB-C872-5ADDA55D4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69" name="Text Box 49">
                <a:extLst>
                  <a:ext uri="{FF2B5EF4-FFF2-40B4-BE49-F238E27FC236}">
                    <a16:creationId xmlns:a16="http://schemas.microsoft.com/office/drawing/2014/main" id="{6A10EF5B-F025-A387-8395-8A4C14770C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sp>
          <p:nvSpPr>
            <p:cNvPr id="721970" name="Text Box 50">
              <a:extLst>
                <a:ext uri="{FF2B5EF4-FFF2-40B4-BE49-F238E27FC236}">
                  <a16:creationId xmlns:a16="http://schemas.microsoft.com/office/drawing/2014/main" id="{E9C811F1-A7F1-0519-EFDC-081D02C0A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" y="2006"/>
              <a:ext cx="288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1111</a:t>
              </a:r>
            </a:p>
          </p:txBody>
        </p:sp>
        <p:grpSp>
          <p:nvGrpSpPr>
            <p:cNvPr id="65569" name="Group 51">
              <a:extLst>
                <a:ext uri="{FF2B5EF4-FFF2-40B4-BE49-F238E27FC236}">
                  <a16:creationId xmlns:a16="http://schemas.microsoft.com/office/drawing/2014/main" id="{FE0B576E-7007-54BB-4896-A8000920CC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" y="2294"/>
              <a:ext cx="387" cy="336"/>
              <a:chOff x="425" y="3024"/>
              <a:chExt cx="387" cy="336"/>
            </a:xfrm>
          </p:grpSpPr>
          <p:sp>
            <p:nvSpPr>
              <p:cNvPr id="65585" name="Line 52">
                <a:extLst>
                  <a:ext uri="{FF2B5EF4-FFF2-40B4-BE49-F238E27FC236}">
                    <a16:creationId xmlns:a16="http://schemas.microsoft.com/office/drawing/2014/main" id="{A4CD8181-8DE5-BD0A-31E2-9C0507006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73" name="Text Box 53">
                <a:extLst>
                  <a:ext uri="{FF2B5EF4-FFF2-40B4-BE49-F238E27FC236}">
                    <a16:creationId xmlns:a16="http://schemas.microsoft.com/office/drawing/2014/main" id="{75DCF3D7-D61A-27CC-2D28-2AD48E19B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" y="3024"/>
                <a:ext cx="387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0" name="Group 54">
              <a:extLst>
                <a:ext uri="{FF2B5EF4-FFF2-40B4-BE49-F238E27FC236}">
                  <a16:creationId xmlns:a16="http://schemas.microsoft.com/office/drawing/2014/main" id="{2A23F662-3558-FAFE-2B97-908B648578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764"/>
              <a:ext cx="432" cy="250"/>
              <a:chOff x="576" y="3504"/>
              <a:chExt cx="432" cy="250"/>
            </a:xfrm>
          </p:grpSpPr>
          <p:sp>
            <p:nvSpPr>
              <p:cNvPr id="65583" name="Line 55">
                <a:extLst>
                  <a:ext uri="{FF2B5EF4-FFF2-40B4-BE49-F238E27FC236}">
                    <a16:creationId xmlns:a16="http://schemas.microsoft.com/office/drawing/2014/main" id="{E1A3A7B2-B40E-3B0E-3074-167C55692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76" name="Text Box 56">
                <a:extLst>
                  <a:ext uri="{FF2B5EF4-FFF2-40B4-BE49-F238E27FC236}">
                    <a16:creationId xmlns:a16="http://schemas.microsoft.com/office/drawing/2014/main" id="{B86D8456-04B5-1B01-F407-0B1958AEC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1" name="Group 57">
              <a:extLst>
                <a:ext uri="{FF2B5EF4-FFF2-40B4-BE49-F238E27FC236}">
                  <a16:creationId xmlns:a16="http://schemas.microsoft.com/office/drawing/2014/main" id="{40677D0B-B26F-3852-BBCD-CFF610062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764"/>
              <a:ext cx="432" cy="250"/>
              <a:chOff x="576" y="3504"/>
              <a:chExt cx="432" cy="250"/>
            </a:xfrm>
          </p:grpSpPr>
          <p:sp>
            <p:nvSpPr>
              <p:cNvPr id="65581" name="Line 58">
                <a:extLst>
                  <a:ext uri="{FF2B5EF4-FFF2-40B4-BE49-F238E27FC236}">
                    <a16:creationId xmlns:a16="http://schemas.microsoft.com/office/drawing/2014/main" id="{C3622A34-7672-4B86-755F-1E240DA3B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79" name="Text Box 59">
                <a:extLst>
                  <a:ext uri="{FF2B5EF4-FFF2-40B4-BE49-F238E27FC236}">
                    <a16:creationId xmlns:a16="http://schemas.microsoft.com/office/drawing/2014/main" id="{33026B78-3A26-E409-D6CF-678FF61B22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2" name="Group 60">
              <a:extLst>
                <a:ext uri="{FF2B5EF4-FFF2-40B4-BE49-F238E27FC236}">
                  <a16:creationId xmlns:a16="http://schemas.microsoft.com/office/drawing/2014/main" id="{7CB557F7-C12D-8D87-D011-6E94D20AD1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2764"/>
              <a:ext cx="432" cy="250"/>
              <a:chOff x="576" y="3504"/>
              <a:chExt cx="432" cy="250"/>
            </a:xfrm>
          </p:grpSpPr>
          <p:sp>
            <p:nvSpPr>
              <p:cNvPr id="65579" name="Line 61">
                <a:extLst>
                  <a:ext uri="{FF2B5EF4-FFF2-40B4-BE49-F238E27FC236}">
                    <a16:creationId xmlns:a16="http://schemas.microsoft.com/office/drawing/2014/main" id="{E285D244-EB82-A81F-04DB-B28F12E82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82" name="Text Box 62">
                <a:extLst>
                  <a:ext uri="{FF2B5EF4-FFF2-40B4-BE49-F238E27FC236}">
                    <a16:creationId xmlns:a16="http://schemas.microsoft.com/office/drawing/2014/main" id="{5E780711-D78B-8CB0-AAF9-78AACE108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3" name="Group 63">
              <a:extLst>
                <a:ext uri="{FF2B5EF4-FFF2-40B4-BE49-F238E27FC236}">
                  <a16:creationId xmlns:a16="http://schemas.microsoft.com/office/drawing/2014/main" id="{434048FA-72F9-2C17-C2F2-DEBFF7999E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764"/>
              <a:ext cx="432" cy="250"/>
              <a:chOff x="576" y="3504"/>
              <a:chExt cx="432" cy="250"/>
            </a:xfrm>
          </p:grpSpPr>
          <p:sp>
            <p:nvSpPr>
              <p:cNvPr id="65577" name="Line 64">
                <a:extLst>
                  <a:ext uri="{FF2B5EF4-FFF2-40B4-BE49-F238E27FC236}">
                    <a16:creationId xmlns:a16="http://schemas.microsoft.com/office/drawing/2014/main" id="{9DDAB8AE-CA38-1AB2-6796-F69A70DDD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85" name="Text Box 65">
                <a:extLst>
                  <a:ext uri="{FF2B5EF4-FFF2-40B4-BE49-F238E27FC236}">
                    <a16:creationId xmlns:a16="http://schemas.microsoft.com/office/drawing/2014/main" id="{AC4E2065-9D7A-6A81-B4B3-62D170ECDE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4" name="Group 66">
              <a:extLst>
                <a:ext uri="{FF2B5EF4-FFF2-40B4-BE49-F238E27FC236}">
                  <a16:creationId xmlns:a16="http://schemas.microsoft.com/office/drawing/2014/main" id="{263DCD64-98BA-F42E-887A-E7BDC67E38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726"/>
              <a:ext cx="432" cy="250"/>
              <a:chOff x="576" y="3504"/>
              <a:chExt cx="432" cy="250"/>
            </a:xfrm>
          </p:grpSpPr>
          <p:sp>
            <p:nvSpPr>
              <p:cNvPr id="65575" name="Line 67">
                <a:extLst>
                  <a:ext uri="{FF2B5EF4-FFF2-40B4-BE49-F238E27FC236}">
                    <a16:creationId xmlns:a16="http://schemas.microsoft.com/office/drawing/2014/main" id="{C050D764-234B-4C94-0467-8BEF48055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88" name="Text Box 68">
                <a:extLst>
                  <a:ext uri="{FF2B5EF4-FFF2-40B4-BE49-F238E27FC236}">
                    <a16:creationId xmlns:a16="http://schemas.microsoft.com/office/drawing/2014/main" id="{196A7E0C-C7DE-7DBC-D968-801EC20C76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</p:grpSp>
      <p:sp>
        <p:nvSpPr>
          <p:cNvPr id="721989" name="Rectangle 69">
            <a:extLst>
              <a:ext uri="{FF2B5EF4-FFF2-40B4-BE49-F238E27FC236}">
                <a16:creationId xmlns:a16="http://schemas.microsoft.com/office/drawing/2014/main" id="{19EEEF0D-C16C-6312-0281-A815057AC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181600"/>
            <a:ext cx="3429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逆向计数时原始状态图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>
            <a:extLst>
              <a:ext uri="{FF2B5EF4-FFF2-40B4-BE49-F238E27FC236}">
                <a16:creationId xmlns:a16="http://schemas.microsoft.com/office/drawing/2014/main" id="{A84E9B24-4F34-A990-8E38-B770CF58A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22947" name="Rectangle 3">
            <a:extLst>
              <a:ext uri="{FF2B5EF4-FFF2-40B4-BE49-F238E27FC236}">
                <a16:creationId xmlns:a16="http://schemas.microsoft.com/office/drawing/2014/main" id="{13B3252F-9ECB-1CB2-56F2-6B820037E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692150"/>
            <a:ext cx="8153400" cy="5175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逆向计数时</a:t>
            </a:r>
            <a:endParaRPr lang="en-US" altLang="zh-CN" b="1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的原始状态表</a:t>
            </a:r>
          </a:p>
        </p:txBody>
      </p:sp>
      <p:sp>
        <p:nvSpPr>
          <p:cNvPr id="188" name="灯片编号占位符 5">
            <a:extLst>
              <a:ext uri="{FF2B5EF4-FFF2-40B4-BE49-F238E27FC236}">
                <a16:creationId xmlns:a16="http://schemas.microsoft.com/office/drawing/2014/main" id="{5DE30562-7613-86F4-8E00-6BED85FC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0516DBC-0310-41F9-9C73-D75F68F06FCC}" type="slidenum">
              <a:rPr lang="en-US" altLang="zh-CN" sz="1000" smtClean="0"/>
              <a:pPr>
                <a:defRPr/>
              </a:pPr>
              <a:t>55</a:t>
            </a:fld>
            <a:endParaRPr lang="en-US" altLang="zh-CN" sz="1000"/>
          </a:p>
        </p:txBody>
      </p:sp>
      <p:graphicFrame>
        <p:nvGraphicFramePr>
          <p:cNvPr id="723132" name="Group 188">
            <a:extLst>
              <a:ext uri="{FF2B5EF4-FFF2-40B4-BE49-F238E27FC236}">
                <a16:creationId xmlns:a16="http://schemas.microsoft.com/office/drawing/2014/main" id="{A8635616-9EF6-EB02-F356-9D25315DFB16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696913"/>
          <a:ext cx="5105400" cy="5348286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1" marB="76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903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>
            <a:extLst>
              <a:ext uri="{FF2B5EF4-FFF2-40B4-BE49-F238E27FC236}">
                <a16:creationId xmlns:a16="http://schemas.microsoft.com/office/drawing/2014/main" id="{036D6A75-3A50-5174-AC2E-4D14E41AE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</a:p>
        </p:txBody>
      </p:sp>
      <p:sp>
        <p:nvSpPr>
          <p:cNvPr id="803843" name="Rectangle 3">
            <a:extLst>
              <a:ext uri="{FF2B5EF4-FFF2-40B4-BE49-F238E27FC236}">
                <a16:creationId xmlns:a16="http://schemas.microsoft.com/office/drawing/2014/main" id="{44BC36FB-D41A-C8D2-F40E-03F411351E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逆向计数时的激励方程：</a:t>
            </a:r>
          </a:p>
          <a:p>
            <a:pPr lvl="3" eaLnBrk="1" hangingPunct="1">
              <a:defRPr/>
            </a:pPr>
            <a:endParaRPr lang="en-US" altLang="zh-CN" dirty="0"/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B56CF127-92EF-63D6-3EF4-A53DD3CE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F98B3C-8C1E-4947-8219-4FE1B2916B5B}" type="slidenum">
              <a:rPr lang="en-US" altLang="zh-CN" sz="1000" smtClean="0"/>
              <a:pPr>
                <a:defRPr/>
              </a:pPr>
              <a:t>56</a:t>
            </a:fld>
            <a:endParaRPr lang="en-US" altLang="zh-CN" sz="1000"/>
          </a:p>
        </p:txBody>
      </p:sp>
      <p:sp>
        <p:nvSpPr>
          <p:cNvPr id="803845" name="Rectangle 5">
            <a:extLst>
              <a:ext uri="{FF2B5EF4-FFF2-40B4-BE49-F238E27FC236}">
                <a16:creationId xmlns:a16="http://schemas.microsoft.com/office/drawing/2014/main" id="{EF979510-1E0A-D41D-525B-40DFA9702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1985963"/>
            <a:ext cx="1716087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实用表达式</a:t>
            </a:r>
          </a:p>
        </p:txBody>
      </p:sp>
      <p:sp>
        <p:nvSpPr>
          <p:cNvPr id="803853" name="Rectangle 13">
            <a:extLst>
              <a:ext uri="{FF2B5EF4-FFF2-40B4-BE49-F238E27FC236}">
                <a16:creationId xmlns:a16="http://schemas.microsoft.com/office/drawing/2014/main" id="{AB24BEA4-AC89-A4D7-AAB9-27F7617A9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85963"/>
            <a:ext cx="171608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原理表达式</a:t>
            </a:r>
          </a:p>
        </p:txBody>
      </p:sp>
      <p:sp>
        <p:nvSpPr>
          <p:cNvPr id="803854" name="AutoShape 14">
            <a:extLst>
              <a:ext uri="{FF2B5EF4-FFF2-40B4-BE49-F238E27FC236}">
                <a16:creationId xmlns:a16="http://schemas.microsoft.com/office/drawing/2014/main" id="{56B89235-0913-9027-85F8-FB84310EE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6163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35D3C17-7B67-BE83-62E3-54BB126EF2D3}"/>
              </a:ext>
            </a:extLst>
          </p:cNvPr>
          <p:cNvGrpSpPr>
            <a:grpSpLocks/>
          </p:cNvGrpSpPr>
          <p:nvPr/>
        </p:nvGrpSpPr>
        <p:grpSpPr bwMode="auto">
          <a:xfrm>
            <a:off x="5280025" y="2892425"/>
            <a:ext cx="2757488" cy="2314575"/>
            <a:chOff x="-2763468" y="3904978"/>
            <a:chExt cx="2843922" cy="2314741"/>
          </a:xfrm>
        </p:grpSpPr>
        <p:sp>
          <p:nvSpPr>
            <p:cNvPr id="67598" name="文本框 15">
              <a:extLst>
                <a:ext uri="{FF2B5EF4-FFF2-40B4-BE49-F238E27FC236}">
                  <a16:creationId xmlns:a16="http://schemas.microsoft.com/office/drawing/2014/main" id="{918F445A-E03E-0BDE-90D5-C1994A783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7599" name="文本框 16">
              <a:extLst>
                <a:ext uri="{FF2B5EF4-FFF2-40B4-BE49-F238E27FC236}">
                  <a16:creationId xmlns:a16="http://schemas.microsoft.com/office/drawing/2014/main" id="{F3857EC5-211E-3901-E29D-82338B7A6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67600" name="文本框 17">
              <a:extLst>
                <a:ext uri="{FF2B5EF4-FFF2-40B4-BE49-F238E27FC236}">
                  <a16:creationId xmlns:a16="http://schemas.microsoft.com/office/drawing/2014/main" id="{98693FFD-2785-A834-012B-E010CFAB7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67601" name="文本框 18">
              <a:extLst>
                <a:ext uri="{FF2B5EF4-FFF2-40B4-BE49-F238E27FC236}">
                  <a16:creationId xmlns:a16="http://schemas.microsoft.com/office/drawing/2014/main" id="{D18229E5-E178-8414-FA8B-CEC949642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8163E66-E4F7-D01C-D7DD-7E47908FEDAC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189288"/>
            <a:ext cx="2292350" cy="1825625"/>
            <a:chOff x="-2742342" y="3904977"/>
            <a:chExt cx="2363470" cy="1825505"/>
          </a:xfrm>
        </p:grpSpPr>
        <p:sp>
          <p:nvSpPr>
            <p:cNvPr id="67594" name="文本框 15">
              <a:extLst>
                <a:ext uri="{FF2B5EF4-FFF2-40B4-BE49-F238E27FC236}">
                  <a16:creationId xmlns:a16="http://schemas.microsoft.com/office/drawing/2014/main" id="{00AEA418-22C6-7AC7-F378-2C4414FEE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7595" name="文本框 16">
              <a:extLst>
                <a:ext uri="{FF2B5EF4-FFF2-40B4-BE49-F238E27FC236}">
                  <a16:creationId xmlns:a16="http://schemas.microsoft.com/office/drawing/2014/main" id="{B14A59F1-55D4-88BD-4271-B4BBFE6DE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375672"/>
              <a:ext cx="178582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67596" name="文本框 17">
              <a:extLst>
                <a:ext uri="{FF2B5EF4-FFF2-40B4-BE49-F238E27FC236}">
                  <a16:creationId xmlns:a16="http://schemas.microsoft.com/office/drawing/2014/main" id="{2181D0FA-BC7B-1B53-7931-00C79B750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829460"/>
              <a:ext cx="207837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67597" name="文本框 18">
              <a:extLst>
                <a:ext uri="{FF2B5EF4-FFF2-40B4-BE49-F238E27FC236}">
                  <a16:creationId xmlns:a16="http://schemas.microsoft.com/office/drawing/2014/main" id="{8281E8F6-79AD-0EEC-F434-8673D35F8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5269189"/>
              <a:ext cx="2363470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—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80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0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845" grpId="0" autoUpdateAnimBg="0"/>
      <p:bldP spid="803853" grpId="0" autoUpdateAnimBg="0"/>
      <p:bldP spid="80385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>
            <a:extLst>
              <a:ext uri="{FF2B5EF4-FFF2-40B4-BE49-F238E27FC236}">
                <a16:creationId xmlns:a16="http://schemas.microsoft.com/office/drawing/2014/main" id="{02320E7A-CBCF-6ADB-48B2-390FD73C5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0" y="87313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计数器</a:t>
            </a:r>
          </a:p>
        </p:txBody>
      </p:sp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54FEF67C-0246-9B4B-D3EF-8DC3008D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3863" y="640080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47EFC0A-8753-40F8-950E-D3DC8A25C46F}" type="slidenum">
              <a:rPr lang="en-US" altLang="zh-CN" sz="1000" smtClean="0"/>
              <a:pPr>
                <a:defRPr/>
              </a:pPr>
              <a:t>57</a:t>
            </a:fld>
            <a:endParaRPr lang="en-US" altLang="zh-CN" sz="1000"/>
          </a:p>
        </p:txBody>
      </p:sp>
      <p:sp>
        <p:nvSpPr>
          <p:cNvPr id="804873" name="Rectangle 9">
            <a:extLst>
              <a:ext uri="{FF2B5EF4-FFF2-40B4-BE49-F238E27FC236}">
                <a16:creationId xmlns:a16="http://schemas.microsoft.com/office/drawing/2014/main" id="{036C1050-8BD4-C562-253D-965D4232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738" y="703263"/>
            <a:ext cx="2789237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逆向计数（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）</a:t>
            </a:r>
          </a:p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时的激励方程</a:t>
            </a:r>
          </a:p>
        </p:txBody>
      </p:sp>
      <p:sp>
        <p:nvSpPr>
          <p:cNvPr id="804874" name="Rectangle 10">
            <a:extLst>
              <a:ext uri="{FF2B5EF4-FFF2-40B4-BE49-F238E27FC236}">
                <a16:creationId xmlns:a16="http://schemas.microsoft.com/office/drawing/2014/main" id="{43116D72-AE1B-70F0-9670-DD2E6ADB4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703263"/>
            <a:ext cx="272415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正向计数（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）</a:t>
            </a:r>
          </a:p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时的激励方程</a:t>
            </a:r>
          </a:p>
        </p:txBody>
      </p:sp>
      <p:sp>
        <p:nvSpPr>
          <p:cNvPr id="804881" name="Rectangle 17">
            <a:extLst>
              <a:ext uri="{FF2B5EF4-FFF2-40B4-BE49-F238E27FC236}">
                <a16:creationId xmlns:a16="http://schemas.microsoft.com/office/drawing/2014/main" id="{6AAEB9AA-38A5-D6A2-22C7-9168B14DC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3330575"/>
            <a:ext cx="63246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lIns="0" rIns="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综合这两组方程，可得可逆二进制计数器激励方程的原理表达式：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710592-A1CD-2E6C-54F0-C45C39AF02B8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1447800"/>
            <a:ext cx="2292350" cy="1825625"/>
            <a:chOff x="-2742342" y="3904977"/>
            <a:chExt cx="2363470" cy="1825505"/>
          </a:xfrm>
        </p:grpSpPr>
        <p:sp>
          <p:nvSpPr>
            <p:cNvPr id="68626" name="文本框 15">
              <a:extLst>
                <a:ext uri="{FF2B5EF4-FFF2-40B4-BE49-F238E27FC236}">
                  <a16:creationId xmlns:a16="http://schemas.microsoft.com/office/drawing/2014/main" id="{58DE2662-9E8E-D6E1-03F5-83FD36898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8627" name="文本框 16">
              <a:extLst>
                <a:ext uri="{FF2B5EF4-FFF2-40B4-BE49-F238E27FC236}">
                  <a16:creationId xmlns:a16="http://schemas.microsoft.com/office/drawing/2014/main" id="{CC7A11BD-4707-B031-B219-3CDD65A24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375672"/>
              <a:ext cx="178582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68628" name="文本框 17">
              <a:extLst>
                <a:ext uri="{FF2B5EF4-FFF2-40B4-BE49-F238E27FC236}">
                  <a16:creationId xmlns:a16="http://schemas.microsoft.com/office/drawing/2014/main" id="{4F0E6CF3-0AAA-5CBD-127C-1C0717F7D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829460"/>
              <a:ext cx="207837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68629" name="文本框 18">
              <a:extLst>
                <a:ext uri="{FF2B5EF4-FFF2-40B4-BE49-F238E27FC236}">
                  <a16:creationId xmlns:a16="http://schemas.microsoft.com/office/drawing/2014/main" id="{C6DA081C-1EB8-FABA-582B-D61A3432F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5269189"/>
              <a:ext cx="2363470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—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B30B25D-3DD9-6656-8945-C64E189171AC}"/>
              </a:ext>
            </a:extLst>
          </p:cNvPr>
          <p:cNvGrpSpPr>
            <a:grpSpLocks/>
          </p:cNvGrpSpPr>
          <p:nvPr/>
        </p:nvGrpSpPr>
        <p:grpSpPr bwMode="auto">
          <a:xfrm>
            <a:off x="1789113" y="1465263"/>
            <a:ext cx="2300287" cy="1873250"/>
            <a:chOff x="-2742341" y="3904977"/>
            <a:chExt cx="2371774" cy="1873439"/>
          </a:xfrm>
        </p:grpSpPr>
        <p:sp>
          <p:nvSpPr>
            <p:cNvPr id="68622" name="文本框 15">
              <a:extLst>
                <a:ext uri="{FF2B5EF4-FFF2-40B4-BE49-F238E27FC236}">
                  <a16:creationId xmlns:a16="http://schemas.microsoft.com/office/drawing/2014/main" id="{07B83681-A113-B66E-99F0-4EADE1AB6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8623" name="文本框 16">
              <a:extLst>
                <a:ext uri="{FF2B5EF4-FFF2-40B4-BE49-F238E27FC236}">
                  <a16:creationId xmlns:a16="http://schemas.microsoft.com/office/drawing/2014/main" id="{1B6DD365-5047-0C99-04BA-EC2F0872F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4037" y="458046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68624" name="文本框 17">
              <a:extLst>
                <a:ext uri="{FF2B5EF4-FFF2-40B4-BE49-F238E27FC236}">
                  <a16:creationId xmlns:a16="http://schemas.microsoft.com/office/drawing/2014/main" id="{2780CE6F-87E1-D172-5968-2594A953D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033479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68625" name="文本框 18">
              <a:extLst>
                <a:ext uri="{FF2B5EF4-FFF2-40B4-BE49-F238E27FC236}">
                  <a16:creationId xmlns:a16="http://schemas.microsoft.com/office/drawing/2014/main" id="{3207E365-DA87-7950-5E88-134DDAC53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4037" y="5485764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BF13DFD-0DDF-6674-23CA-2CB7647702D0}"/>
              </a:ext>
            </a:extLst>
          </p:cNvPr>
          <p:cNvGrpSpPr>
            <a:grpSpLocks/>
          </p:cNvGrpSpPr>
          <p:nvPr/>
        </p:nvGrpSpPr>
        <p:grpSpPr bwMode="auto">
          <a:xfrm>
            <a:off x="1882775" y="4252913"/>
            <a:ext cx="5176838" cy="1846262"/>
            <a:chOff x="-2753644" y="3904977"/>
            <a:chExt cx="2368293" cy="1847120"/>
          </a:xfrm>
        </p:grpSpPr>
        <p:sp>
          <p:nvSpPr>
            <p:cNvPr id="68618" name="文本框 15">
              <a:extLst>
                <a:ext uri="{FF2B5EF4-FFF2-40B4-BE49-F238E27FC236}">
                  <a16:creationId xmlns:a16="http://schemas.microsoft.com/office/drawing/2014/main" id="{A5DA8407-DE5F-68A6-6A92-AD19C4D09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8619" name="文本框 16">
              <a:extLst>
                <a:ext uri="{FF2B5EF4-FFF2-40B4-BE49-F238E27FC236}">
                  <a16:creationId xmlns:a16="http://schemas.microsoft.com/office/drawing/2014/main" id="{1CCC54F4-F041-72A0-9824-F94C1CF51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322234"/>
              <a:ext cx="178582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           —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=X(Q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)+X(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/>
            </a:p>
          </p:txBody>
        </p:sp>
        <p:sp>
          <p:nvSpPr>
            <p:cNvPr id="68620" name="文本框 17">
              <a:extLst>
                <a:ext uri="{FF2B5EF4-FFF2-40B4-BE49-F238E27FC236}">
                  <a16:creationId xmlns:a16="http://schemas.microsoft.com/office/drawing/2014/main" id="{749D37B0-30B8-602D-2BCB-89A920EF2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44" y="4832737"/>
              <a:ext cx="207837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               —      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=X(Q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)+X(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/>
            </a:p>
          </p:txBody>
        </p:sp>
        <p:sp>
          <p:nvSpPr>
            <p:cNvPr id="68621" name="文本框 18">
              <a:extLst>
                <a:ext uri="{FF2B5EF4-FFF2-40B4-BE49-F238E27FC236}">
                  <a16:creationId xmlns:a16="http://schemas.microsoft.com/office/drawing/2014/main" id="{599055B6-3E0D-F621-8F5A-0CA9199C8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8821" y="5290804"/>
              <a:ext cx="2363470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                       —       —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=X(Q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 )+X(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881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>
            <a:extLst>
              <a:ext uri="{FF2B5EF4-FFF2-40B4-BE49-F238E27FC236}">
                <a16:creationId xmlns:a16="http://schemas.microsoft.com/office/drawing/2014/main" id="{AA42E9D0-673A-C032-A7FB-6FD6CD075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175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计数器 </a:t>
            </a: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74DE9205-47CD-F134-7FFD-97171468F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3075" y="623570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2038CFA-1DF4-434D-8603-82AA393121E5}" type="slidenum">
              <a:rPr lang="en-US" altLang="zh-CN" sz="1000" smtClean="0"/>
              <a:pPr>
                <a:defRPr/>
              </a:pPr>
              <a:t>58</a:t>
            </a:fld>
            <a:endParaRPr lang="en-US" altLang="zh-CN" sz="1000"/>
          </a:p>
        </p:txBody>
      </p:sp>
      <p:sp>
        <p:nvSpPr>
          <p:cNvPr id="723973" name="Rectangle 5">
            <a:extLst>
              <a:ext uri="{FF2B5EF4-FFF2-40B4-BE49-F238E27FC236}">
                <a16:creationId xmlns:a16="http://schemas.microsoft.com/office/drawing/2014/main" id="{8B6170D9-92A3-73BB-2CEF-D8A21FBAB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503238"/>
            <a:ext cx="306228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逆向计数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(X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0)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时的</a:t>
            </a:r>
          </a:p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激励方程实用表达式</a:t>
            </a:r>
          </a:p>
        </p:txBody>
      </p:sp>
      <p:sp>
        <p:nvSpPr>
          <p:cNvPr id="723974" name="Rectangle 6">
            <a:extLst>
              <a:ext uri="{FF2B5EF4-FFF2-40B4-BE49-F238E27FC236}">
                <a16:creationId xmlns:a16="http://schemas.microsoft.com/office/drawing/2014/main" id="{088E5580-B256-FE92-3506-8933F7C85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663" y="503238"/>
            <a:ext cx="29972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正向计数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时的</a:t>
            </a:r>
          </a:p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激励方程实用表达式</a:t>
            </a:r>
          </a:p>
        </p:txBody>
      </p:sp>
      <p:sp>
        <p:nvSpPr>
          <p:cNvPr id="723975" name="Rectangle 7">
            <a:extLst>
              <a:ext uri="{FF2B5EF4-FFF2-40B4-BE49-F238E27FC236}">
                <a16:creationId xmlns:a16="http://schemas.microsoft.com/office/drawing/2014/main" id="{4C40C2A2-D283-651C-5860-AD36105E1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3" y="3578225"/>
            <a:ext cx="60198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lIns="0" rIns="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综合这两组方程，可得可逆二进制计数器的激励方程的实用表达式：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3153DBC-E0DB-CEC5-5289-AB42C4188936}"/>
              </a:ext>
            </a:extLst>
          </p:cNvPr>
          <p:cNvGrpSpPr>
            <a:grpSpLocks/>
          </p:cNvGrpSpPr>
          <p:nvPr/>
        </p:nvGrpSpPr>
        <p:grpSpPr bwMode="auto">
          <a:xfrm>
            <a:off x="1355725" y="1314450"/>
            <a:ext cx="2759075" cy="2297113"/>
            <a:chOff x="-2763468" y="3999626"/>
            <a:chExt cx="2843922" cy="2295273"/>
          </a:xfrm>
        </p:grpSpPr>
        <p:sp>
          <p:nvSpPr>
            <p:cNvPr id="69650" name="文本框 15">
              <a:extLst>
                <a:ext uri="{FF2B5EF4-FFF2-40B4-BE49-F238E27FC236}">
                  <a16:creationId xmlns:a16="http://schemas.microsoft.com/office/drawing/2014/main" id="{D9BA3BAD-689B-57DC-6E2F-8178FFDC5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10942" y="3999626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9651" name="文本框 16">
              <a:extLst>
                <a:ext uri="{FF2B5EF4-FFF2-40B4-BE49-F238E27FC236}">
                  <a16:creationId xmlns:a16="http://schemas.microsoft.com/office/drawing/2014/main" id="{260E7881-88F0-6A6B-8DA2-ABC7AB077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69652" name="文本框 17">
              <a:extLst>
                <a:ext uri="{FF2B5EF4-FFF2-40B4-BE49-F238E27FC236}">
                  <a16:creationId xmlns:a16="http://schemas.microsoft.com/office/drawing/2014/main" id="{134A8A6E-F7D5-EAFB-3E16-5171F36F1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69653" name="文本框 18">
              <a:extLst>
                <a:ext uri="{FF2B5EF4-FFF2-40B4-BE49-F238E27FC236}">
                  <a16:creationId xmlns:a16="http://schemas.microsoft.com/office/drawing/2014/main" id="{0F95A63C-EDB8-8F6B-A545-FF5CEDC29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9A41607-17E8-92E8-EDC5-8F4FDDF879B3}"/>
              </a:ext>
            </a:extLst>
          </p:cNvPr>
          <p:cNvGrpSpPr>
            <a:grpSpLocks/>
          </p:cNvGrpSpPr>
          <p:nvPr/>
        </p:nvGrpSpPr>
        <p:grpSpPr bwMode="auto">
          <a:xfrm>
            <a:off x="5010150" y="1323975"/>
            <a:ext cx="2757488" cy="2316163"/>
            <a:chOff x="-2763468" y="3904978"/>
            <a:chExt cx="2843922" cy="2314741"/>
          </a:xfrm>
        </p:grpSpPr>
        <p:sp>
          <p:nvSpPr>
            <p:cNvPr id="69646" name="文本框 15">
              <a:extLst>
                <a:ext uri="{FF2B5EF4-FFF2-40B4-BE49-F238E27FC236}">
                  <a16:creationId xmlns:a16="http://schemas.microsoft.com/office/drawing/2014/main" id="{56B5EA0A-FB1F-0051-1B2D-69C126D3F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9647" name="文本框 16">
              <a:extLst>
                <a:ext uri="{FF2B5EF4-FFF2-40B4-BE49-F238E27FC236}">
                  <a16:creationId xmlns:a16="http://schemas.microsoft.com/office/drawing/2014/main" id="{6E4658C7-5B85-47BE-AEB0-E1617F53E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69648" name="文本框 17">
              <a:extLst>
                <a:ext uri="{FF2B5EF4-FFF2-40B4-BE49-F238E27FC236}">
                  <a16:creationId xmlns:a16="http://schemas.microsoft.com/office/drawing/2014/main" id="{D322B0AC-F6C9-F988-1D08-FED5377C0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69649" name="文本框 18">
              <a:extLst>
                <a:ext uri="{FF2B5EF4-FFF2-40B4-BE49-F238E27FC236}">
                  <a16:creationId xmlns:a16="http://schemas.microsoft.com/office/drawing/2014/main" id="{0C717925-79DD-7ED1-4988-7A38C2ABF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A6E3215-EA14-E896-2CD6-69EAD0897330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257675"/>
            <a:ext cx="7061200" cy="2109788"/>
            <a:chOff x="-2768028" y="3855665"/>
            <a:chExt cx="2843922" cy="2109466"/>
          </a:xfrm>
        </p:grpSpPr>
        <p:sp>
          <p:nvSpPr>
            <p:cNvPr id="69642" name="文本框 15">
              <a:extLst>
                <a:ext uri="{FF2B5EF4-FFF2-40B4-BE49-F238E27FC236}">
                  <a16:creationId xmlns:a16="http://schemas.microsoft.com/office/drawing/2014/main" id="{A334FEEA-ACAE-4826-68BD-8849D4A0E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6858" y="3855665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69643" name="文本框 16">
              <a:extLst>
                <a:ext uri="{FF2B5EF4-FFF2-40B4-BE49-F238E27FC236}">
                  <a16:creationId xmlns:a16="http://schemas.microsoft.com/office/drawing/2014/main" id="{98F0CC82-2CD2-2748-9924-1962DC1BD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6504" y="4346411"/>
              <a:ext cx="2764784" cy="472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————      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—     —        —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=X(Q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 )+  X (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/>
            </a:p>
          </p:txBody>
        </p:sp>
        <p:sp>
          <p:nvSpPr>
            <p:cNvPr id="69644" name="文本框 17">
              <a:extLst>
                <a:ext uri="{FF2B5EF4-FFF2-40B4-BE49-F238E27FC236}">
                  <a16:creationId xmlns:a16="http://schemas.microsoft.com/office/drawing/2014/main" id="{52D94928-0916-C616-6941-264C28E45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0200" y="4839797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——————       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—    —     —     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 X( 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 )+  X (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/>
            </a:p>
          </p:txBody>
        </p:sp>
        <p:sp>
          <p:nvSpPr>
            <p:cNvPr id="69645" name="文本框 18">
              <a:extLst>
                <a:ext uri="{FF2B5EF4-FFF2-40B4-BE49-F238E27FC236}">
                  <a16:creationId xmlns:a16="http://schemas.microsoft.com/office/drawing/2014/main" id="{DD37BABB-29C3-DB1F-156D-6D4967674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8028" y="5480113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—————————        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—    —    —    —       —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 X( 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 )+  X (</a:t>
              </a:r>
              <a:r>
                <a:rPr lang="en-US" altLang="zh-CN" sz="2000"/>
                <a:t>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)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2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75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>
            <a:extLst>
              <a:ext uri="{FF2B5EF4-FFF2-40B4-BE49-F238E27FC236}">
                <a16:creationId xmlns:a16="http://schemas.microsoft.com/office/drawing/2014/main" id="{AB4D6337-0D9E-F0BE-6C4D-9D7966608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24995" name="Rectangle 3">
            <a:extLst>
              <a:ext uri="{FF2B5EF4-FFF2-40B4-BE49-F238E27FC236}">
                <a16:creationId xmlns:a16="http://schemas.microsoft.com/office/drawing/2014/main" id="{09CAE96E-A578-11D8-BE05-BC9F3FFB6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进位</a:t>
            </a:r>
            <a:r>
              <a:rPr lang="en-US" altLang="zh-CN" b="1" dirty="0"/>
              <a:t>/</a:t>
            </a:r>
            <a:r>
              <a:rPr lang="zh-CN" altLang="en-US" b="1" dirty="0"/>
              <a:t>借位信号</a:t>
            </a:r>
            <a:r>
              <a:rPr lang="en-US" altLang="zh-CN" b="1" dirty="0"/>
              <a:t>Z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X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，正向计数，计满</a:t>
            </a:r>
            <a:r>
              <a:rPr lang="en-US" altLang="zh-CN" sz="2400" b="1" dirty="0"/>
              <a:t>1111</a:t>
            </a:r>
            <a:r>
              <a:rPr lang="zh-CN" altLang="en-US" sz="2400" b="1" dirty="0"/>
              <a:t>时，进位</a:t>
            </a:r>
            <a:r>
              <a:rPr lang="en-US" altLang="zh-CN" sz="2400" b="1" dirty="0"/>
              <a:t>Z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X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，逆向计数，计满</a:t>
            </a:r>
            <a:r>
              <a:rPr lang="en-US" altLang="zh-CN" sz="2400" b="1" dirty="0"/>
              <a:t>0000</a:t>
            </a:r>
            <a:r>
              <a:rPr lang="zh-CN" altLang="en-US" sz="2400" b="1" dirty="0"/>
              <a:t>时，借位</a:t>
            </a:r>
            <a:r>
              <a:rPr lang="en-US" altLang="zh-CN" sz="2400" b="1" dirty="0"/>
              <a:t>Z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/>
              <a:t>所以</a:t>
            </a:r>
            <a:r>
              <a:rPr lang="en-US" altLang="zh-CN" sz="2400" b="1" dirty="0"/>
              <a:t>: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b="1" dirty="0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939BAE8-6BA5-64D2-0C59-4CDB7980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AD463FA-37CD-4821-8778-F7E263A72776}" type="slidenum">
              <a:rPr lang="en-US" altLang="zh-CN" sz="1000" smtClean="0"/>
              <a:pPr>
                <a:defRPr/>
              </a:pPr>
              <a:t>59</a:t>
            </a:fld>
            <a:endParaRPr lang="en-US" altLang="zh-CN" sz="1000"/>
          </a:p>
        </p:txBody>
      </p:sp>
      <p:sp>
        <p:nvSpPr>
          <p:cNvPr id="6" name="文本框 18">
            <a:extLst>
              <a:ext uri="{FF2B5EF4-FFF2-40B4-BE49-F238E27FC236}">
                <a16:creationId xmlns:a16="http://schemas.microsoft.com/office/drawing/2014/main" id="{25F5AA2C-A71F-22A2-E235-89D19302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860800"/>
            <a:ext cx="60483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          — —  —   —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Z=X Q</a:t>
            </a:r>
            <a:r>
              <a:rPr lang="en-US" altLang="zh-CN" sz="2400" baseline="-25000"/>
              <a:t>3n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2n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1n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0n</a:t>
            </a:r>
            <a:r>
              <a:rPr lang="en-US" altLang="zh-CN" sz="2400"/>
              <a:t>+X  Q</a:t>
            </a:r>
            <a:r>
              <a:rPr lang="en-US" altLang="zh-CN" sz="2400" baseline="-25000"/>
              <a:t>3n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2n  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1n  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>
            <a:extLst>
              <a:ext uri="{FF2B5EF4-FFF2-40B4-BE49-F238E27FC236}">
                <a16:creationId xmlns:a16="http://schemas.microsoft.com/office/drawing/2014/main" id="{C78657F0-9DA2-E181-F3AD-6C009080E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7D5B1CA7-BA6A-A456-40A3-C42C5310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FC89D12-D712-4AA9-B6B4-24BF56A8F70D}" type="slidenum">
              <a:rPr lang="en-US" altLang="zh-CN" sz="1000" smtClean="0"/>
              <a:pPr>
                <a:defRPr/>
              </a:pPr>
              <a:t>60</a:t>
            </a:fld>
            <a:endParaRPr lang="en-US" altLang="zh-CN" sz="1000"/>
          </a:p>
        </p:txBody>
      </p:sp>
      <p:sp>
        <p:nvSpPr>
          <p:cNvPr id="726021" name="Rectangle 5">
            <a:extLst>
              <a:ext uri="{FF2B5EF4-FFF2-40B4-BE49-F238E27FC236}">
                <a16:creationId xmlns:a16="http://schemas.microsoft.com/office/drawing/2014/main" id="{B92DF416-0652-FD07-2568-973360BDC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6800"/>
            <a:ext cx="8153400" cy="51752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可逆计数器设计：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用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触发器设计四位二进制可逆计数器，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  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，正向计数，计满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时进位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；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  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，逆向计数，计满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时借位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。</a:t>
            </a:r>
          </a:p>
        </p:txBody>
      </p:sp>
      <p:sp>
        <p:nvSpPr>
          <p:cNvPr id="9" name="文本框 18">
            <a:extLst>
              <a:ext uri="{FF2B5EF4-FFF2-40B4-BE49-F238E27FC236}">
                <a16:creationId xmlns:a16="http://schemas.microsoft.com/office/drawing/2014/main" id="{CB023897-C717-3BB3-F625-A73CDFDE1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294313"/>
            <a:ext cx="60483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          — —  —   —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Z=X Q</a:t>
            </a:r>
            <a:r>
              <a:rPr lang="en-US" altLang="zh-CN" sz="2400" baseline="-25000"/>
              <a:t>3n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2n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1n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0n</a:t>
            </a:r>
            <a:r>
              <a:rPr lang="en-US" altLang="zh-CN" sz="2400"/>
              <a:t>+X  Q</a:t>
            </a:r>
            <a:r>
              <a:rPr lang="en-US" altLang="zh-CN" sz="2400" baseline="-25000"/>
              <a:t>3n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2n  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1n  </a:t>
            </a:r>
            <a:r>
              <a:rPr lang="en-US" altLang="zh-CN" sz="2400">
                <a:sym typeface="Symbol" panose="05050102010706020507" pitchFamily="18" charset="2"/>
              </a:rPr>
              <a:t>Q</a:t>
            </a:r>
            <a:r>
              <a:rPr lang="en-US" altLang="zh-CN" sz="2400" baseline="-25000">
                <a:sym typeface="Symbol" panose="05050102010706020507" pitchFamily="18" charset="2"/>
              </a:rPr>
              <a:t>0n</a:t>
            </a:r>
            <a:endParaRPr lang="zh-CN" altLang="en-US" sz="2400" baseline="-250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3FC3345-D2C9-CB88-F1D0-82EEE1D80D13}"/>
              </a:ext>
            </a:extLst>
          </p:cNvPr>
          <p:cNvGrpSpPr>
            <a:grpSpLocks/>
          </p:cNvGrpSpPr>
          <p:nvPr/>
        </p:nvGrpSpPr>
        <p:grpSpPr bwMode="auto">
          <a:xfrm>
            <a:off x="1368425" y="3138488"/>
            <a:ext cx="6407150" cy="2219325"/>
            <a:chOff x="-2753644" y="3902311"/>
            <a:chExt cx="2368293" cy="2219769"/>
          </a:xfrm>
        </p:grpSpPr>
        <p:sp>
          <p:nvSpPr>
            <p:cNvPr id="71687" name="文本框 15">
              <a:extLst>
                <a:ext uri="{FF2B5EF4-FFF2-40B4-BE49-F238E27FC236}">
                  <a16:creationId xmlns:a16="http://schemas.microsoft.com/office/drawing/2014/main" id="{DD064C0A-DC00-A56B-C7BE-FBDFF2D62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2311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0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71688" name="文本框 16">
              <a:extLst>
                <a:ext uri="{FF2B5EF4-FFF2-40B4-BE49-F238E27FC236}">
                  <a16:creationId xmlns:a16="http://schemas.microsoft.com/office/drawing/2014/main" id="{697E4CFC-3598-8A32-13E9-5FD817ADF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322234"/>
              <a:ext cx="1785826" cy="649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     —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1</a:t>
              </a:r>
              <a:r>
                <a:rPr lang="en-US" altLang="zh-CN" sz="2400"/>
                <a:t>=X(Q</a:t>
              </a:r>
              <a:r>
                <a:rPr lang="en-US" altLang="zh-CN" sz="2400" baseline="-25000"/>
                <a:t>1n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400">
                  <a:sym typeface="Symbol" panose="05050102010706020507" pitchFamily="18" charset="2"/>
                </a:rPr>
                <a:t>)+X(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400">
                  <a:sym typeface="Symbol" panose="05050102010706020507" pitchFamily="18" charset="2"/>
                </a:rPr>
                <a:t>)</a:t>
              </a:r>
              <a:endParaRPr lang="zh-CN" altLang="en-US" sz="2400"/>
            </a:p>
          </p:txBody>
        </p:sp>
        <p:sp>
          <p:nvSpPr>
            <p:cNvPr id="71689" name="文本框 17">
              <a:extLst>
                <a:ext uri="{FF2B5EF4-FFF2-40B4-BE49-F238E27FC236}">
                  <a16:creationId xmlns:a16="http://schemas.microsoft.com/office/drawing/2014/main" id="{A147E169-D484-064B-7DD1-05A22114E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44" y="4832737"/>
              <a:ext cx="2078376" cy="649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         —      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=X(Q</a:t>
              </a:r>
              <a:r>
                <a:rPr lang="en-US" altLang="zh-CN" sz="2400" baseline="-25000"/>
                <a:t>2n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400">
                  <a:sym typeface="Symbol" panose="05050102010706020507" pitchFamily="18" charset="2"/>
                </a:rPr>
                <a:t>)+X(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2n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400">
                  <a:sym typeface="Symbol" panose="05050102010706020507" pitchFamily="18" charset="2"/>
                </a:rPr>
                <a:t>)</a:t>
              </a:r>
              <a:endParaRPr lang="zh-CN" altLang="en-US" sz="2400"/>
            </a:p>
          </p:txBody>
        </p:sp>
        <p:sp>
          <p:nvSpPr>
            <p:cNvPr id="71690" name="文本框 18">
              <a:extLst>
                <a:ext uri="{FF2B5EF4-FFF2-40B4-BE49-F238E27FC236}">
                  <a16:creationId xmlns:a16="http://schemas.microsoft.com/office/drawing/2014/main" id="{412CDFB1-B63F-5838-3A46-FC7DA9D69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8821" y="5290804"/>
              <a:ext cx="2363470" cy="83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               —       —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3</a:t>
              </a:r>
              <a:r>
                <a:rPr lang="en-US" altLang="zh-CN" sz="2400"/>
                <a:t>=X(Q</a:t>
              </a:r>
              <a:r>
                <a:rPr lang="en-US" altLang="zh-CN" sz="2400" baseline="-25000"/>
                <a:t>3n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400">
                  <a:sym typeface="Symbol" panose="05050102010706020507" pitchFamily="18" charset="2"/>
                </a:rPr>
                <a:t> )+X(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3n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0n</a:t>
              </a:r>
              <a:r>
                <a:rPr lang="en-US" altLang="zh-CN" sz="2400">
                  <a:sym typeface="Symbol" panose="05050102010706020507" pitchFamily="18" charset="2"/>
                </a:rPr>
                <a:t>)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62714CE1-0CD6-B3FA-FA9A-4ECE6AD9D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80E0C4A7-68C7-AC3B-E5A6-55FC636D1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/>
              <a:t>计数器</a:t>
            </a:r>
          </a:p>
          <a:p>
            <a:pPr lvl="1" eaLnBrk="1" hangingPunct="1">
              <a:defRPr/>
            </a:pP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同步二进制计数器设计</a:t>
            </a:r>
          </a:p>
          <a:p>
            <a:pPr lvl="1" eaLnBrk="1" hangingPunct="1">
              <a:defRPr/>
            </a:pPr>
            <a:r>
              <a:rPr lang="zh-CN" altLang="en-US" b="1"/>
              <a:t>十进制计数器设计</a:t>
            </a:r>
          </a:p>
          <a:p>
            <a:pPr lvl="1" eaLnBrk="1" hangingPunct="1">
              <a:defRPr/>
            </a:pPr>
            <a:r>
              <a:rPr lang="zh-CN" altLang="en-US" b="1"/>
              <a:t>可逆计数器设计</a:t>
            </a:r>
          </a:p>
          <a:p>
            <a:pPr lvl="1" eaLnBrk="1" hangingPunct="1">
              <a:defRPr/>
            </a:pPr>
            <a:r>
              <a:rPr lang="zh-CN" altLang="en-US" b="1"/>
              <a:t>集成化的</a:t>
            </a:r>
            <a:r>
              <a:rPr lang="en-US" altLang="zh-CN" b="1"/>
              <a:t>4</a:t>
            </a:r>
            <a:r>
              <a:rPr lang="zh-CN" altLang="en-US" b="1"/>
              <a:t>位二进制计数器设计</a:t>
            </a:r>
          </a:p>
          <a:p>
            <a:pPr lvl="1" eaLnBrk="1" hangingPunct="1">
              <a:defRPr/>
            </a:pPr>
            <a:r>
              <a:rPr lang="zh-CN" altLang="en-US" b="1">
                <a:solidFill>
                  <a:srgbClr val="FFFF00"/>
                </a:solidFill>
              </a:rPr>
              <a:t>设计计数器时要注意的问题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8844CA-D848-ACC1-8737-01988FAD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D3360FC-FFF7-42EE-87B5-91F9DCF01C1A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61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38308" name="Rectangle 4">
            <a:extLst>
              <a:ext uri="{FF2B5EF4-FFF2-40B4-BE49-F238E27FC236}">
                <a16:creationId xmlns:a16="http://schemas.microsoft.com/office/drawing/2014/main" id="{B0512B50-001E-C35E-D5DC-C165E0D11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4114800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>
            <a:extLst>
              <a:ext uri="{FF2B5EF4-FFF2-40B4-BE49-F238E27FC236}">
                <a16:creationId xmlns:a16="http://schemas.microsoft.com/office/drawing/2014/main" id="{825B12B3-B57F-75BF-1100-32D5A43B3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27043" name="Rectangle 3">
            <a:extLst>
              <a:ext uri="{FF2B5EF4-FFF2-40B4-BE49-F238E27FC236}">
                <a16:creationId xmlns:a16="http://schemas.microsoft.com/office/drawing/2014/main" id="{6184C2AB-5031-8E33-D608-6EB12C418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8338" y="1066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设计计数器时要注意的问题</a:t>
            </a:r>
          </a:p>
          <a:p>
            <a:pPr lvl="1" eaLnBrk="1" hangingPunct="1">
              <a:defRPr/>
            </a:pPr>
            <a:r>
              <a:rPr lang="zh-CN" altLang="en-US" dirty="0"/>
              <a:t>计数器的自启动设计</a:t>
            </a:r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48" name="灯片编号占位符 5">
            <a:extLst>
              <a:ext uri="{FF2B5EF4-FFF2-40B4-BE49-F238E27FC236}">
                <a16:creationId xmlns:a16="http://schemas.microsoft.com/office/drawing/2014/main" id="{92D78B36-3D1E-A671-4B03-700105F4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9113" y="6075363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943A7A7-4B0F-469E-B39B-9E651748F034}" type="slidenum">
              <a:rPr lang="en-US" altLang="zh-CN" sz="1000" smtClean="0"/>
              <a:pPr>
                <a:defRPr/>
              </a:pPr>
              <a:t>62</a:t>
            </a:fld>
            <a:endParaRPr lang="en-US" altLang="zh-CN" sz="1000"/>
          </a:p>
        </p:txBody>
      </p:sp>
      <p:grpSp>
        <p:nvGrpSpPr>
          <p:cNvPr id="727081" name="Group 41">
            <a:extLst>
              <a:ext uri="{FF2B5EF4-FFF2-40B4-BE49-F238E27FC236}">
                <a16:creationId xmlns:a16="http://schemas.microsoft.com/office/drawing/2014/main" id="{A0C93DDB-4571-9792-3E10-7CDE0F1F8115}"/>
              </a:ext>
            </a:extLst>
          </p:cNvPr>
          <p:cNvGrpSpPr>
            <a:grpSpLocks/>
          </p:cNvGrpSpPr>
          <p:nvPr/>
        </p:nvGrpSpPr>
        <p:grpSpPr bwMode="auto">
          <a:xfrm>
            <a:off x="7373938" y="3505200"/>
            <a:ext cx="1173162" cy="1187450"/>
            <a:chOff x="4663" y="2441"/>
            <a:chExt cx="739" cy="748"/>
          </a:xfrm>
        </p:grpSpPr>
        <p:sp>
          <p:nvSpPr>
            <p:cNvPr id="73771" name="Text Box 42">
              <a:extLst>
                <a:ext uri="{FF2B5EF4-FFF2-40B4-BE49-F238E27FC236}">
                  <a16:creationId xmlns:a16="http://schemas.microsoft.com/office/drawing/2014/main" id="{531B78E1-83FD-967B-9DAB-23D8E3588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441"/>
              <a:ext cx="739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</a:t>
              </a:r>
              <a:r>
                <a:rPr lang="en-US" altLang="zh-CN" sz="1800">
                  <a:latin typeface="Georgia" panose="02040502050405020303" pitchFamily="18" charset="0"/>
                </a:rPr>
                <a:t>2</a:t>
              </a:r>
              <a:r>
                <a:rPr lang="zh-CN" altLang="en-US" sz="1800">
                  <a:latin typeface="Georgia" panose="02040502050405020303" pitchFamily="18" charset="0"/>
                </a:rPr>
                <a:t>＝</a:t>
              </a: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r>
                <a:rPr lang="en-US" altLang="zh-CN" sz="1800">
                  <a:latin typeface="Georgia" panose="02040502050405020303" pitchFamily="18" charset="0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</a:t>
              </a:r>
              <a:r>
                <a:rPr lang="en-US" altLang="zh-CN" sz="1800">
                  <a:latin typeface="Georgia" panose="02040502050405020303" pitchFamily="18" charset="0"/>
                </a:rPr>
                <a:t>1</a:t>
              </a:r>
              <a:r>
                <a:rPr lang="zh-CN" altLang="en-US" sz="1800">
                  <a:latin typeface="Georgia" panose="02040502050405020303" pitchFamily="18" charset="0"/>
                </a:rPr>
                <a:t>＝</a:t>
              </a: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r>
                <a:rPr lang="en-US" altLang="zh-CN" sz="180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</a:t>
              </a:r>
              <a:r>
                <a:rPr lang="en-US" altLang="zh-CN" sz="1800">
                  <a:latin typeface="Georgia" panose="02040502050405020303" pitchFamily="18" charset="0"/>
                </a:rPr>
                <a:t>0</a:t>
              </a:r>
              <a:r>
                <a:rPr lang="zh-CN" altLang="en-US" sz="1800">
                  <a:latin typeface="Georgia" panose="02040502050405020303" pitchFamily="18" charset="0"/>
                </a:rPr>
                <a:t>＝</a:t>
              </a:r>
              <a:r>
                <a:rPr lang="en-US" altLang="zh-CN" sz="2400">
                  <a:latin typeface="Georgia" panose="02040502050405020303" pitchFamily="18" charset="0"/>
                </a:rPr>
                <a:t>Q</a:t>
              </a:r>
              <a:r>
                <a:rPr lang="en-US" altLang="zh-CN" sz="1800"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73772" name="Line 43">
              <a:extLst>
                <a:ext uri="{FF2B5EF4-FFF2-40B4-BE49-F238E27FC236}">
                  <a16:creationId xmlns:a16="http://schemas.microsoft.com/office/drawing/2014/main" id="{514BA425-94F4-B2C7-B769-8CDD1D585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4" y="295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085" name="Rectangle 45">
            <a:extLst>
              <a:ext uri="{FF2B5EF4-FFF2-40B4-BE49-F238E27FC236}">
                <a16:creationId xmlns:a16="http://schemas.microsoft.com/office/drawing/2014/main" id="{5B118A14-7908-044A-17D8-4D51361D9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2133600"/>
            <a:ext cx="7481887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例：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位格雷码计数器存在两个计数循环。触发器清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，可以计数格雷码序列。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1CECAE-15FF-B8D8-2ACC-462BEF24DAAE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2852738"/>
            <a:ext cx="6200775" cy="2862262"/>
            <a:chOff x="668338" y="2852738"/>
            <a:chExt cx="6200775" cy="2862262"/>
          </a:xfrm>
        </p:grpSpPr>
        <p:grpSp>
          <p:nvGrpSpPr>
            <p:cNvPr id="73736" name="Group 44">
              <a:extLst>
                <a:ext uri="{FF2B5EF4-FFF2-40B4-BE49-F238E27FC236}">
                  <a16:creationId xmlns:a16="http://schemas.microsoft.com/office/drawing/2014/main" id="{F02350F6-F42E-E93C-728A-AFEF4C4AA1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338" y="2852738"/>
              <a:ext cx="6200775" cy="2862262"/>
              <a:chOff x="510" y="1964"/>
              <a:chExt cx="3906" cy="1803"/>
            </a:xfrm>
          </p:grpSpPr>
          <p:sp>
            <p:nvSpPr>
              <p:cNvPr id="73740" name="Rectangle 5">
                <a:extLst>
                  <a:ext uri="{FF2B5EF4-FFF2-40B4-BE49-F238E27FC236}">
                    <a16:creationId xmlns:a16="http://schemas.microsoft.com/office/drawing/2014/main" id="{30F3C730-49D0-3DC6-505B-31BDD42C9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" y="281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3741" name="Line 7">
                <a:extLst>
                  <a:ext uri="{FF2B5EF4-FFF2-40B4-BE49-F238E27FC236}">
                    <a16:creationId xmlns:a16="http://schemas.microsoft.com/office/drawing/2014/main" id="{320CA612-B6C2-E32D-6943-1AE1F2B17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7" y="331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2" name="Line 8">
                <a:extLst>
                  <a:ext uri="{FF2B5EF4-FFF2-40B4-BE49-F238E27FC236}">
                    <a16:creationId xmlns:a16="http://schemas.microsoft.com/office/drawing/2014/main" id="{9C9CA1C6-4127-12EC-DAE3-0033DDFAC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7" y="240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3" name="Rectangle 10">
                <a:extLst>
                  <a:ext uri="{FF2B5EF4-FFF2-40B4-BE49-F238E27FC236}">
                    <a16:creationId xmlns:a16="http://schemas.microsoft.com/office/drawing/2014/main" id="{7A24CD7A-6F62-AABA-0E18-807CD28F8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" y="281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3744" name="Line 12">
                <a:extLst>
                  <a:ext uri="{FF2B5EF4-FFF2-40B4-BE49-F238E27FC236}">
                    <a16:creationId xmlns:a16="http://schemas.microsoft.com/office/drawing/2014/main" id="{A345ED8B-D1E5-B587-9330-BE7CF2E79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331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5" name="Line 13">
                <a:extLst>
                  <a:ext uri="{FF2B5EF4-FFF2-40B4-BE49-F238E27FC236}">
                    <a16:creationId xmlns:a16="http://schemas.microsoft.com/office/drawing/2014/main" id="{7D9368EC-7490-2D85-6E6A-9F0BA99B2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44" y="227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6" name="Rectangle 15">
                <a:extLst>
                  <a:ext uri="{FF2B5EF4-FFF2-40B4-BE49-F238E27FC236}">
                    <a16:creationId xmlns:a16="http://schemas.microsoft.com/office/drawing/2014/main" id="{38E8A689-3582-E707-9691-461A3FD5E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81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3747" name="Line 17">
                <a:extLst>
                  <a:ext uri="{FF2B5EF4-FFF2-40B4-BE49-F238E27FC236}">
                    <a16:creationId xmlns:a16="http://schemas.microsoft.com/office/drawing/2014/main" id="{A6EAA4EB-458A-3F70-78C8-E34AB0B85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1" y="331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8" name="Line 18">
                <a:extLst>
                  <a:ext uri="{FF2B5EF4-FFF2-40B4-BE49-F238E27FC236}">
                    <a16:creationId xmlns:a16="http://schemas.microsoft.com/office/drawing/2014/main" id="{BB6CD774-5A91-C59A-5F53-642B0C58EB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0" y="227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9" name="Line 19">
                <a:extLst>
                  <a:ext uri="{FF2B5EF4-FFF2-40B4-BE49-F238E27FC236}">
                    <a16:creationId xmlns:a16="http://schemas.microsoft.com/office/drawing/2014/main" id="{1DA8A12B-32CB-735C-D28C-5333AB8D2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314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0" name="Line 20">
                <a:extLst>
                  <a:ext uri="{FF2B5EF4-FFF2-40B4-BE49-F238E27FC236}">
                    <a16:creationId xmlns:a16="http://schemas.microsoft.com/office/drawing/2014/main" id="{216E596E-50D9-038A-3612-72FFF98D6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405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1" name="Line 21">
                <a:extLst>
                  <a:ext uri="{FF2B5EF4-FFF2-40B4-BE49-F238E27FC236}">
                    <a16:creationId xmlns:a16="http://schemas.microsoft.com/office/drawing/2014/main" id="{022F576B-DD04-CF27-7773-D31B4500B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" y="3495"/>
                <a:ext cx="29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2" name="Text Box 22">
                <a:extLst>
                  <a:ext uri="{FF2B5EF4-FFF2-40B4-BE49-F238E27FC236}">
                    <a16:creationId xmlns:a16="http://schemas.microsoft.com/office/drawing/2014/main" id="{9D936890-3EFA-E999-D8F4-BC9D08600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" y="3218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73753" name="Line 23">
                <a:extLst>
                  <a:ext uri="{FF2B5EF4-FFF2-40B4-BE49-F238E27FC236}">
                    <a16:creationId xmlns:a16="http://schemas.microsoft.com/office/drawing/2014/main" id="{5986EBB9-E112-182A-3890-4812F35AD4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5" y="3314"/>
                <a:ext cx="0" cy="1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4" name="Line 24">
                <a:extLst>
                  <a:ext uri="{FF2B5EF4-FFF2-40B4-BE49-F238E27FC236}">
                    <a16:creationId xmlns:a16="http://schemas.microsoft.com/office/drawing/2014/main" id="{2B5DE2E9-8820-FC6E-41CF-BFC9E98B0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5" y="3415"/>
                <a:ext cx="4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5" name="Line 25">
                <a:extLst>
                  <a:ext uri="{FF2B5EF4-FFF2-40B4-BE49-F238E27FC236}">
                    <a16:creationId xmlns:a16="http://schemas.microsoft.com/office/drawing/2014/main" id="{E3AB62DA-9975-6557-F134-86CF2A12E1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" y="3279"/>
                <a:ext cx="0" cy="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6" name="Line 26">
                <a:extLst>
                  <a:ext uri="{FF2B5EF4-FFF2-40B4-BE49-F238E27FC236}">
                    <a16:creationId xmlns:a16="http://schemas.microsoft.com/office/drawing/2014/main" id="{533F85F4-660E-5916-40B9-E5C420D239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" y="3767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7" name="Line 27">
                <a:extLst>
                  <a:ext uri="{FF2B5EF4-FFF2-40B4-BE49-F238E27FC236}">
                    <a16:creationId xmlns:a16="http://schemas.microsoft.com/office/drawing/2014/main" id="{AB481713-8CEA-E02B-92B5-DB7FD69EF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9" y="2543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8" name="Line 28">
                <a:extLst>
                  <a:ext uri="{FF2B5EF4-FFF2-40B4-BE49-F238E27FC236}">
                    <a16:creationId xmlns:a16="http://schemas.microsoft.com/office/drawing/2014/main" id="{21A8C005-8012-655D-F149-A18A8546A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9" y="2543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9" name="Line 29">
                <a:extLst>
                  <a:ext uri="{FF2B5EF4-FFF2-40B4-BE49-F238E27FC236}">
                    <a16:creationId xmlns:a16="http://schemas.microsoft.com/office/drawing/2014/main" id="{4B11928E-739B-EC4C-907B-3E2BF7A38F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2407"/>
                <a:ext cx="0" cy="13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60" name="Line 30">
                <a:extLst>
                  <a:ext uri="{FF2B5EF4-FFF2-40B4-BE49-F238E27FC236}">
                    <a16:creationId xmlns:a16="http://schemas.microsoft.com/office/drawing/2014/main" id="{6E54AE7B-88D0-20E3-A504-26DE5EB20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9" y="2400"/>
                <a:ext cx="33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61" name="Line 31">
                <a:extLst>
                  <a:ext uri="{FF2B5EF4-FFF2-40B4-BE49-F238E27FC236}">
                    <a16:creationId xmlns:a16="http://schemas.microsoft.com/office/drawing/2014/main" id="{85D1CF96-123B-04F5-7126-FE339D2CA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1" y="227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73762" name="Picture 32" descr="dot">
                <a:extLst>
                  <a:ext uri="{FF2B5EF4-FFF2-40B4-BE49-F238E27FC236}">
                    <a16:creationId xmlns:a16="http://schemas.microsoft.com/office/drawing/2014/main" id="{5B7AAF70-E5DC-1108-BF70-7266848D26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9" y="2664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763" name="Picture 33" descr="dot">
                <a:extLst>
                  <a:ext uri="{FF2B5EF4-FFF2-40B4-BE49-F238E27FC236}">
                    <a16:creationId xmlns:a16="http://schemas.microsoft.com/office/drawing/2014/main" id="{1A6EB142-D1D3-EE95-B26B-869CACD8A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36" y="2528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764" name="Picture 34" descr="dot">
                <a:extLst>
                  <a:ext uri="{FF2B5EF4-FFF2-40B4-BE49-F238E27FC236}">
                    <a16:creationId xmlns:a16="http://schemas.microsoft.com/office/drawing/2014/main" id="{FBD55996-89A4-3831-5ABA-08813663EE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1" y="348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765" name="Picture 35" descr="dot">
                <a:extLst>
                  <a:ext uri="{FF2B5EF4-FFF2-40B4-BE49-F238E27FC236}">
                    <a16:creationId xmlns:a16="http://schemas.microsoft.com/office/drawing/2014/main" id="{2B28F9B2-2677-B0C4-EBC2-A86F8276E2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3" y="348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766" name="Text Box 36">
                <a:extLst>
                  <a:ext uri="{FF2B5EF4-FFF2-40B4-BE49-F238E27FC236}">
                    <a16:creationId xmlns:a16="http://schemas.microsoft.com/office/drawing/2014/main" id="{6910AFAA-230D-956C-BBAF-01280F8D9E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7" y="1964"/>
                <a:ext cx="33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r>
                  <a:rPr lang="en-US" altLang="zh-CN" sz="1800">
                    <a:latin typeface="Georgia" panose="02040502050405020303" pitchFamily="18" charset="0"/>
                  </a:rPr>
                  <a:t>2</a:t>
                </a:r>
              </a:p>
            </p:txBody>
          </p:sp>
          <p:sp>
            <p:nvSpPr>
              <p:cNvPr id="73767" name="Text Box 37">
                <a:extLst>
                  <a:ext uri="{FF2B5EF4-FFF2-40B4-BE49-F238E27FC236}">
                    <a16:creationId xmlns:a16="http://schemas.microsoft.com/office/drawing/2014/main" id="{6FA536FC-75B4-8FC7-D8DF-97C1DB14A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5" y="1964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r>
                  <a:rPr lang="en-US" altLang="zh-CN" sz="1800">
                    <a:latin typeface="Georgia" panose="02040502050405020303" pitchFamily="18" charset="0"/>
                  </a:rPr>
                  <a:t>1</a:t>
                </a:r>
              </a:p>
            </p:txBody>
          </p:sp>
          <p:sp>
            <p:nvSpPr>
              <p:cNvPr id="73768" name="Text Box 38">
                <a:extLst>
                  <a:ext uri="{FF2B5EF4-FFF2-40B4-BE49-F238E27FC236}">
                    <a16:creationId xmlns:a16="http://schemas.microsoft.com/office/drawing/2014/main" id="{103676AC-CA6F-1C8C-9C81-CF518A0407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9" y="1964"/>
                <a:ext cx="3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  <a:r>
                  <a:rPr lang="en-US" altLang="zh-CN" sz="1800">
                    <a:latin typeface="Georgia" panose="02040502050405020303" pitchFamily="18" charset="0"/>
                  </a:rPr>
                  <a:t>0</a:t>
                </a:r>
              </a:p>
            </p:txBody>
          </p:sp>
          <p:sp>
            <p:nvSpPr>
              <p:cNvPr id="73769" name="Line 39">
                <a:extLst>
                  <a:ext uri="{FF2B5EF4-FFF2-40B4-BE49-F238E27FC236}">
                    <a16:creationId xmlns:a16="http://schemas.microsoft.com/office/drawing/2014/main" id="{FBC374A8-5475-E855-BEF3-4C4467A89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64" y="2689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70" name="Line 40">
                <a:extLst>
                  <a:ext uri="{FF2B5EF4-FFF2-40B4-BE49-F238E27FC236}">
                    <a16:creationId xmlns:a16="http://schemas.microsoft.com/office/drawing/2014/main" id="{993D7810-CA88-408D-5E9E-F3863257F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4" y="2689"/>
                <a:ext cx="0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3737" name="文本框 1">
              <a:extLst>
                <a:ext uri="{FF2B5EF4-FFF2-40B4-BE49-F238E27FC236}">
                  <a16:creationId xmlns:a16="http://schemas.microsoft.com/office/drawing/2014/main" id="{E1B1A702-9EFA-9BA3-1A73-054156CD0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81" y="4170779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  <p:sp>
          <p:nvSpPr>
            <p:cNvPr id="73738" name="文本框 48">
              <a:extLst>
                <a:ext uri="{FF2B5EF4-FFF2-40B4-BE49-F238E27FC236}">
                  <a16:creationId xmlns:a16="http://schemas.microsoft.com/office/drawing/2014/main" id="{6DA09910-6435-58A2-E1D5-1442576E8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0963" y="4205750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  <p:sp>
          <p:nvSpPr>
            <p:cNvPr id="73739" name="文本框 49">
              <a:extLst>
                <a:ext uri="{FF2B5EF4-FFF2-40B4-BE49-F238E27FC236}">
                  <a16:creationId xmlns:a16="http://schemas.microsoft.com/office/drawing/2014/main" id="{BDDBB9F2-3E4A-54A9-9C35-AB870E3D1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981" y="4205750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5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86" name="Rectangle 22">
            <a:extLst>
              <a:ext uri="{FF2B5EF4-FFF2-40B4-BE49-F238E27FC236}">
                <a16:creationId xmlns:a16="http://schemas.microsoft.com/office/drawing/2014/main" id="{268473B8-D967-A902-DF8C-046707D6A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28066" name="Rectangle 2">
            <a:extLst>
              <a:ext uri="{FF2B5EF4-FFF2-40B4-BE49-F238E27FC236}">
                <a16:creationId xmlns:a16="http://schemas.microsoft.com/office/drawing/2014/main" id="{746C5B84-2B5D-D6FF-DD58-36F1FC0378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8025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设计计数器时要注意的问题</a:t>
            </a:r>
          </a:p>
          <a:p>
            <a:pPr lvl="1" eaLnBrk="1" hangingPunct="1">
              <a:defRPr/>
            </a:pPr>
            <a:r>
              <a:rPr lang="zh-CN" altLang="en-US" dirty="0"/>
              <a:t>计数器的自启动设计：</a:t>
            </a:r>
            <a:r>
              <a:rPr lang="en-US" altLang="zh-CN" b="1" dirty="0"/>
              <a:t>3</a:t>
            </a:r>
            <a:r>
              <a:rPr lang="zh-CN" altLang="en-US" b="1" dirty="0"/>
              <a:t>位格雷码计数器存在两个计数循环</a:t>
            </a:r>
            <a:endParaRPr lang="zh-CN" altLang="en-US" dirty="0"/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26" name="灯片编号占位符 5">
            <a:extLst>
              <a:ext uri="{FF2B5EF4-FFF2-40B4-BE49-F238E27FC236}">
                <a16:creationId xmlns:a16="http://schemas.microsoft.com/office/drawing/2014/main" id="{9FD472FD-CA6A-C740-9B8E-4A6AE680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775" y="6232525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DFC991F-EFF1-48B1-B9BC-B650E5B7935A}" type="slidenum">
              <a:rPr lang="en-US" altLang="zh-CN" sz="1000" smtClean="0"/>
              <a:pPr>
                <a:defRPr/>
              </a:pPr>
              <a:t>63</a:t>
            </a:fld>
            <a:endParaRPr lang="en-US" altLang="zh-CN" sz="1000"/>
          </a:p>
        </p:txBody>
      </p:sp>
      <p:grpSp>
        <p:nvGrpSpPr>
          <p:cNvPr id="728067" name="Group 3">
            <a:extLst>
              <a:ext uri="{FF2B5EF4-FFF2-40B4-BE49-F238E27FC236}">
                <a16:creationId xmlns:a16="http://schemas.microsoft.com/office/drawing/2014/main" id="{31E288AF-AA40-9C7D-5C80-FDC29436D65E}"/>
              </a:ext>
            </a:extLst>
          </p:cNvPr>
          <p:cNvGrpSpPr>
            <a:grpSpLocks/>
          </p:cNvGrpSpPr>
          <p:nvPr/>
        </p:nvGrpSpPr>
        <p:grpSpPr bwMode="auto">
          <a:xfrm>
            <a:off x="1622425" y="2279650"/>
            <a:ext cx="4752975" cy="1368425"/>
            <a:chOff x="990" y="1840"/>
            <a:chExt cx="2994" cy="862"/>
          </a:xfrm>
        </p:grpSpPr>
        <p:sp>
          <p:nvSpPr>
            <p:cNvPr id="74765" name="Rectangle 4">
              <a:extLst>
                <a:ext uri="{FF2B5EF4-FFF2-40B4-BE49-F238E27FC236}">
                  <a16:creationId xmlns:a16="http://schemas.microsoft.com/office/drawing/2014/main" id="{FA122B28-EBFF-8210-9EA8-0AA623B98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" y="184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000</a:t>
              </a:r>
            </a:p>
          </p:txBody>
        </p:sp>
        <p:sp>
          <p:nvSpPr>
            <p:cNvPr id="74766" name="Rectangle 5">
              <a:extLst>
                <a:ext uri="{FF2B5EF4-FFF2-40B4-BE49-F238E27FC236}">
                  <a16:creationId xmlns:a16="http://schemas.microsoft.com/office/drawing/2014/main" id="{97380A2C-672B-7F0F-EABB-6235F5DE3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84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001</a:t>
              </a:r>
            </a:p>
          </p:txBody>
        </p:sp>
        <p:sp>
          <p:nvSpPr>
            <p:cNvPr id="74767" name="Rectangle 6">
              <a:extLst>
                <a:ext uri="{FF2B5EF4-FFF2-40B4-BE49-F238E27FC236}">
                  <a16:creationId xmlns:a16="http://schemas.microsoft.com/office/drawing/2014/main" id="{0FCF66E8-E8B9-8DA9-52EA-9EC0E2D5A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4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110</a:t>
              </a:r>
            </a:p>
          </p:txBody>
        </p:sp>
        <p:sp>
          <p:nvSpPr>
            <p:cNvPr id="74768" name="Rectangle 7">
              <a:extLst>
                <a:ext uri="{FF2B5EF4-FFF2-40B4-BE49-F238E27FC236}">
                  <a16:creationId xmlns:a16="http://schemas.microsoft.com/office/drawing/2014/main" id="{8EFCA679-056F-5E4B-FC17-E9D275997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4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111</a:t>
              </a:r>
            </a:p>
          </p:txBody>
        </p:sp>
        <p:sp>
          <p:nvSpPr>
            <p:cNvPr id="74769" name="Rectangle 8">
              <a:extLst>
                <a:ext uri="{FF2B5EF4-FFF2-40B4-BE49-F238E27FC236}">
                  <a16:creationId xmlns:a16="http://schemas.microsoft.com/office/drawing/2014/main" id="{1205C184-8615-ABCD-3EF4-4FE0A6829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184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011</a:t>
              </a:r>
            </a:p>
          </p:txBody>
        </p:sp>
        <p:sp>
          <p:nvSpPr>
            <p:cNvPr id="74770" name="Rectangle 9">
              <a:extLst>
                <a:ext uri="{FF2B5EF4-FFF2-40B4-BE49-F238E27FC236}">
                  <a16:creationId xmlns:a16="http://schemas.microsoft.com/office/drawing/2014/main" id="{ADE0A2E9-7D2D-A1FE-3981-D37559891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" y="24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100</a:t>
              </a:r>
            </a:p>
          </p:txBody>
        </p:sp>
        <p:sp>
          <p:nvSpPr>
            <p:cNvPr id="74771" name="Line 10">
              <a:extLst>
                <a:ext uri="{FF2B5EF4-FFF2-40B4-BE49-F238E27FC236}">
                  <a16:creationId xmlns:a16="http://schemas.microsoft.com/office/drawing/2014/main" id="{F06C1D8A-C184-BC5A-7335-A939D5FA00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1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2" name="Line 11">
              <a:extLst>
                <a:ext uri="{FF2B5EF4-FFF2-40B4-BE49-F238E27FC236}">
                  <a16:creationId xmlns:a16="http://schemas.microsoft.com/office/drawing/2014/main" id="{E2942675-C931-0880-EC94-494E27D40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5" y="197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3" name="Line 12">
              <a:extLst>
                <a:ext uri="{FF2B5EF4-FFF2-40B4-BE49-F238E27FC236}">
                  <a16:creationId xmlns:a16="http://schemas.microsoft.com/office/drawing/2014/main" id="{8C7BF1E0-1FD4-457E-F023-7F17D685E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8" y="2566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4" name="Line 13">
              <a:extLst>
                <a:ext uri="{FF2B5EF4-FFF2-40B4-BE49-F238E27FC236}">
                  <a16:creationId xmlns:a16="http://schemas.microsoft.com/office/drawing/2014/main" id="{CCC0A396-0B60-5907-C7AB-32797225E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5" y="197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5" name="Line 14">
              <a:extLst>
                <a:ext uri="{FF2B5EF4-FFF2-40B4-BE49-F238E27FC236}">
                  <a16:creationId xmlns:a16="http://schemas.microsoft.com/office/drawing/2014/main" id="{B436C669-932C-D9E6-F99E-23769E2A3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7" y="211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6" name="Line 15">
              <a:extLst>
                <a:ext uri="{FF2B5EF4-FFF2-40B4-BE49-F238E27FC236}">
                  <a16:creationId xmlns:a16="http://schemas.microsoft.com/office/drawing/2014/main" id="{F7486BA6-AEF2-FE41-DE00-B7022AC719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9" y="2566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8080" name="Group 16">
            <a:extLst>
              <a:ext uri="{FF2B5EF4-FFF2-40B4-BE49-F238E27FC236}">
                <a16:creationId xmlns:a16="http://schemas.microsoft.com/office/drawing/2014/main" id="{A8E4CFDB-696C-BF6C-B5FE-5AAB86A30E01}"/>
              </a:ext>
            </a:extLst>
          </p:cNvPr>
          <p:cNvGrpSpPr>
            <a:grpSpLocks/>
          </p:cNvGrpSpPr>
          <p:nvPr/>
        </p:nvGrpSpPr>
        <p:grpSpPr bwMode="auto">
          <a:xfrm>
            <a:off x="1698625" y="3829050"/>
            <a:ext cx="2879725" cy="431800"/>
            <a:chOff x="963" y="3088"/>
            <a:chExt cx="1814" cy="272"/>
          </a:xfrm>
        </p:grpSpPr>
        <p:sp>
          <p:nvSpPr>
            <p:cNvPr id="74761" name="Rectangle 17">
              <a:extLst>
                <a:ext uri="{FF2B5EF4-FFF2-40B4-BE49-F238E27FC236}">
                  <a16:creationId xmlns:a16="http://schemas.microsoft.com/office/drawing/2014/main" id="{B716A799-E325-AE53-73E0-45FCE22E3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308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010</a:t>
              </a:r>
            </a:p>
          </p:txBody>
        </p:sp>
        <p:sp>
          <p:nvSpPr>
            <p:cNvPr id="74762" name="Rectangle 18">
              <a:extLst>
                <a:ext uri="{FF2B5EF4-FFF2-40B4-BE49-F238E27FC236}">
                  <a16:creationId xmlns:a16="http://schemas.microsoft.com/office/drawing/2014/main" id="{A439E43D-D5BC-0F39-6B76-2212BE73E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" y="308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101</a:t>
              </a:r>
            </a:p>
          </p:txBody>
        </p:sp>
        <p:sp>
          <p:nvSpPr>
            <p:cNvPr id="74763" name="Line 19">
              <a:extLst>
                <a:ext uri="{FF2B5EF4-FFF2-40B4-BE49-F238E27FC236}">
                  <a16:creationId xmlns:a16="http://schemas.microsoft.com/office/drawing/2014/main" id="{32C37BA0-F70B-EDCB-6C45-8316E90DD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3178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4" name="Line 20">
              <a:extLst>
                <a:ext uri="{FF2B5EF4-FFF2-40B4-BE49-F238E27FC236}">
                  <a16:creationId xmlns:a16="http://schemas.microsoft.com/office/drawing/2014/main" id="{CDA92E0B-7480-E455-045F-1BB712FE7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2" y="3315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8087" name="Rectangle 23">
            <a:extLst>
              <a:ext uri="{FF2B5EF4-FFF2-40B4-BE49-F238E27FC236}">
                <a16:creationId xmlns:a16="http://schemas.microsoft.com/office/drawing/2014/main" id="{E434C1BA-7965-DFC3-2F1C-8A100C557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4337050"/>
            <a:ext cx="8153400" cy="749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如果初始状态为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或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，则该计数器不能完成正常的计数功能，就需要修正设计。</a:t>
            </a:r>
          </a:p>
        </p:txBody>
      </p:sp>
      <p:sp>
        <p:nvSpPr>
          <p:cNvPr id="728091" name="Rectangle 27">
            <a:extLst>
              <a:ext uri="{FF2B5EF4-FFF2-40B4-BE49-F238E27FC236}">
                <a16:creationId xmlns:a16="http://schemas.microsoft.com/office/drawing/2014/main" id="{AD2662F0-7A30-6DFD-B8D7-20F6D8402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5175250"/>
            <a:ext cx="53673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触发器清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，可以计数格雷码序列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87" grpId="0" autoUpdateAnimBg="0"/>
      <p:bldP spid="728091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52" name="Rectangle 40">
            <a:extLst>
              <a:ext uri="{FF2B5EF4-FFF2-40B4-BE49-F238E27FC236}">
                <a16:creationId xmlns:a16="http://schemas.microsoft.com/office/drawing/2014/main" id="{DD7FCB2E-7B4D-3405-C900-31F2ACF29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30153" name="Rectangle 41">
            <a:extLst>
              <a:ext uri="{FF2B5EF4-FFF2-40B4-BE49-F238E27FC236}">
                <a16:creationId xmlns:a16="http://schemas.microsoft.com/office/drawing/2014/main" id="{AEAB941C-CCAB-1B9A-F2B1-58CA32C2A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设计计数器时要注意的问题</a:t>
            </a:r>
          </a:p>
          <a:p>
            <a:pPr lvl="1" eaLnBrk="1" hangingPunct="1">
              <a:defRPr/>
            </a:pPr>
            <a:r>
              <a:rPr lang="zh-CN" altLang="en-US"/>
              <a:t>修正方法：将计数循环之外的状态修改后，自动进入计数循环。</a:t>
            </a:r>
          </a:p>
        </p:txBody>
      </p:sp>
      <p:sp>
        <p:nvSpPr>
          <p:cNvPr id="44" name="灯片编号占位符 5">
            <a:extLst>
              <a:ext uri="{FF2B5EF4-FFF2-40B4-BE49-F238E27FC236}">
                <a16:creationId xmlns:a16="http://schemas.microsoft.com/office/drawing/2014/main" id="{3CA2575D-03CD-8C4B-CBD2-0CC98997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48475" y="624205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718341E-B4CF-43AD-9A5E-3807556CAF7D}" type="slidenum">
              <a:rPr lang="en-US" altLang="zh-CN" sz="1000" smtClean="0"/>
              <a:pPr>
                <a:defRPr/>
              </a:pPr>
              <a:t>64</a:t>
            </a:fld>
            <a:endParaRPr lang="en-US" altLang="zh-CN" sz="1000"/>
          </a:p>
        </p:txBody>
      </p:sp>
      <p:grpSp>
        <p:nvGrpSpPr>
          <p:cNvPr id="730114" name="Group 2">
            <a:extLst>
              <a:ext uri="{FF2B5EF4-FFF2-40B4-BE49-F238E27FC236}">
                <a16:creationId xmlns:a16="http://schemas.microsoft.com/office/drawing/2014/main" id="{4D6E9AB8-D6AE-6A22-E14D-264A8D3E05EB}"/>
              </a:ext>
            </a:extLst>
          </p:cNvPr>
          <p:cNvGrpSpPr>
            <a:grpSpLocks/>
          </p:cNvGrpSpPr>
          <p:nvPr/>
        </p:nvGrpSpPr>
        <p:grpSpPr bwMode="auto">
          <a:xfrm>
            <a:off x="969963" y="2836863"/>
            <a:ext cx="2592387" cy="433387"/>
            <a:chOff x="612" y="2127"/>
            <a:chExt cx="1633" cy="273"/>
          </a:xfrm>
        </p:grpSpPr>
        <p:sp>
          <p:nvSpPr>
            <p:cNvPr id="76839" name="Rectangle 3">
              <a:extLst>
                <a:ext uri="{FF2B5EF4-FFF2-40B4-BE49-F238E27FC236}">
                  <a16:creationId xmlns:a16="http://schemas.microsoft.com/office/drawing/2014/main" id="{B1E10102-0647-CB50-1987-8CEC328F8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127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101</a:t>
              </a:r>
            </a:p>
          </p:txBody>
        </p:sp>
        <p:sp>
          <p:nvSpPr>
            <p:cNvPr id="76840" name="Rectangle 4">
              <a:extLst>
                <a:ext uri="{FF2B5EF4-FFF2-40B4-BE49-F238E27FC236}">
                  <a16:creationId xmlns:a16="http://schemas.microsoft.com/office/drawing/2014/main" id="{7A97AE65-D96E-8397-B26D-B4450F992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010</a:t>
              </a:r>
            </a:p>
          </p:txBody>
        </p:sp>
        <p:sp>
          <p:nvSpPr>
            <p:cNvPr id="76841" name="Line 5">
              <a:extLst>
                <a:ext uri="{FF2B5EF4-FFF2-40B4-BE49-F238E27FC236}">
                  <a16:creationId xmlns:a16="http://schemas.microsoft.com/office/drawing/2014/main" id="{109A2F63-E297-D57E-93DD-F23458D36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26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2" name="Line 6">
              <a:extLst>
                <a:ext uri="{FF2B5EF4-FFF2-40B4-BE49-F238E27FC236}">
                  <a16:creationId xmlns:a16="http://schemas.microsoft.com/office/drawing/2014/main" id="{27975CEA-1BF6-50B6-C9F7-A9BDE4AEF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3" y="226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0119" name="Rectangle 7">
            <a:extLst>
              <a:ext uri="{FF2B5EF4-FFF2-40B4-BE49-F238E27FC236}">
                <a16:creationId xmlns:a16="http://schemas.microsoft.com/office/drawing/2014/main" id="{07FD3298-BA78-A4B9-3736-C5903C761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3" y="3346450"/>
            <a:ext cx="6408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能够自行进入工作循环的</a:t>
            </a:r>
            <a:r>
              <a:rPr lang="en-US" altLang="zh-CN" sz="2400" b="1">
                <a:latin typeface="Georgia" panose="02040502050405020303" pitchFamily="18" charset="0"/>
              </a:rPr>
              <a:t>3</a:t>
            </a:r>
            <a:r>
              <a:rPr lang="zh-CN" altLang="en-US" sz="2400" b="1">
                <a:latin typeface="Georgia" panose="02040502050405020303" pitchFamily="18" charset="0"/>
              </a:rPr>
              <a:t>位格雷码计数器</a:t>
            </a:r>
          </a:p>
        </p:txBody>
      </p:sp>
      <p:grpSp>
        <p:nvGrpSpPr>
          <p:cNvPr id="730120" name="Group 8">
            <a:extLst>
              <a:ext uri="{FF2B5EF4-FFF2-40B4-BE49-F238E27FC236}">
                <a16:creationId xmlns:a16="http://schemas.microsoft.com/office/drawing/2014/main" id="{560B73B1-1248-993F-B053-022EABC4C01C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3822700"/>
            <a:ext cx="1366838" cy="1296988"/>
            <a:chOff x="1233" y="2748"/>
            <a:chExt cx="861" cy="817"/>
          </a:xfrm>
        </p:grpSpPr>
        <p:sp>
          <p:nvSpPr>
            <p:cNvPr id="76835" name="Rectangle 9">
              <a:extLst>
                <a:ext uri="{FF2B5EF4-FFF2-40B4-BE49-F238E27FC236}">
                  <a16:creationId xmlns:a16="http://schemas.microsoft.com/office/drawing/2014/main" id="{5D765E9F-B010-D271-53BA-458F2BC3F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274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101</a:t>
              </a:r>
            </a:p>
          </p:txBody>
        </p:sp>
        <p:sp>
          <p:nvSpPr>
            <p:cNvPr id="76836" name="Rectangle 10">
              <a:extLst>
                <a:ext uri="{FF2B5EF4-FFF2-40B4-BE49-F238E27FC236}">
                  <a16:creationId xmlns:a16="http://schemas.microsoft.com/office/drawing/2014/main" id="{BDA3825A-72EC-72C1-9B47-FF059F2DC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93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010</a:t>
              </a:r>
            </a:p>
          </p:txBody>
        </p:sp>
        <p:sp>
          <p:nvSpPr>
            <p:cNvPr id="76837" name="Line 11">
              <a:extLst>
                <a:ext uri="{FF2B5EF4-FFF2-40B4-BE49-F238E27FC236}">
                  <a16:creationId xmlns:a16="http://schemas.microsoft.com/office/drawing/2014/main" id="{8C9C3920-2F7F-B099-C966-4C6282B65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" y="3156"/>
              <a:ext cx="226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6838" name="Line 12">
              <a:extLst>
                <a:ext uri="{FF2B5EF4-FFF2-40B4-BE49-F238E27FC236}">
                  <a16:creationId xmlns:a16="http://schemas.microsoft.com/office/drawing/2014/main" id="{CA5DE650-3CD1-DF2E-C78E-7FE8BD862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" y="2839"/>
              <a:ext cx="226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30125" name="Text Box 13">
            <a:extLst>
              <a:ext uri="{FF2B5EF4-FFF2-40B4-BE49-F238E27FC236}">
                <a16:creationId xmlns:a16="http://schemas.microsoft.com/office/drawing/2014/main" id="{C49CD693-90FB-3D7D-B93D-088E27424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5503863"/>
            <a:ext cx="69119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如果按照这个状态图设计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电路结构会简单吗？</a:t>
            </a:r>
          </a:p>
        </p:txBody>
      </p:sp>
      <p:grpSp>
        <p:nvGrpSpPr>
          <p:cNvPr id="730126" name="Group 14">
            <a:extLst>
              <a:ext uri="{FF2B5EF4-FFF2-40B4-BE49-F238E27FC236}">
                <a16:creationId xmlns:a16="http://schemas.microsoft.com/office/drawing/2014/main" id="{7CD35E0B-7A89-EEC0-136C-2BA198BB9325}"/>
              </a:ext>
            </a:extLst>
          </p:cNvPr>
          <p:cNvGrpSpPr>
            <a:grpSpLocks/>
          </p:cNvGrpSpPr>
          <p:nvPr/>
        </p:nvGrpSpPr>
        <p:grpSpPr bwMode="auto">
          <a:xfrm>
            <a:off x="3633788" y="1901825"/>
            <a:ext cx="4752975" cy="1368425"/>
            <a:chOff x="2290" y="1538"/>
            <a:chExt cx="2994" cy="862"/>
          </a:xfrm>
        </p:grpSpPr>
        <p:sp>
          <p:nvSpPr>
            <p:cNvPr id="76823" name="Rectangle 15">
              <a:extLst>
                <a:ext uri="{FF2B5EF4-FFF2-40B4-BE49-F238E27FC236}">
                  <a16:creationId xmlns:a16="http://schemas.microsoft.com/office/drawing/2014/main" id="{9FEBF189-828B-719E-C22A-E596626C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153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000</a:t>
              </a:r>
            </a:p>
          </p:txBody>
        </p:sp>
        <p:sp>
          <p:nvSpPr>
            <p:cNvPr id="76824" name="Rectangle 16">
              <a:extLst>
                <a:ext uri="{FF2B5EF4-FFF2-40B4-BE49-F238E27FC236}">
                  <a16:creationId xmlns:a16="http://schemas.microsoft.com/office/drawing/2014/main" id="{08B76F23-0D8F-7CFF-1292-EB701552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53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100</a:t>
              </a:r>
            </a:p>
          </p:txBody>
        </p:sp>
        <p:sp>
          <p:nvSpPr>
            <p:cNvPr id="76825" name="Rectangle 17">
              <a:extLst>
                <a:ext uri="{FF2B5EF4-FFF2-40B4-BE49-F238E27FC236}">
                  <a16:creationId xmlns:a16="http://schemas.microsoft.com/office/drawing/2014/main" id="{84E047EE-F8CF-1CE9-ACF5-228D771F3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011</a:t>
              </a:r>
            </a:p>
          </p:txBody>
        </p:sp>
        <p:sp>
          <p:nvSpPr>
            <p:cNvPr id="76826" name="Rectangle 18">
              <a:extLst>
                <a:ext uri="{FF2B5EF4-FFF2-40B4-BE49-F238E27FC236}">
                  <a16:creationId xmlns:a16="http://schemas.microsoft.com/office/drawing/2014/main" id="{92D0CC30-3BCE-F6EA-2338-E7B363EB8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111</a:t>
              </a:r>
            </a:p>
          </p:txBody>
        </p:sp>
        <p:sp>
          <p:nvSpPr>
            <p:cNvPr id="76827" name="Rectangle 19">
              <a:extLst>
                <a:ext uri="{FF2B5EF4-FFF2-40B4-BE49-F238E27FC236}">
                  <a16:creationId xmlns:a16="http://schemas.microsoft.com/office/drawing/2014/main" id="{AA29C7E9-19D6-175F-915C-ABAB170C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153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110</a:t>
              </a:r>
            </a:p>
          </p:txBody>
        </p:sp>
        <p:sp>
          <p:nvSpPr>
            <p:cNvPr id="76828" name="Rectangle 20">
              <a:extLst>
                <a:ext uri="{FF2B5EF4-FFF2-40B4-BE49-F238E27FC236}">
                  <a16:creationId xmlns:a16="http://schemas.microsoft.com/office/drawing/2014/main" id="{D6830A9E-1F1D-9562-D185-0E313A689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001</a:t>
              </a:r>
            </a:p>
          </p:txBody>
        </p:sp>
        <p:sp>
          <p:nvSpPr>
            <p:cNvPr id="76829" name="Line 21">
              <a:extLst>
                <a:ext uri="{FF2B5EF4-FFF2-40B4-BE49-F238E27FC236}">
                  <a16:creationId xmlns:a16="http://schemas.microsoft.com/office/drawing/2014/main" id="{F33B23B2-C0D6-61B8-7D35-11B3CE2471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8" y="1810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0" name="Line 22">
              <a:extLst>
                <a:ext uri="{FF2B5EF4-FFF2-40B4-BE49-F238E27FC236}">
                  <a16:creationId xmlns:a16="http://schemas.microsoft.com/office/drawing/2014/main" id="{1C7385EA-E39A-F516-213C-78EA287E6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74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1" name="Line 23">
              <a:extLst>
                <a:ext uri="{FF2B5EF4-FFF2-40B4-BE49-F238E27FC236}">
                  <a16:creationId xmlns:a16="http://schemas.microsoft.com/office/drawing/2014/main" id="{03A6D058-BE05-E571-E8C9-C3084B03F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674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2" name="Line 24">
              <a:extLst>
                <a:ext uri="{FF2B5EF4-FFF2-40B4-BE49-F238E27FC236}">
                  <a16:creationId xmlns:a16="http://schemas.microsoft.com/office/drawing/2014/main" id="{9A8CF222-3371-2E0C-8C8B-7984B7744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810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3" name="Line 25">
              <a:extLst>
                <a:ext uri="{FF2B5EF4-FFF2-40B4-BE49-F238E27FC236}">
                  <a16:creationId xmlns:a16="http://schemas.microsoft.com/office/drawing/2014/main" id="{EEEA2349-E5E9-AF40-94ED-DF06EB76D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5" y="226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6834" name="Line 26">
              <a:extLst>
                <a:ext uri="{FF2B5EF4-FFF2-40B4-BE49-F238E27FC236}">
                  <a16:creationId xmlns:a16="http://schemas.microsoft.com/office/drawing/2014/main" id="{C12DDCC1-D90A-A06A-2B6F-C7225C93A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5" y="226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30139" name="Group 27">
            <a:extLst>
              <a:ext uri="{FF2B5EF4-FFF2-40B4-BE49-F238E27FC236}">
                <a16:creationId xmlns:a16="http://schemas.microsoft.com/office/drawing/2014/main" id="{E5909365-81AB-67B8-9E24-F045A3D43946}"/>
              </a:ext>
            </a:extLst>
          </p:cNvPr>
          <p:cNvGrpSpPr>
            <a:grpSpLocks/>
          </p:cNvGrpSpPr>
          <p:nvPr/>
        </p:nvGrpSpPr>
        <p:grpSpPr bwMode="auto">
          <a:xfrm>
            <a:off x="3322638" y="4111625"/>
            <a:ext cx="4752975" cy="1368425"/>
            <a:chOff x="2094" y="2930"/>
            <a:chExt cx="2994" cy="862"/>
          </a:xfrm>
        </p:grpSpPr>
        <p:sp>
          <p:nvSpPr>
            <p:cNvPr id="76811" name="Rectangle 28">
              <a:extLst>
                <a:ext uri="{FF2B5EF4-FFF2-40B4-BE49-F238E27FC236}">
                  <a16:creationId xmlns:a16="http://schemas.microsoft.com/office/drawing/2014/main" id="{6157AAC9-B00A-AA76-0635-28A8A0920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9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000</a:t>
              </a:r>
            </a:p>
          </p:txBody>
        </p:sp>
        <p:sp>
          <p:nvSpPr>
            <p:cNvPr id="76812" name="Rectangle 29">
              <a:extLst>
                <a:ext uri="{FF2B5EF4-FFF2-40B4-BE49-F238E27FC236}">
                  <a16:creationId xmlns:a16="http://schemas.microsoft.com/office/drawing/2014/main" id="{71BCDD71-4BDA-3F72-F625-EC4740291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29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100</a:t>
              </a:r>
            </a:p>
          </p:txBody>
        </p:sp>
        <p:sp>
          <p:nvSpPr>
            <p:cNvPr id="76813" name="Rectangle 30">
              <a:extLst>
                <a:ext uri="{FF2B5EF4-FFF2-40B4-BE49-F238E27FC236}">
                  <a16:creationId xmlns:a16="http://schemas.microsoft.com/office/drawing/2014/main" id="{28D681D6-BA87-AB60-C490-5712AF7DC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352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011</a:t>
              </a:r>
            </a:p>
          </p:txBody>
        </p:sp>
        <p:sp>
          <p:nvSpPr>
            <p:cNvPr id="76814" name="Rectangle 31">
              <a:extLst>
                <a:ext uri="{FF2B5EF4-FFF2-40B4-BE49-F238E27FC236}">
                  <a16:creationId xmlns:a16="http://schemas.microsoft.com/office/drawing/2014/main" id="{63251C9F-131A-C389-EC9B-481F29F22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352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111</a:t>
              </a:r>
            </a:p>
          </p:txBody>
        </p:sp>
        <p:sp>
          <p:nvSpPr>
            <p:cNvPr id="76815" name="Rectangle 32">
              <a:extLst>
                <a:ext uri="{FF2B5EF4-FFF2-40B4-BE49-F238E27FC236}">
                  <a16:creationId xmlns:a16="http://schemas.microsoft.com/office/drawing/2014/main" id="{578C5723-6F08-E88A-4BC3-3C4B11A40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29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110</a:t>
              </a:r>
            </a:p>
          </p:txBody>
        </p:sp>
        <p:sp>
          <p:nvSpPr>
            <p:cNvPr id="76816" name="Rectangle 33">
              <a:extLst>
                <a:ext uri="{FF2B5EF4-FFF2-40B4-BE49-F238E27FC236}">
                  <a16:creationId xmlns:a16="http://schemas.microsoft.com/office/drawing/2014/main" id="{FE31049C-CC48-000D-8851-276DCBCB5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352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001</a:t>
              </a:r>
            </a:p>
          </p:txBody>
        </p:sp>
        <p:sp>
          <p:nvSpPr>
            <p:cNvPr id="76817" name="Line 34">
              <a:extLst>
                <a:ext uri="{FF2B5EF4-FFF2-40B4-BE49-F238E27FC236}">
                  <a16:creationId xmlns:a16="http://schemas.microsoft.com/office/drawing/2014/main" id="{E9F7348A-0411-498A-D54D-9F9B26655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2" y="320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8" name="Line 35">
              <a:extLst>
                <a:ext uri="{FF2B5EF4-FFF2-40B4-BE49-F238E27FC236}">
                  <a16:creationId xmlns:a16="http://schemas.microsoft.com/office/drawing/2014/main" id="{0E1D8D65-786E-7228-1A89-1D0A32306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306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9" name="Line 36">
              <a:extLst>
                <a:ext uri="{FF2B5EF4-FFF2-40B4-BE49-F238E27FC236}">
                  <a16:creationId xmlns:a16="http://schemas.microsoft.com/office/drawing/2014/main" id="{9F6BC3C7-854E-18B3-1E4C-4B7705938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9" y="306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0" name="Line 37">
              <a:extLst>
                <a:ext uri="{FF2B5EF4-FFF2-40B4-BE49-F238E27FC236}">
                  <a16:creationId xmlns:a16="http://schemas.microsoft.com/office/drawing/2014/main" id="{1FA517A7-F221-1766-4A00-A50C010D8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1" y="320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1" name="Line 38">
              <a:extLst>
                <a:ext uri="{FF2B5EF4-FFF2-40B4-BE49-F238E27FC236}">
                  <a16:creationId xmlns:a16="http://schemas.microsoft.com/office/drawing/2014/main" id="{855529AE-88F4-51E3-B56E-E9BAFDDD0B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9" y="365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6822" name="Line 39">
              <a:extLst>
                <a:ext uri="{FF2B5EF4-FFF2-40B4-BE49-F238E27FC236}">
                  <a16:creationId xmlns:a16="http://schemas.microsoft.com/office/drawing/2014/main" id="{07A2EFF3-D15C-2493-64ED-EF9CAC8CB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9" y="365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3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3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19" grpId="0" autoUpdateAnimBg="0"/>
      <p:bldP spid="730125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91" name="Rectangle 55">
            <a:extLst>
              <a:ext uri="{FF2B5EF4-FFF2-40B4-BE49-F238E27FC236}">
                <a16:creationId xmlns:a16="http://schemas.microsoft.com/office/drawing/2014/main" id="{7F5F3FD7-B96C-9EEE-6F71-A56F65E39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 </a:t>
            </a:r>
          </a:p>
        </p:txBody>
      </p:sp>
      <p:sp>
        <p:nvSpPr>
          <p:cNvPr id="731190" name="Rectangle 54">
            <a:extLst>
              <a:ext uri="{FF2B5EF4-FFF2-40B4-BE49-F238E27FC236}">
                <a16:creationId xmlns:a16="http://schemas.microsoft.com/office/drawing/2014/main" id="{01DF7D6B-D45A-68E0-93AB-89FF009EE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325" y="836613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设计计数器时要注意的问题</a:t>
            </a:r>
          </a:p>
          <a:p>
            <a:pPr lvl="1" eaLnBrk="1" hangingPunct="1">
              <a:defRPr/>
            </a:pPr>
            <a:r>
              <a:rPr lang="zh-CN" altLang="en-US" dirty="0"/>
              <a:t>修正后的逻辑图</a:t>
            </a:r>
          </a:p>
        </p:txBody>
      </p:sp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5551FCF5-4284-F73B-6DC2-2CE020A6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6413" y="6215063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B47181E-6E64-47E0-B9BD-E5C776CC2B4D}" type="slidenum">
              <a:rPr lang="en-US" altLang="zh-CN" sz="1000" smtClean="0"/>
              <a:pPr>
                <a:defRPr/>
              </a:pPr>
              <a:t>65</a:t>
            </a:fld>
            <a:endParaRPr lang="en-US" altLang="zh-CN" sz="1000"/>
          </a:p>
        </p:txBody>
      </p:sp>
      <p:sp>
        <p:nvSpPr>
          <p:cNvPr id="731189" name="Text Box 53">
            <a:extLst>
              <a:ext uri="{FF2B5EF4-FFF2-40B4-BE49-F238E27FC236}">
                <a16:creationId xmlns:a16="http://schemas.microsoft.com/office/drawing/2014/main" id="{6B4FE890-233C-5600-185A-C55C4A8A9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5214938"/>
            <a:ext cx="46815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修改设计后可以自动进入循环</a:t>
            </a:r>
          </a:p>
        </p:txBody>
      </p:sp>
      <p:grpSp>
        <p:nvGrpSpPr>
          <p:cNvPr id="731192" name="Group 56">
            <a:extLst>
              <a:ext uri="{FF2B5EF4-FFF2-40B4-BE49-F238E27FC236}">
                <a16:creationId xmlns:a16="http://schemas.microsoft.com/office/drawing/2014/main" id="{491BBB18-14C8-EF61-D33B-D7ACFE4188F1}"/>
              </a:ext>
            </a:extLst>
          </p:cNvPr>
          <p:cNvGrpSpPr>
            <a:grpSpLocks/>
          </p:cNvGrpSpPr>
          <p:nvPr/>
        </p:nvGrpSpPr>
        <p:grpSpPr bwMode="auto">
          <a:xfrm>
            <a:off x="3355975" y="1525588"/>
            <a:ext cx="5264150" cy="1292225"/>
            <a:chOff x="612" y="1538"/>
            <a:chExt cx="4672" cy="862"/>
          </a:xfrm>
        </p:grpSpPr>
        <p:grpSp>
          <p:nvGrpSpPr>
            <p:cNvPr id="77882" name="Group 57">
              <a:extLst>
                <a:ext uri="{FF2B5EF4-FFF2-40B4-BE49-F238E27FC236}">
                  <a16:creationId xmlns:a16="http://schemas.microsoft.com/office/drawing/2014/main" id="{B4F1193F-69B3-6E36-3205-5174F761E2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2127"/>
              <a:ext cx="1633" cy="273"/>
              <a:chOff x="612" y="2127"/>
              <a:chExt cx="1633" cy="273"/>
            </a:xfrm>
          </p:grpSpPr>
          <p:sp>
            <p:nvSpPr>
              <p:cNvPr id="77896" name="Rectangle 58">
                <a:extLst>
                  <a:ext uri="{FF2B5EF4-FFF2-40B4-BE49-F238E27FC236}">
                    <a16:creationId xmlns:a16="http://schemas.microsoft.com/office/drawing/2014/main" id="{F4EB9382-C3E5-E71D-3748-784F2F4F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127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101</a:t>
                </a:r>
              </a:p>
            </p:txBody>
          </p:sp>
          <p:sp>
            <p:nvSpPr>
              <p:cNvPr id="77897" name="Rectangle 59">
                <a:extLst>
                  <a:ext uri="{FF2B5EF4-FFF2-40B4-BE49-F238E27FC236}">
                    <a16:creationId xmlns:a16="http://schemas.microsoft.com/office/drawing/2014/main" id="{61235BC2-CBF1-9F66-8135-1E364095F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010</a:t>
                </a:r>
              </a:p>
            </p:txBody>
          </p:sp>
          <p:sp>
            <p:nvSpPr>
              <p:cNvPr id="77898" name="Line 60">
                <a:extLst>
                  <a:ext uri="{FF2B5EF4-FFF2-40B4-BE49-F238E27FC236}">
                    <a16:creationId xmlns:a16="http://schemas.microsoft.com/office/drawing/2014/main" id="{B36B84C8-E68D-31EE-E4E8-22941184B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226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9" name="Line 61">
                <a:extLst>
                  <a:ext uri="{FF2B5EF4-FFF2-40B4-BE49-F238E27FC236}">
                    <a16:creationId xmlns:a16="http://schemas.microsoft.com/office/drawing/2014/main" id="{63F87AE4-FF97-4803-8E23-C1C78F5F0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3" y="226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7883" name="Group 62">
              <a:extLst>
                <a:ext uri="{FF2B5EF4-FFF2-40B4-BE49-F238E27FC236}">
                  <a16:creationId xmlns:a16="http://schemas.microsoft.com/office/drawing/2014/main" id="{9EFEAC2B-3064-DE8D-115C-EFF790B5B6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1538"/>
              <a:ext cx="2994" cy="862"/>
              <a:chOff x="2290" y="1538"/>
              <a:chExt cx="2994" cy="862"/>
            </a:xfrm>
          </p:grpSpPr>
          <p:sp>
            <p:nvSpPr>
              <p:cNvPr id="77884" name="Rectangle 63">
                <a:extLst>
                  <a:ext uri="{FF2B5EF4-FFF2-40B4-BE49-F238E27FC236}">
                    <a16:creationId xmlns:a16="http://schemas.microsoft.com/office/drawing/2014/main" id="{A7633119-D80C-7976-A47E-03A119316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153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000</a:t>
                </a:r>
              </a:p>
            </p:txBody>
          </p:sp>
          <p:sp>
            <p:nvSpPr>
              <p:cNvPr id="77885" name="Rectangle 64">
                <a:extLst>
                  <a:ext uri="{FF2B5EF4-FFF2-40B4-BE49-F238E27FC236}">
                    <a16:creationId xmlns:a16="http://schemas.microsoft.com/office/drawing/2014/main" id="{2D330046-6BC5-252B-4B38-73EAF4B5C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0" y="153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100</a:t>
                </a:r>
              </a:p>
            </p:txBody>
          </p:sp>
          <p:sp>
            <p:nvSpPr>
              <p:cNvPr id="77886" name="Rectangle 65">
                <a:extLst>
                  <a:ext uri="{FF2B5EF4-FFF2-40B4-BE49-F238E27FC236}">
                    <a16:creationId xmlns:a16="http://schemas.microsoft.com/office/drawing/2014/main" id="{029BDDAB-EAAB-7BA2-4A13-89DAF631A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0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011</a:t>
                </a:r>
              </a:p>
            </p:txBody>
          </p:sp>
          <p:sp>
            <p:nvSpPr>
              <p:cNvPr id="77887" name="Rectangle 66">
                <a:extLst>
                  <a:ext uri="{FF2B5EF4-FFF2-40B4-BE49-F238E27FC236}">
                    <a16:creationId xmlns:a16="http://schemas.microsoft.com/office/drawing/2014/main" id="{461142C6-B79D-0A74-DF86-FC6A7D29E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111</a:t>
                </a:r>
              </a:p>
            </p:txBody>
          </p:sp>
          <p:sp>
            <p:nvSpPr>
              <p:cNvPr id="77888" name="Rectangle 67">
                <a:extLst>
                  <a:ext uri="{FF2B5EF4-FFF2-40B4-BE49-F238E27FC236}">
                    <a16:creationId xmlns:a16="http://schemas.microsoft.com/office/drawing/2014/main" id="{FAAA00B9-23CF-FC4A-EFE6-B77149A64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153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110</a:t>
                </a:r>
              </a:p>
            </p:txBody>
          </p:sp>
          <p:sp>
            <p:nvSpPr>
              <p:cNvPr id="77889" name="Rectangle 68">
                <a:extLst>
                  <a:ext uri="{FF2B5EF4-FFF2-40B4-BE49-F238E27FC236}">
                    <a16:creationId xmlns:a16="http://schemas.microsoft.com/office/drawing/2014/main" id="{B9777FC3-7DBA-04E3-C2C1-A2693898D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001</a:t>
                </a:r>
              </a:p>
            </p:txBody>
          </p:sp>
          <p:sp>
            <p:nvSpPr>
              <p:cNvPr id="77890" name="Line 69">
                <a:extLst>
                  <a:ext uri="{FF2B5EF4-FFF2-40B4-BE49-F238E27FC236}">
                    <a16:creationId xmlns:a16="http://schemas.microsoft.com/office/drawing/2014/main" id="{05E9EC33-E7EF-1D9D-9CBF-322B1F93D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8" y="1810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1" name="Line 70">
                <a:extLst>
                  <a:ext uri="{FF2B5EF4-FFF2-40B4-BE49-F238E27FC236}">
                    <a16:creationId xmlns:a16="http://schemas.microsoft.com/office/drawing/2014/main" id="{6FD4357B-852E-FD4A-78B1-65F13FD71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5" y="1674"/>
                <a:ext cx="5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2" name="Line 71">
                <a:extLst>
                  <a:ext uri="{FF2B5EF4-FFF2-40B4-BE49-F238E27FC236}">
                    <a16:creationId xmlns:a16="http://schemas.microsoft.com/office/drawing/2014/main" id="{9BC50ECC-1086-4E56-AC4D-492DA7DBB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1674"/>
                <a:ext cx="5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3" name="Line 72">
                <a:extLst>
                  <a:ext uri="{FF2B5EF4-FFF2-40B4-BE49-F238E27FC236}">
                    <a16:creationId xmlns:a16="http://schemas.microsoft.com/office/drawing/2014/main" id="{FA26B0C7-C3E7-9B78-33FA-E3B577B9E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7" y="1810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4" name="Line 73">
                <a:extLst>
                  <a:ext uri="{FF2B5EF4-FFF2-40B4-BE49-F238E27FC236}">
                    <a16:creationId xmlns:a16="http://schemas.microsoft.com/office/drawing/2014/main" id="{02C8A73F-BEB1-6DA8-50CE-C560B8A576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5" y="2264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95" name="Line 74">
                <a:extLst>
                  <a:ext uri="{FF2B5EF4-FFF2-40B4-BE49-F238E27FC236}">
                    <a16:creationId xmlns:a16="http://schemas.microsoft.com/office/drawing/2014/main" id="{0DA7B1D0-9A13-2B23-D6D4-DED748070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5" y="2264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3CAB329-FFAB-271F-F70E-EC66ABF0623D}"/>
              </a:ext>
            </a:extLst>
          </p:cNvPr>
          <p:cNvGrpSpPr>
            <a:grpSpLocks/>
          </p:cNvGrpSpPr>
          <p:nvPr/>
        </p:nvGrpSpPr>
        <p:grpSpPr bwMode="auto">
          <a:xfrm>
            <a:off x="2905125" y="2892425"/>
            <a:ext cx="5967413" cy="2897188"/>
            <a:chOff x="2905125" y="2892425"/>
            <a:chExt cx="5967413" cy="2897188"/>
          </a:xfrm>
        </p:grpSpPr>
        <p:grpSp>
          <p:nvGrpSpPr>
            <p:cNvPr id="77835" name="Group 2">
              <a:extLst>
                <a:ext uri="{FF2B5EF4-FFF2-40B4-BE49-F238E27FC236}">
                  <a16:creationId xmlns:a16="http://schemas.microsoft.com/office/drawing/2014/main" id="{3916AC43-CFE7-4A7E-FCC8-FA97924228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5125" y="2892425"/>
              <a:ext cx="5967413" cy="2897188"/>
              <a:chOff x="612" y="1344"/>
              <a:chExt cx="4491" cy="2257"/>
            </a:xfrm>
          </p:grpSpPr>
          <p:sp>
            <p:nvSpPr>
              <p:cNvPr id="77839" name="Rectangle 4">
                <a:extLst>
                  <a:ext uri="{FF2B5EF4-FFF2-40B4-BE49-F238E27FC236}">
                    <a16:creationId xmlns:a16="http://schemas.microsoft.com/office/drawing/2014/main" id="{64457301-C537-D2FE-FD60-57F7563E4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219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7840" name="Line 6">
                <a:extLst>
                  <a:ext uri="{FF2B5EF4-FFF2-40B4-BE49-F238E27FC236}">
                    <a16:creationId xmlns:a16="http://schemas.microsoft.com/office/drawing/2014/main" id="{23B8C4DD-195A-8F2F-1729-6993C0C379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3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1" name="Line 7">
                <a:extLst>
                  <a:ext uri="{FF2B5EF4-FFF2-40B4-BE49-F238E27FC236}">
                    <a16:creationId xmlns:a16="http://schemas.microsoft.com/office/drawing/2014/main" id="{008E8EE5-9CE1-8FF4-A0FC-049C96394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3" y="178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2" name="Rectangle 9">
                <a:extLst>
                  <a:ext uri="{FF2B5EF4-FFF2-40B4-BE49-F238E27FC236}">
                    <a16:creationId xmlns:a16="http://schemas.microsoft.com/office/drawing/2014/main" id="{6957665C-B9A1-C756-72FE-6A676365D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19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7843" name="Line 11">
                <a:extLst>
                  <a:ext uri="{FF2B5EF4-FFF2-40B4-BE49-F238E27FC236}">
                    <a16:creationId xmlns:a16="http://schemas.microsoft.com/office/drawing/2014/main" id="{EFAE4144-DD0D-290E-6F89-5E2CDAD91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1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4" name="Line 12">
                <a:extLst>
                  <a:ext uri="{FF2B5EF4-FFF2-40B4-BE49-F238E27FC236}">
                    <a16:creationId xmlns:a16="http://schemas.microsoft.com/office/drawing/2014/main" id="{76954C0A-FED5-8E95-56A2-9D7750CDE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65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5" name="Rectangle 14">
                <a:extLst>
                  <a:ext uri="{FF2B5EF4-FFF2-40B4-BE49-F238E27FC236}">
                    <a16:creationId xmlns:a16="http://schemas.microsoft.com/office/drawing/2014/main" id="{9FDDF6AF-54C1-C80A-FC5E-C7C97B350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19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7846" name="Line 16">
                <a:extLst>
                  <a:ext uri="{FF2B5EF4-FFF2-40B4-BE49-F238E27FC236}">
                    <a16:creationId xmlns:a16="http://schemas.microsoft.com/office/drawing/2014/main" id="{53407C79-E716-7F00-0BE7-45A14211E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7" name="Line 17">
                <a:extLst>
                  <a:ext uri="{FF2B5EF4-FFF2-40B4-BE49-F238E27FC236}">
                    <a16:creationId xmlns:a16="http://schemas.microsoft.com/office/drawing/2014/main" id="{FB7B46E9-AD45-C56A-754E-F2D6986F3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6" y="165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8" name="Line 18">
                <a:extLst>
                  <a:ext uri="{FF2B5EF4-FFF2-40B4-BE49-F238E27FC236}">
                    <a16:creationId xmlns:a16="http://schemas.microsoft.com/office/drawing/2014/main" id="{073BF821-FDE8-EE41-18CF-36741D9BA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2059"/>
                <a:ext cx="12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9" name="Line 19">
                <a:extLst>
                  <a:ext uri="{FF2B5EF4-FFF2-40B4-BE49-F238E27FC236}">
                    <a16:creationId xmlns:a16="http://schemas.microsoft.com/office/drawing/2014/main" id="{A57FCD33-BB5D-5DC0-C2FB-D14648F8A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694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0" name="Line 20">
                <a:extLst>
                  <a:ext uri="{FF2B5EF4-FFF2-40B4-BE49-F238E27FC236}">
                    <a16:creationId xmlns:a16="http://schemas.microsoft.com/office/drawing/2014/main" id="{6475BDA8-F6F1-2164-DF3B-003AA246B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785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1" name="Line 21">
                <a:extLst>
                  <a:ext uri="{FF2B5EF4-FFF2-40B4-BE49-F238E27FC236}">
                    <a16:creationId xmlns:a16="http://schemas.microsoft.com/office/drawing/2014/main" id="{CDBBAEAE-EDB9-5F90-A701-AE3FC6C0A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0" y="2875"/>
                <a:ext cx="29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2" name="Text Box 22">
                <a:extLst>
                  <a:ext uri="{FF2B5EF4-FFF2-40B4-BE49-F238E27FC236}">
                    <a16:creationId xmlns:a16="http://schemas.microsoft.com/office/drawing/2014/main" id="{563BA4C7-8C09-D7C3-0AF3-B74D648A5E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2723"/>
                <a:ext cx="425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77853" name="Line 23">
                <a:extLst>
                  <a:ext uri="{FF2B5EF4-FFF2-40B4-BE49-F238E27FC236}">
                    <a16:creationId xmlns:a16="http://schemas.microsoft.com/office/drawing/2014/main" id="{02DD01DC-D9EF-B1FF-B813-C6C30F129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205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4" name="Rectangle 24">
                <a:extLst>
                  <a:ext uri="{FF2B5EF4-FFF2-40B4-BE49-F238E27FC236}">
                    <a16:creationId xmlns:a16="http://schemas.microsoft.com/office/drawing/2014/main" id="{166511A4-F718-7653-A504-4E8E2B58C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2875"/>
                <a:ext cx="27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7855" name="Line 25">
                <a:extLst>
                  <a:ext uri="{FF2B5EF4-FFF2-40B4-BE49-F238E27FC236}">
                    <a16:creationId xmlns:a16="http://schemas.microsoft.com/office/drawing/2014/main" id="{7D46DAC0-4106-B5B0-3BC9-51CC766066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6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77856" name="Picture 26" descr="与非门">
                <a:extLst>
                  <a:ext uri="{FF2B5EF4-FFF2-40B4-BE49-F238E27FC236}">
                    <a16:creationId xmlns:a16="http://schemas.microsoft.com/office/drawing/2014/main" id="{7292EB44-53C2-54F6-966A-28F8210685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5" y="3238"/>
                <a:ext cx="292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57" name="Line 27">
                <a:extLst>
                  <a:ext uri="{FF2B5EF4-FFF2-40B4-BE49-F238E27FC236}">
                    <a16:creationId xmlns:a16="http://schemas.microsoft.com/office/drawing/2014/main" id="{01E096B6-94A4-55F8-9EF0-0C2F409A2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41" y="305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8" name="Line 28">
                <a:extLst>
                  <a:ext uri="{FF2B5EF4-FFF2-40B4-BE49-F238E27FC236}">
                    <a16:creationId xmlns:a16="http://schemas.microsoft.com/office/drawing/2014/main" id="{DAAF0BCE-FE3B-36CE-65D6-C5428DA27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694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9" name="Line 29">
                <a:extLst>
                  <a:ext uri="{FF2B5EF4-FFF2-40B4-BE49-F238E27FC236}">
                    <a16:creationId xmlns:a16="http://schemas.microsoft.com/office/drawing/2014/main" id="{3F0A1400-6BD3-D1B1-4AB6-B2626E8F2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059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0" name="Line 30">
                <a:extLst>
                  <a:ext uri="{FF2B5EF4-FFF2-40B4-BE49-F238E27FC236}">
                    <a16:creationId xmlns:a16="http://schemas.microsoft.com/office/drawing/2014/main" id="{06BB8272-D18F-A078-5CA0-242614D8C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8" y="2059"/>
                <a:ext cx="0" cy="15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1" name="Line 31">
                <a:extLst>
                  <a:ext uri="{FF2B5EF4-FFF2-40B4-BE49-F238E27FC236}">
                    <a16:creationId xmlns:a16="http://schemas.microsoft.com/office/drawing/2014/main" id="{FC5B083C-4D8F-ABAB-1CA0-44E1B4270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8" y="3601"/>
                <a:ext cx="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2" name="Line 32">
                <a:extLst>
                  <a:ext uri="{FF2B5EF4-FFF2-40B4-BE49-F238E27FC236}">
                    <a16:creationId xmlns:a16="http://schemas.microsoft.com/office/drawing/2014/main" id="{8081E328-C996-4F1B-CDE5-6F1FABF72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0" y="346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3" name="Line 33">
                <a:extLst>
                  <a:ext uri="{FF2B5EF4-FFF2-40B4-BE49-F238E27FC236}">
                    <a16:creationId xmlns:a16="http://schemas.microsoft.com/office/drawing/2014/main" id="{A5B7A5A9-A8CB-49EA-05C7-11E38DE4D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3011"/>
                <a:ext cx="14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4" name="Line 34">
                <a:extLst>
                  <a:ext uri="{FF2B5EF4-FFF2-40B4-BE49-F238E27FC236}">
                    <a16:creationId xmlns:a16="http://schemas.microsoft.com/office/drawing/2014/main" id="{F18969BA-D544-FD5F-9FE3-A9A72B3B4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3057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5" name="Line 35">
                <a:extLst>
                  <a:ext uri="{FF2B5EF4-FFF2-40B4-BE49-F238E27FC236}">
                    <a16:creationId xmlns:a16="http://schemas.microsoft.com/office/drawing/2014/main" id="{EC46B2D6-616E-E6ED-CEDE-A3A5F5EC7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3147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6" name="Line 36">
                <a:extLst>
                  <a:ext uri="{FF2B5EF4-FFF2-40B4-BE49-F238E27FC236}">
                    <a16:creationId xmlns:a16="http://schemas.microsoft.com/office/drawing/2014/main" id="{C7DB9F78-6D3B-C039-B226-68FE171B4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5" y="1923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7" name="Line 37">
                <a:extLst>
                  <a:ext uri="{FF2B5EF4-FFF2-40B4-BE49-F238E27FC236}">
                    <a16:creationId xmlns:a16="http://schemas.microsoft.com/office/drawing/2014/main" id="{E8DEBD63-CDCB-CAD3-198B-FB3B2660A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5" y="1923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8" name="Line 38">
                <a:extLst>
                  <a:ext uri="{FF2B5EF4-FFF2-40B4-BE49-F238E27FC236}">
                    <a16:creationId xmlns:a16="http://schemas.microsoft.com/office/drawing/2014/main" id="{F228350E-FF5A-9265-F599-62AA3B05B5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40" y="1787"/>
                <a:ext cx="0" cy="13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9" name="Line 39">
                <a:extLst>
                  <a:ext uri="{FF2B5EF4-FFF2-40B4-BE49-F238E27FC236}">
                    <a16:creationId xmlns:a16="http://schemas.microsoft.com/office/drawing/2014/main" id="{7AB039E0-0B72-A64F-3D61-04702BE15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83" y="1787"/>
                <a:ext cx="33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0" name="Line 40">
                <a:extLst>
                  <a:ext uri="{FF2B5EF4-FFF2-40B4-BE49-F238E27FC236}">
                    <a16:creationId xmlns:a16="http://schemas.microsoft.com/office/drawing/2014/main" id="{223EB0B8-90D5-F04D-2CFD-80B401900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7" y="165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1" name="Line 41">
                <a:extLst>
                  <a:ext uri="{FF2B5EF4-FFF2-40B4-BE49-F238E27FC236}">
                    <a16:creationId xmlns:a16="http://schemas.microsoft.com/office/drawing/2014/main" id="{DC712F45-F1E0-396E-138C-3F13A4BF0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6" y="346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2" name="Line 42">
                <a:extLst>
                  <a:ext uri="{FF2B5EF4-FFF2-40B4-BE49-F238E27FC236}">
                    <a16:creationId xmlns:a16="http://schemas.microsoft.com/office/drawing/2014/main" id="{2EABAAFC-124C-B664-CB93-C6244B55D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6" y="3601"/>
                <a:ext cx="8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3" name="Line 43">
                <a:extLst>
                  <a:ext uri="{FF2B5EF4-FFF2-40B4-BE49-F238E27FC236}">
                    <a16:creationId xmlns:a16="http://schemas.microsoft.com/office/drawing/2014/main" id="{62800D3B-2647-107B-CFFA-ECA771EB2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3" y="2059"/>
                <a:ext cx="0" cy="15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77874" name="Picture 44" descr="dot">
                <a:extLst>
                  <a:ext uri="{FF2B5EF4-FFF2-40B4-BE49-F238E27FC236}">
                    <a16:creationId xmlns:a16="http://schemas.microsoft.com/office/drawing/2014/main" id="{540DEB35-028C-7F83-D5C6-73C8CF5A95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65" y="2044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5" name="Picture 45" descr="dot">
                <a:extLst>
                  <a:ext uri="{FF2B5EF4-FFF2-40B4-BE49-F238E27FC236}">
                    <a16:creationId xmlns:a16="http://schemas.microsoft.com/office/drawing/2014/main" id="{DF4FA75F-DC90-DB4D-E222-2464D4D2BA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2" y="1908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6" name="Picture 46" descr="dot">
                <a:extLst>
                  <a:ext uri="{FF2B5EF4-FFF2-40B4-BE49-F238E27FC236}">
                    <a16:creationId xmlns:a16="http://schemas.microsoft.com/office/drawing/2014/main" id="{E2A0F954-08E5-E9B7-D4E0-1EC32A0E94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4" y="2997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7" name="Picture 47" descr="dot">
                <a:extLst>
                  <a:ext uri="{FF2B5EF4-FFF2-40B4-BE49-F238E27FC236}">
                    <a16:creationId xmlns:a16="http://schemas.microsoft.com/office/drawing/2014/main" id="{62D10AB3-715A-7A76-C596-18D6986960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57" y="286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8" name="Picture 48" descr="dot">
                <a:extLst>
                  <a:ext uri="{FF2B5EF4-FFF2-40B4-BE49-F238E27FC236}">
                    <a16:creationId xmlns:a16="http://schemas.microsoft.com/office/drawing/2014/main" id="{AC82E7B0-679A-3696-0BFF-2A67474E70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9" y="286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79" name="Text Box 49">
                <a:extLst>
                  <a:ext uri="{FF2B5EF4-FFF2-40B4-BE49-F238E27FC236}">
                    <a16:creationId xmlns:a16="http://schemas.microsoft.com/office/drawing/2014/main" id="{50126E02-8E65-7A84-7C50-9D5586AD5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3" y="1344"/>
                <a:ext cx="437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Q2</a:t>
                </a:r>
              </a:p>
            </p:txBody>
          </p:sp>
          <p:sp>
            <p:nvSpPr>
              <p:cNvPr id="77880" name="Text Box 50">
                <a:extLst>
                  <a:ext uri="{FF2B5EF4-FFF2-40B4-BE49-F238E27FC236}">
                    <a16:creationId xmlns:a16="http://schemas.microsoft.com/office/drawing/2014/main" id="{7CE7151E-0EE2-E447-0212-F8B0FB78D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1" y="1344"/>
                <a:ext cx="409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Q1</a:t>
                </a:r>
              </a:p>
            </p:txBody>
          </p:sp>
          <p:sp>
            <p:nvSpPr>
              <p:cNvPr id="77881" name="Text Box 51">
                <a:extLst>
                  <a:ext uri="{FF2B5EF4-FFF2-40B4-BE49-F238E27FC236}">
                    <a16:creationId xmlns:a16="http://schemas.microsoft.com/office/drawing/2014/main" id="{A4689267-6643-357D-5A72-6AD1085393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5" y="1344"/>
                <a:ext cx="451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Q0</a:t>
                </a:r>
              </a:p>
            </p:txBody>
          </p:sp>
        </p:grpSp>
        <p:sp>
          <p:nvSpPr>
            <p:cNvPr id="77836" name="文本框 75">
              <a:extLst>
                <a:ext uri="{FF2B5EF4-FFF2-40B4-BE49-F238E27FC236}">
                  <a16:creationId xmlns:a16="http://schemas.microsoft.com/office/drawing/2014/main" id="{BB3E8691-85B2-2151-2E0D-7B8B3D750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9070" y="3932157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  <p:sp>
          <p:nvSpPr>
            <p:cNvPr id="77837" name="文本框 77">
              <a:extLst>
                <a:ext uri="{FF2B5EF4-FFF2-40B4-BE49-F238E27FC236}">
                  <a16:creationId xmlns:a16="http://schemas.microsoft.com/office/drawing/2014/main" id="{1092A364-31D8-E386-EA5E-36526521A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399" y="3944645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  <p:sp>
          <p:nvSpPr>
            <p:cNvPr id="77838" name="文本框 78">
              <a:extLst>
                <a:ext uri="{FF2B5EF4-FFF2-40B4-BE49-F238E27FC236}">
                  <a16:creationId xmlns:a16="http://schemas.microsoft.com/office/drawing/2014/main" id="{9214061A-5BE8-B0A9-15FB-AB2F53FCE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7721" y="3944645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</p:grpSp>
      <p:sp>
        <p:nvSpPr>
          <p:cNvPr id="80" name="Text Box 42">
            <a:extLst>
              <a:ext uri="{FF2B5EF4-FFF2-40B4-BE49-F238E27FC236}">
                <a16:creationId xmlns:a16="http://schemas.microsoft.com/office/drawing/2014/main" id="{985D4F1B-932C-2E8A-2327-67C825FE0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39963"/>
            <a:ext cx="1930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D</a:t>
            </a:r>
            <a:r>
              <a:rPr lang="en-US" altLang="zh-CN" sz="2400" baseline="-25000">
                <a:latin typeface="Georgia" panose="02040502050405020303" pitchFamily="18" charset="0"/>
              </a:rPr>
              <a:t>2</a:t>
            </a:r>
            <a:r>
              <a:rPr lang="zh-CN" altLang="en-US" sz="2400">
                <a:latin typeface="Georgia" panose="02040502050405020303" pitchFamily="18" charset="0"/>
              </a:rPr>
              <a:t>＝</a:t>
            </a: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en-US" altLang="zh-CN" sz="2400" baseline="-2500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9394A25-D905-59E4-DA75-258A95824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755900"/>
            <a:ext cx="168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D</a:t>
            </a:r>
            <a:r>
              <a:rPr lang="en-US" altLang="zh-CN" sz="2400" baseline="-25000">
                <a:latin typeface="Georgia" panose="02040502050405020303" pitchFamily="18" charset="0"/>
              </a:rPr>
              <a:t>1</a:t>
            </a:r>
            <a:r>
              <a:rPr lang="zh-CN" altLang="en-US" sz="2400">
                <a:latin typeface="Georgia" panose="02040502050405020303" pitchFamily="18" charset="0"/>
              </a:rPr>
              <a:t>＝</a:t>
            </a:r>
            <a:r>
              <a:rPr lang="en-US" altLang="zh-CN" sz="2400">
                <a:latin typeface="Georgia" panose="02040502050405020303" pitchFamily="18" charset="0"/>
              </a:rPr>
              <a:t>Q</a:t>
            </a:r>
            <a:r>
              <a:rPr lang="en-US" altLang="zh-CN" sz="2400" baseline="-25000"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258708B-FCB2-2772-417A-FCAB2BEDE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3338513"/>
            <a:ext cx="2146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———</a:t>
            </a:r>
          </a:p>
          <a:p>
            <a:pPr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—    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0</a:t>
            </a:r>
            <a:r>
              <a:rPr lang="en-US" altLang="zh-CN" sz="2400"/>
              <a:t>=Q</a:t>
            </a:r>
            <a:r>
              <a:rPr lang="en-US" altLang="zh-CN" sz="2400" baseline="-25000"/>
              <a:t>0</a:t>
            </a:r>
            <a:r>
              <a:rPr lang="en-US" altLang="zh-CN" sz="2400"/>
              <a:t> Q</a:t>
            </a:r>
            <a:r>
              <a:rPr lang="en-US" altLang="zh-CN" sz="2400" baseline="-25000"/>
              <a:t>1</a:t>
            </a:r>
            <a:r>
              <a:rPr lang="en-US" altLang="zh-CN" sz="2400"/>
              <a:t>  Q</a:t>
            </a:r>
            <a:r>
              <a:rPr lang="en-US" altLang="zh-CN" sz="2400" baseline="-25000"/>
              <a:t>2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89" grpId="0" autoUpdateAnimBg="0"/>
      <p:bldP spid="80" grpId="0"/>
      <p:bldP spid="81" grpId="0"/>
      <p:bldP spid="8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>
            <a:extLst>
              <a:ext uri="{FF2B5EF4-FFF2-40B4-BE49-F238E27FC236}">
                <a16:creationId xmlns:a16="http://schemas.microsoft.com/office/drawing/2014/main" id="{013D8A32-FC3E-3DF1-82FC-D8BEB7530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计数器</a:t>
            </a:r>
            <a:r>
              <a:rPr lang="en-US" altLang="zh-CN" sz="3600"/>
              <a:t>——</a:t>
            </a:r>
            <a:r>
              <a:rPr lang="zh-CN" altLang="en-US" sz="3600"/>
              <a:t>小结 </a:t>
            </a:r>
          </a:p>
        </p:txBody>
      </p:sp>
      <p:sp>
        <p:nvSpPr>
          <p:cNvPr id="733187" name="Rectangle 3">
            <a:extLst>
              <a:ext uri="{FF2B5EF4-FFF2-40B4-BE49-F238E27FC236}">
                <a16:creationId xmlns:a16="http://schemas.microsoft.com/office/drawing/2014/main" id="{D3032865-CEC5-1DFE-CB9A-79E1FE697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/>
              <a:t>计数器</a:t>
            </a:r>
          </a:p>
          <a:p>
            <a:pPr lvl="1" eaLnBrk="1" hangingPunct="1">
              <a:defRPr/>
            </a:pPr>
            <a:endParaRPr lang="zh-CN" altLang="en-US" b="1"/>
          </a:p>
          <a:p>
            <a:pPr lvl="1" eaLnBrk="1" hangingPunct="1">
              <a:defRPr/>
            </a:pPr>
            <a:r>
              <a:rPr lang="zh-CN" altLang="en-US" b="1"/>
              <a:t>同步二进制计数器设计</a:t>
            </a:r>
          </a:p>
          <a:p>
            <a:pPr lvl="1" eaLnBrk="1" hangingPunct="1">
              <a:defRPr/>
            </a:pPr>
            <a:r>
              <a:rPr lang="zh-CN" altLang="en-US" b="1"/>
              <a:t>十进制计数器设计</a:t>
            </a:r>
          </a:p>
          <a:p>
            <a:pPr lvl="1" eaLnBrk="1" hangingPunct="1">
              <a:defRPr/>
            </a:pPr>
            <a:r>
              <a:rPr lang="zh-CN" altLang="en-US" b="1"/>
              <a:t>可逆计数器设计</a:t>
            </a:r>
          </a:p>
          <a:p>
            <a:pPr lvl="1"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CD391C-8D4F-3288-5EA1-56C2F9A3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15C6DEA-6A92-41CB-A7E9-36427B07EC81}" type="slidenum">
              <a:rPr lang="en-US" altLang="zh-CN" sz="1000" smtClean="0"/>
              <a:pPr>
                <a:defRPr/>
              </a:pPr>
              <a:t>66</a:t>
            </a:fld>
            <a:endParaRPr lang="en-US" alt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8494</TotalTime>
  <Words>5709</Words>
  <Application>Microsoft Office PowerPoint</Application>
  <PresentationFormat>全屏显示(4:3)</PresentationFormat>
  <Paragraphs>2100</Paragraphs>
  <Slides>66</Slides>
  <Notes>11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5" baseType="lpstr">
      <vt:lpstr>华文行楷</vt:lpstr>
      <vt:lpstr>Arial</vt:lpstr>
      <vt:lpstr>Georgia</vt:lpstr>
      <vt:lpstr>Monotype Corsiva</vt:lpstr>
      <vt:lpstr>Symbol</vt:lpstr>
      <vt:lpstr>Tahoma</vt:lpstr>
      <vt:lpstr>Times New Roman</vt:lpstr>
      <vt:lpstr>Wingdings</vt:lpstr>
      <vt:lpstr>Shimmer</vt:lpstr>
      <vt:lpstr>作业</vt:lpstr>
      <vt:lpstr>第四章 同步时序电路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同步时序电路的分析与设计方法（5）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</vt:lpstr>
      <vt:lpstr>同步时序电路的分析与设计方法（7）</vt:lpstr>
      <vt:lpstr>PowerPoint 演示文稿</vt:lpstr>
      <vt:lpstr>同步时序电路的分析与设计方法</vt:lpstr>
      <vt:lpstr>同步时序电路的分析与设计方法</vt:lpstr>
      <vt:lpstr>同步时序电路的分析与设计方法</vt:lpstr>
      <vt:lpstr>第四章 同步时序电路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计数器</vt:lpstr>
      <vt:lpstr>PowerPoint 演示文稿</vt:lpstr>
      <vt:lpstr>计数器 </vt:lpstr>
      <vt:lpstr>计数器 </vt:lpstr>
      <vt:lpstr>计数器</vt:lpstr>
      <vt:lpstr>计数器</vt:lpstr>
      <vt:lpstr>计数器</vt:lpstr>
      <vt:lpstr>计数器</vt:lpstr>
      <vt:lpstr>计数器</vt:lpstr>
      <vt:lpstr>PowerPoint 演示文稿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计数器</vt:lpstr>
      <vt:lpstr>计数器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计数器——小结 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youjian zhao</cp:lastModifiedBy>
  <cp:revision>404</cp:revision>
  <dcterms:created xsi:type="dcterms:W3CDTF">2002-01-04T07:22:46Z</dcterms:created>
  <dcterms:modified xsi:type="dcterms:W3CDTF">2026-05-14T07:50:42Z</dcterms:modified>
</cp:coreProperties>
</file>