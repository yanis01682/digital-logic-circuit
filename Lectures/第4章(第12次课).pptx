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975" r:id="rId3"/>
    <p:sldId id="963" r:id="rId4"/>
    <p:sldId id="927" r:id="rId5"/>
    <p:sldId id="970" r:id="rId6"/>
    <p:sldId id="972" r:id="rId7"/>
    <p:sldId id="974" r:id="rId9"/>
    <p:sldId id="928" r:id="rId10"/>
    <p:sldId id="938" r:id="rId11"/>
    <p:sldId id="976" r:id="rId12"/>
    <p:sldId id="939" r:id="rId13"/>
    <p:sldId id="940" r:id="rId14"/>
    <p:sldId id="941" r:id="rId15"/>
    <p:sldId id="942" r:id="rId16"/>
    <p:sldId id="943" r:id="rId17"/>
    <p:sldId id="944" r:id="rId18"/>
    <p:sldId id="936" r:id="rId19"/>
    <p:sldId id="945" r:id="rId20"/>
    <p:sldId id="946" r:id="rId21"/>
    <p:sldId id="897" r:id="rId22"/>
    <p:sldId id="947" r:id="rId23"/>
    <p:sldId id="948" r:id="rId24"/>
    <p:sldId id="949" r:id="rId25"/>
    <p:sldId id="950" r:id="rId26"/>
    <p:sldId id="951" r:id="rId27"/>
    <p:sldId id="952" r:id="rId28"/>
    <p:sldId id="904" r:id="rId29"/>
    <p:sldId id="880" r:id="rId30"/>
    <p:sldId id="953" r:id="rId31"/>
    <p:sldId id="954" r:id="rId32"/>
    <p:sldId id="955" r:id="rId33"/>
    <p:sldId id="956" r:id="rId34"/>
    <p:sldId id="957" r:id="rId35"/>
    <p:sldId id="958" r:id="rId36"/>
    <p:sldId id="959" r:id="rId37"/>
    <p:sldId id="917" r:id="rId38"/>
    <p:sldId id="918" r:id="rId39"/>
    <p:sldId id="923" r:id="rId40"/>
    <p:sldId id="924" r:id="rId41"/>
    <p:sldId id="925" r:id="rId42"/>
    <p:sldId id="926" r:id="rId43"/>
    <p:sldId id="964" r:id="rId44"/>
    <p:sldId id="966" r:id="rId45"/>
    <p:sldId id="968" r:id="rId46"/>
    <p:sldId id="967" r:id="rId47"/>
    <p:sldId id="969" r:id="rId48"/>
    <p:sldId id="965" r:id="rId49"/>
    <p:sldId id="881" r:id="rId50"/>
    <p:sldId id="882" r:id="rId51"/>
    <p:sldId id="920" r:id="rId52"/>
    <p:sldId id="883" r:id="rId53"/>
    <p:sldId id="884" r:id="rId54"/>
    <p:sldId id="885" r:id="rId55"/>
    <p:sldId id="886" r:id="rId56"/>
    <p:sldId id="887" r:id="rId57"/>
    <p:sldId id="888" r:id="rId58"/>
    <p:sldId id="889" r:id="rId59"/>
    <p:sldId id="890" r:id="rId60"/>
    <p:sldId id="891" r:id="rId61"/>
    <p:sldId id="898" r:id="rId62"/>
    <p:sldId id="899" r:id="rId63"/>
    <p:sldId id="900" r:id="rId64"/>
    <p:sldId id="901" r:id="rId65"/>
    <p:sldId id="902" r:id="rId66"/>
    <p:sldId id="905" r:id="rId67"/>
    <p:sldId id="903" r:id="rId68"/>
    <p:sldId id="906" r:id="rId69"/>
    <p:sldId id="896" r:id="rId70"/>
    <p:sldId id="892" r:id="rId71"/>
    <p:sldId id="893" r:id="rId72"/>
    <p:sldId id="894" r:id="rId73"/>
    <p:sldId id="895" r:id="rId74"/>
    <p:sldId id="908" r:id="rId75"/>
    <p:sldId id="961" r:id="rId7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 youjia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FF00"/>
    <a:srgbClr val="FF66FF"/>
    <a:srgbClr val="FF0000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 autoAdjust="0"/>
    <p:restoredTop sz="93982" autoAdjust="0"/>
  </p:normalViewPr>
  <p:slideViewPr>
    <p:cSldViewPr showGuides="1">
      <p:cViewPr varScale="1">
        <p:scale>
          <a:sx n="84" d="100"/>
          <a:sy n="84" d="100"/>
        </p:scale>
        <p:origin x="1800" y="40"/>
      </p:cViewPr>
      <p:guideLst>
        <p:guide orient="horz" pos="2136"/>
        <p:guide pos="290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0" Type="http://schemas.openxmlformats.org/officeDocument/2006/relationships/commentAuthors" Target="commentAuthors.xml"/><Relationship Id="rId8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17.xml"/><Relationship Id="rId8" Type="http://schemas.openxmlformats.org/officeDocument/2006/relationships/slide" Target="slides/slide15.xml"/><Relationship Id="rId7" Type="http://schemas.openxmlformats.org/officeDocument/2006/relationships/slide" Target="slides/slide14.xml"/><Relationship Id="rId6" Type="http://schemas.openxmlformats.org/officeDocument/2006/relationships/slide" Target="slides/slide13.xml"/><Relationship Id="rId5" Type="http://schemas.openxmlformats.org/officeDocument/2006/relationships/slide" Target="slides/slide11.xml"/><Relationship Id="rId4" Type="http://schemas.openxmlformats.org/officeDocument/2006/relationships/slide" Target="slides/slide10.xml"/><Relationship Id="rId3" Type="http://schemas.openxmlformats.org/officeDocument/2006/relationships/slide" Target="slides/slide8.xml"/><Relationship Id="rId2" Type="http://schemas.openxmlformats.org/officeDocument/2006/relationships/slide" Target="slides/slide7.xml"/><Relationship Id="rId18" Type="http://schemas.openxmlformats.org/officeDocument/2006/relationships/slide" Target="slides/slide73.xml"/><Relationship Id="rId17" Type="http://schemas.openxmlformats.org/officeDocument/2006/relationships/slide" Target="slides/slide72.xml"/><Relationship Id="rId16" Type="http://schemas.openxmlformats.org/officeDocument/2006/relationships/slide" Target="slides/slide30.xml"/><Relationship Id="rId15" Type="http://schemas.openxmlformats.org/officeDocument/2006/relationships/slide" Target="slides/slide29.xml"/><Relationship Id="rId14" Type="http://schemas.openxmlformats.org/officeDocument/2006/relationships/slide" Target="slides/slide25.xml"/><Relationship Id="rId13" Type="http://schemas.openxmlformats.org/officeDocument/2006/relationships/slide" Target="slides/slide24.xml"/><Relationship Id="rId12" Type="http://schemas.openxmlformats.org/officeDocument/2006/relationships/slide" Target="slides/slide23.xml"/><Relationship Id="rId11" Type="http://schemas.openxmlformats.org/officeDocument/2006/relationships/slide" Target="slides/slide20.xml"/><Relationship Id="rId10" Type="http://schemas.openxmlformats.org/officeDocument/2006/relationships/slide" Target="slides/slide18.xml"/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8CD7E5-CA74-4722-95F0-11AC95BC6EC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8CD7E5-CA74-4722-95F0-11AC95BC6EC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87C58DB-9179-4A76-A997-E055693F9954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604E421-E65C-4677-9D69-B4E067E27E34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9169D7-0006-42F9-8412-1D79395470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6290C3E-44D2-4436-B0F7-4EFB8CFF923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32FEFB0-6ACB-4BB2-9EC5-1223B321E7DB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BBDB42-214F-4B41-8CED-1CE4A35EB074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A944AB6-983E-449E-809D-A726BAC349EF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/>
              <p:cNvSpPr/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989 w 5184"/>
                  <a:gd name="T3" fmla="*/ 3159 h 3159"/>
                  <a:gd name="T4" fmla="*/ 5989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5"/>
              <p:cNvSpPr/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650 w 556"/>
                  <a:gd name="T5" fmla="*/ 3159 h 3159"/>
                  <a:gd name="T6" fmla="*/ 650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5" name="Freeform 7"/>
            <p:cNvSpPr/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98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98 w 251"/>
                <a:gd name="T7" fmla="*/ 12 h 12"/>
                <a:gd name="T8" fmla="*/ 298 w 251"/>
                <a:gd name="T9" fmla="*/ 0 h 12"/>
                <a:gd name="T10" fmla="*/ 298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8"/>
            <p:cNvSpPr/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1757692286 w 251"/>
                <a:gd name="T5" fmla="*/ 12 h 12"/>
                <a:gd name="T6" fmla="*/ 1757692286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9"/>
            <p:cNvGrpSpPr/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11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2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81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81 w 4724"/>
                  <a:gd name="T7" fmla="*/ 12 h 12"/>
                  <a:gd name="T8" fmla="*/ 5481 w 4724"/>
                  <a:gd name="T9" fmla="*/ 0 h 12"/>
                  <a:gd name="T10" fmla="*/ 5481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3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4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66324-62C2-486B-945F-CE38AD2BF88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1AF02-7B09-44E2-84F9-43B0AAE727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E8B2B-1C12-4201-95BC-F074C274A3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C017D-E229-4309-8548-A14E283C40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D720A7-4A44-44B3-A20A-B937592DA2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4D6CC-45E0-4CE3-927A-8DCA4AF00E5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1E860-7840-436B-AD33-0E71A2533E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A4E1F-A647-49F7-B071-B2D66D33F9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89CF2-2D2E-4234-A543-F00DA1672C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79DFD-5E30-45DE-AE48-70734E5F4A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BA231-51BD-4AC4-8E01-AB72FB2692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/>
            <p:cNvSpPr/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989 w 5184"/>
                <a:gd name="T3" fmla="*/ 3159 h 3159"/>
                <a:gd name="T4" fmla="*/ 5989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4"/>
            <p:cNvSpPr/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650 w 556"/>
                <a:gd name="T5" fmla="*/ 3159 h 3159"/>
                <a:gd name="T6" fmla="*/ 650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" name="Group 5"/>
            <p:cNvGrpSpPr/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8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81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81 w 4724"/>
                  <a:gd name="T7" fmla="*/ 12 h 12"/>
                  <a:gd name="T8" fmla="*/ 5481 w 4724"/>
                  <a:gd name="T9" fmla="*/ 0 h 12"/>
                  <a:gd name="T10" fmla="*/ 5481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10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1757692286 w 251"/>
                  <a:gd name="T5" fmla="*/ 12 h 12"/>
                  <a:gd name="T6" fmla="*/ 1757692286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98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98 w 251"/>
                  <a:gd name="T7" fmla="*/ 12 h 12"/>
                  <a:gd name="T8" fmla="*/ 298 w 251"/>
                  <a:gd name="T9" fmla="*/ 0 h 12"/>
                  <a:gd name="T10" fmla="*/ 298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82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</p:txBody>
      </p:sp>
      <p:sp>
        <p:nvSpPr>
          <p:cNvPr id="82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6391C7AB-5D76-494C-B989-73A36E8DC26E}" type="slidenum">
              <a:rPr lang="en-US" altLang="zh-CN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emf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e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9206" y="558989"/>
            <a:ext cx="8685553" cy="158417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本课程最后一次作业</a:t>
            </a:r>
            <a:r>
              <a:rPr lang="zh-CN" altLang="en-US" dirty="0"/>
              <a:t>：用</a:t>
            </a:r>
            <a:r>
              <a:rPr lang="en-US" altLang="zh-CN" dirty="0"/>
              <a:t>74163</a:t>
            </a:r>
            <a:r>
              <a:rPr lang="zh-CN" altLang="en-US" dirty="0"/>
              <a:t>和适当的门电路设计一个</a:t>
            </a:r>
            <a:r>
              <a:rPr lang="en-US" altLang="zh-CN" dirty="0"/>
              <a:t>4</a:t>
            </a:r>
            <a:r>
              <a:rPr lang="zh-CN" altLang="en-US" dirty="0"/>
              <a:t>位可变模数计数器，状态图如图所示。</a:t>
            </a:r>
            <a:endParaRPr lang="zh-CN" altLang="en-US" dirty="0"/>
          </a:p>
        </p:txBody>
      </p:sp>
      <p:grpSp>
        <p:nvGrpSpPr>
          <p:cNvPr id="6" name="组合 1"/>
          <p:cNvGrpSpPr/>
          <p:nvPr/>
        </p:nvGrpSpPr>
        <p:grpSpPr bwMode="auto">
          <a:xfrm>
            <a:off x="76200" y="2132856"/>
            <a:ext cx="8991600" cy="3378200"/>
            <a:chOff x="76200" y="2505075"/>
            <a:chExt cx="8991600" cy="3378200"/>
          </a:xfrm>
        </p:grpSpPr>
        <p:grpSp>
          <p:nvGrpSpPr>
            <p:cNvPr id="7" name="Group 122"/>
            <p:cNvGrpSpPr/>
            <p:nvPr/>
          </p:nvGrpSpPr>
          <p:grpSpPr bwMode="auto">
            <a:xfrm>
              <a:off x="76200" y="2505075"/>
              <a:ext cx="8991600" cy="384175"/>
              <a:chOff x="48" y="1578"/>
              <a:chExt cx="5664" cy="242"/>
            </a:xfrm>
          </p:grpSpPr>
          <p:sp>
            <p:nvSpPr>
              <p:cNvPr id="93" name="Text Box 5"/>
              <p:cNvSpPr txBox="1">
                <a:spLocks noChangeArrowheads="1"/>
              </p:cNvSpPr>
              <p:nvPr/>
            </p:nvSpPr>
            <p:spPr bwMode="auto">
              <a:xfrm>
                <a:off x="2352" y="1584"/>
                <a:ext cx="1392" cy="2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0000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Text Box 6"/>
              <p:cNvSpPr txBox="1">
                <a:spLocks noChangeArrowheads="1"/>
              </p:cNvSpPr>
              <p:nvPr/>
            </p:nvSpPr>
            <p:spPr bwMode="auto">
              <a:xfrm>
                <a:off x="4080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5" name="Text Box 7"/>
              <p:cNvSpPr txBox="1">
                <a:spLocks noChangeArrowheads="1"/>
              </p:cNvSpPr>
              <p:nvPr/>
            </p:nvSpPr>
            <p:spPr bwMode="auto">
              <a:xfrm>
                <a:off x="4704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" name="Text Box 8"/>
              <p:cNvSpPr txBox="1">
                <a:spLocks noChangeArrowheads="1"/>
              </p:cNvSpPr>
              <p:nvPr/>
            </p:nvSpPr>
            <p:spPr bwMode="auto">
              <a:xfrm>
                <a:off x="5328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0011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" name="Line 9"/>
              <p:cNvSpPr>
                <a:spLocks noChangeShapeType="1"/>
              </p:cNvSpPr>
              <p:nvPr/>
            </p:nvSpPr>
            <p:spPr bwMode="auto">
              <a:xfrm>
                <a:off x="3744" y="168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10"/>
              <p:cNvSpPr>
                <a:spLocks noChangeShapeType="1"/>
              </p:cNvSpPr>
              <p:nvPr/>
            </p:nvSpPr>
            <p:spPr bwMode="auto">
              <a:xfrm>
                <a:off x="446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11"/>
              <p:cNvSpPr>
                <a:spLocks noChangeShapeType="1"/>
              </p:cNvSpPr>
              <p:nvPr/>
            </p:nvSpPr>
            <p:spPr bwMode="auto">
              <a:xfrm>
                <a:off x="5088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Text Box 12"/>
              <p:cNvSpPr txBox="1">
                <a:spLocks noChangeArrowheads="1"/>
              </p:cNvSpPr>
              <p:nvPr/>
            </p:nvSpPr>
            <p:spPr bwMode="auto">
              <a:xfrm>
                <a:off x="624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Text Box 13"/>
              <p:cNvSpPr txBox="1">
                <a:spLocks noChangeArrowheads="1"/>
              </p:cNvSpPr>
              <p:nvPr/>
            </p:nvSpPr>
            <p:spPr bwMode="auto">
              <a:xfrm>
                <a:off x="1200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Text Box 14"/>
              <p:cNvSpPr txBox="1">
                <a:spLocks noChangeArrowheads="1"/>
              </p:cNvSpPr>
              <p:nvPr/>
            </p:nvSpPr>
            <p:spPr bwMode="auto">
              <a:xfrm>
                <a:off x="1776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Line 15"/>
              <p:cNvSpPr>
                <a:spLocks noChangeShapeType="1"/>
              </p:cNvSpPr>
              <p:nvPr/>
            </p:nvSpPr>
            <p:spPr bwMode="auto">
              <a:xfrm>
                <a:off x="960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16"/>
              <p:cNvSpPr>
                <a:spLocks noChangeShapeType="1"/>
              </p:cNvSpPr>
              <p:nvPr/>
            </p:nvSpPr>
            <p:spPr bwMode="auto">
              <a:xfrm>
                <a:off x="1536" y="16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" name="Line 17"/>
              <p:cNvSpPr>
                <a:spLocks noChangeShapeType="1"/>
              </p:cNvSpPr>
              <p:nvPr/>
            </p:nvSpPr>
            <p:spPr bwMode="auto">
              <a:xfrm>
                <a:off x="2112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Text Box 18"/>
              <p:cNvSpPr txBox="1">
                <a:spLocks noChangeArrowheads="1"/>
              </p:cNvSpPr>
              <p:nvPr/>
            </p:nvSpPr>
            <p:spPr bwMode="auto">
              <a:xfrm>
                <a:off x="48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Line 19"/>
              <p:cNvSpPr>
                <a:spLocks noChangeShapeType="1"/>
              </p:cNvSpPr>
              <p:nvPr/>
            </p:nvSpPr>
            <p:spPr bwMode="auto">
              <a:xfrm>
                <a:off x="38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Group 123"/>
            <p:cNvGrpSpPr/>
            <p:nvPr/>
          </p:nvGrpSpPr>
          <p:grpSpPr bwMode="auto">
            <a:xfrm>
              <a:off x="76200" y="5559425"/>
              <a:ext cx="8991600" cy="323850"/>
              <a:chOff x="48" y="3502"/>
              <a:chExt cx="5664" cy="204"/>
            </a:xfrm>
          </p:grpSpPr>
          <p:sp>
            <p:nvSpPr>
              <p:cNvPr id="78" name="Text Box 41"/>
              <p:cNvSpPr txBox="1">
                <a:spLocks noChangeArrowheads="1"/>
              </p:cNvSpPr>
              <p:nvPr/>
            </p:nvSpPr>
            <p:spPr bwMode="auto">
              <a:xfrm>
                <a:off x="4080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Text Box 42"/>
              <p:cNvSpPr txBox="1">
                <a:spLocks noChangeArrowheads="1"/>
              </p:cNvSpPr>
              <p:nvPr/>
            </p:nvSpPr>
            <p:spPr bwMode="auto">
              <a:xfrm>
                <a:off x="4704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0101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Text Box 43"/>
              <p:cNvSpPr txBox="1">
                <a:spLocks noChangeArrowheads="1"/>
              </p:cNvSpPr>
              <p:nvPr/>
            </p:nvSpPr>
            <p:spPr bwMode="auto">
              <a:xfrm>
                <a:off x="5328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Line 44"/>
              <p:cNvSpPr>
                <a:spLocks noChangeShapeType="1"/>
              </p:cNvSpPr>
              <p:nvPr/>
            </p:nvSpPr>
            <p:spPr bwMode="auto">
              <a:xfrm>
                <a:off x="3744" y="3604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45"/>
              <p:cNvSpPr>
                <a:spLocks noChangeShapeType="1"/>
              </p:cNvSpPr>
              <p:nvPr/>
            </p:nvSpPr>
            <p:spPr bwMode="auto">
              <a:xfrm>
                <a:off x="446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46"/>
              <p:cNvSpPr>
                <a:spLocks noChangeShapeType="1"/>
              </p:cNvSpPr>
              <p:nvPr/>
            </p:nvSpPr>
            <p:spPr bwMode="auto">
              <a:xfrm>
                <a:off x="5088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Text Box 47"/>
              <p:cNvSpPr txBox="1">
                <a:spLocks noChangeArrowheads="1"/>
              </p:cNvSpPr>
              <p:nvPr/>
            </p:nvSpPr>
            <p:spPr bwMode="auto">
              <a:xfrm>
                <a:off x="624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Text Box 48"/>
              <p:cNvSpPr txBox="1">
                <a:spLocks noChangeArrowheads="1"/>
              </p:cNvSpPr>
              <p:nvPr/>
            </p:nvSpPr>
            <p:spPr bwMode="auto">
              <a:xfrm>
                <a:off x="1200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1001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Text Box 49"/>
              <p:cNvSpPr txBox="1">
                <a:spLocks noChangeArrowheads="1"/>
              </p:cNvSpPr>
              <p:nvPr/>
            </p:nvSpPr>
            <p:spPr bwMode="auto">
              <a:xfrm>
                <a:off x="1776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" name="Line 50"/>
              <p:cNvSpPr>
                <a:spLocks noChangeShapeType="1"/>
              </p:cNvSpPr>
              <p:nvPr/>
            </p:nvSpPr>
            <p:spPr bwMode="auto">
              <a:xfrm>
                <a:off x="960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51"/>
              <p:cNvSpPr>
                <a:spLocks noChangeShapeType="1"/>
              </p:cNvSpPr>
              <p:nvPr/>
            </p:nvSpPr>
            <p:spPr bwMode="auto">
              <a:xfrm>
                <a:off x="1536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52"/>
              <p:cNvSpPr>
                <a:spLocks noChangeShapeType="1"/>
              </p:cNvSpPr>
              <p:nvPr/>
            </p:nvSpPr>
            <p:spPr bwMode="auto">
              <a:xfrm>
                <a:off x="2112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Text Box 53"/>
              <p:cNvSpPr txBox="1">
                <a:spLocks noChangeArrowheads="1"/>
              </p:cNvSpPr>
              <p:nvPr/>
            </p:nvSpPr>
            <p:spPr bwMode="auto">
              <a:xfrm>
                <a:off x="48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1011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" name="Line 54"/>
              <p:cNvSpPr>
                <a:spLocks noChangeShapeType="1"/>
              </p:cNvSpPr>
              <p:nvPr/>
            </p:nvSpPr>
            <p:spPr bwMode="auto">
              <a:xfrm>
                <a:off x="38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Text Box 55"/>
              <p:cNvSpPr txBox="1">
                <a:spLocks noChangeArrowheads="1"/>
              </p:cNvSpPr>
              <p:nvPr/>
            </p:nvSpPr>
            <p:spPr bwMode="auto">
              <a:xfrm>
                <a:off x="2352" y="3504"/>
                <a:ext cx="1392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0111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" name="Line 56"/>
            <p:cNvSpPr>
              <a:spLocks noChangeShapeType="1"/>
            </p:cNvSpPr>
            <p:nvPr/>
          </p:nvSpPr>
          <p:spPr bwMode="auto">
            <a:xfrm>
              <a:off x="8915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57"/>
            <p:cNvSpPr>
              <a:spLocks noChangeShapeType="1"/>
            </p:cNvSpPr>
            <p:nvPr/>
          </p:nvSpPr>
          <p:spPr bwMode="auto">
            <a:xfrm>
              <a:off x="152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81"/>
            <p:cNvGrpSpPr/>
            <p:nvPr/>
          </p:nvGrpSpPr>
          <p:grpSpPr bwMode="auto">
            <a:xfrm>
              <a:off x="5867400" y="2819400"/>
              <a:ext cx="914400" cy="381000"/>
              <a:chOff x="3696" y="1776"/>
              <a:chExt cx="576" cy="240"/>
            </a:xfrm>
          </p:grpSpPr>
          <p:sp>
            <p:nvSpPr>
              <p:cNvPr id="75" name="Line 20"/>
              <p:cNvSpPr>
                <a:spLocks noChangeShapeType="1"/>
              </p:cNvSpPr>
              <p:nvPr/>
            </p:nvSpPr>
            <p:spPr bwMode="auto">
              <a:xfrm>
                <a:off x="3696" y="182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34"/>
              <p:cNvSpPr>
                <a:spLocks noChangeShapeType="1"/>
              </p:cNvSpPr>
              <p:nvPr/>
            </p:nvSpPr>
            <p:spPr bwMode="auto">
              <a:xfrm>
                <a:off x="4272" y="17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35"/>
              <p:cNvSpPr>
                <a:spLocks noChangeShapeType="1"/>
              </p:cNvSpPr>
              <p:nvPr/>
            </p:nvSpPr>
            <p:spPr bwMode="auto">
              <a:xfrm flipH="1">
                <a:off x="3696" y="201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Text Box 94"/>
            <p:cNvSpPr txBox="1">
              <a:spLocks noChangeArrowheads="1"/>
            </p:cNvSpPr>
            <p:nvPr/>
          </p:nvSpPr>
          <p:spPr bwMode="auto">
            <a:xfrm>
              <a:off x="64770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13" name="Group 82"/>
            <p:cNvGrpSpPr/>
            <p:nvPr/>
          </p:nvGrpSpPr>
          <p:grpSpPr bwMode="auto">
            <a:xfrm>
              <a:off x="5715000" y="2819400"/>
              <a:ext cx="2057400" cy="609600"/>
              <a:chOff x="3600" y="1776"/>
              <a:chExt cx="1296" cy="384"/>
            </a:xfrm>
          </p:grpSpPr>
          <p:sp>
            <p:nvSpPr>
              <p:cNvPr id="72" name="Line 21"/>
              <p:cNvSpPr>
                <a:spLocks noChangeShapeType="1"/>
              </p:cNvSpPr>
              <p:nvPr/>
            </p:nvSpPr>
            <p:spPr bwMode="auto">
              <a:xfrm>
                <a:off x="3600" y="182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36"/>
              <p:cNvSpPr>
                <a:spLocks noChangeShapeType="1"/>
              </p:cNvSpPr>
              <p:nvPr/>
            </p:nvSpPr>
            <p:spPr bwMode="auto">
              <a:xfrm>
                <a:off x="4896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37"/>
              <p:cNvSpPr>
                <a:spLocks noChangeShapeType="1"/>
              </p:cNvSpPr>
              <p:nvPr/>
            </p:nvSpPr>
            <p:spPr bwMode="auto">
              <a:xfrm flipH="1">
                <a:off x="3600" y="2160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" name="Text Box 95"/>
            <p:cNvSpPr txBox="1">
              <a:spLocks noChangeArrowheads="1"/>
            </p:cNvSpPr>
            <p:nvPr/>
          </p:nvSpPr>
          <p:spPr bwMode="auto">
            <a:xfrm>
              <a:off x="7543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15" name="Group 83"/>
            <p:cNvGrpSpPr/>
            <p:nvPr/>
          </p:nvGrpSpPr>
          <p:grpSpPr bwMode="auto">
            <a:xfrm>
              <a:off x="5562600" y="2819400"/>
              <a:ext cx="2971800" cy="838200"/>
              <a:chOff x="3504" y="1776"/>
              <a:chExt cx="1872" cy="528"/>
            </a:xfrm>
          </p:grpSpPr>
          <p:sp>
            <p:nvSpPr>
              <p:cNvPr id="69" name="Line 22"/>
              <p:cNvSpPr>
                <a:spLocks noChangeShapeType="1"/>
              </p:cNvSpPr>
              <p:nvPr/>
            </p:nvSpPr>
            <p:spPr bwMode="auto">
              <a:xfrm>
                <a:off x="3504" y="182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38"/>
              <p:cNvSpPr>
                <a:spLocks noChangeShapeType="1"/>
              </p:cNvSpPr>
              <p:nvPr/>
            </p:nvSpPr>
            <p:spPr bwMode="auto">
              <a:xfrm>
                <a:off x="5376" y="1776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39"/>
              <p:cNvSpPr>
                <a:spLocks noChangeShapeType="1"/>
              </p:cNvSpPr>
              <p:nvPr/>
            </p:nvSpPr>
            <p:spPr bwMode="auto">
              <a:xfrm flipH="1" flipV="1">
                <a:off x="3504" y="2304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Text Box 96"/>
            <p:cNvSpPr txBox="1">
              <a:spLocks noChangeArrowheads="1"/>
            </p:cNvSpPr>
            <p:nvPr/>
          </p:nvSpPr>
          <p:spPr bwMode="auto">
            <a:xfrm>
              <a:off x="8305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17" name="Group 84"/>
            <p:cNvGrpSpPr/>
            <p:nvPr/>
          </p:nvGrpSpPr>
          <p:grpSpPr bwMode="auto">
            <a:xfrm>
              <a:off x="5410200" y="2895600"/>
              <a:ext cx="3200400" cy="2667000"/>
              <a:chOff x="3408" y="1824"/>
              <a:chExt cx="2016" cy="1680"/>
            </a:xfrm>
          </p:grpSpPr>
          <p:sp>
            <p:nvSpPr>
              <p:cNvPr id="66" name="Line 23"/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58"/>
              <p:cNvSpPr>
                <a:spLocks noChangeShapeType="1"/>
              </p:cNvSpPr>
              <p:nvPr/>
            </p:nvSpPr>
            <p:spPr bwMode="auto">
              <a:xfrm>
                <a:off x="3408" y="2448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59"/>
              <p:cNvSpPr>
                <a:spLocks noChangeShapeType="1"/>
              </p:cNvSpPr>
              <p:nvPr/>
            </p:nvSpPr>
            <p:spPr bwMode="auto">
              <a:xfrm>
                <a:off x="5424" y="244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Text Box 97"/>
            <p:cNvSpPr txBox="1">
              <a:spLocks noChangeArrowheads="1"/>
            </p:cNvSpPr>
            <p:nvPr/>
          </p:nvSpPr>
          <p:spPr bwMode="auto">
            <a:xfrm>
              <a:off x="83820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19" name="Group 85"/>
            <p:cNvGrpSpPr/>
            <p:nvPr/>
          </p:nvGrpSpPr>
          <p:grpSpPr bwMode="auto">
            <a:xfrm>
              <a:off x="5257800" y="2895600"/>
              <a:ext cx="2514600" cy="2667000"/>
              <a:chOff x="3312" y="1824"/>
              <a:chExt cx="1584" cy="1680"/>
            </a:xfrm>
          </p:grpSpPr>
          <p:sp>
            <p:nvSpPr>
              <p:cNvPr id="63" name="Line 24"/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60"/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61"/>
              <p:cNvSpPr>
                <a:spLocks noChangeShapeType="1"/>
              </p:cNvSpPr>
              <p:nvPr/>
            </p:nvSpPr>
            <p:spPr bwMode="auto">
              <a:xfrm>
                <a:off x="4896" y="259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" name="Text Box 98"/>
            <p:cNvSpPr txBox="1">
              <a:spLocks noChangeArrowheads="1"/>
            </p:cNvSpPr>
            <p:nvPr/>
          </p:nvSpPr>
          <p:spPr bwMode="auto">
            <a:xfrm>
              <a:off x="75438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21" name="Group 86"/>
            <p:cNvGrpSpPr/>
            <p:nvPr/>
          </p:nvGrpSpPr>
          <p:grpSpPr bwMode="auto">
            <a:xfrm>
              <a:off x="5105400" y="2895600"/>
              <a:ext cx="1752600" cy="2667000"/>
              <a:chOff x="3216" y="1824"/>
              <a:chExt cx="1104" cy="1680"/>
            </a:xfrm>
          </p:grpSpPr>
          <p:sp>
            <p:nvSpPr>
              <p:cNvPr id="60" name="Line 25"/>
              <p:cNvSpPr>
                <a:spLocks noChangeShapeType="1"/>
              </p:cNvSpPr>
              <p:nvPr/>
            </p:nvSpPr>
            <p:spPr bwMode="auto">
              <a:xfrm>
                <a:off x="3216" y="182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Line 62"/>
              <p:cNvSpPr>
                <a:spLocks noChangeShapeType="1"/>
              </p:cNvSpPr>
              <p:nvPr/>
            </p:nvSpPr>
            <p:spPr bwMode="auto">
              <a:xfrm>
                <a:off x="3216" y="273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64"/>
              <p:cNvSpPr>
                <a:spLocks noChangeShapeType="1"/>
              </p:cNvSpPr>
              <p:nvPr/>
            </p:nvSpPr>
            <p:spPr bwMode="auto">
              <a:xfrm>
                <a:off x="4320" y="2736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" name="Text Box 99"/>
            <p:cNvSpPr txBox="1">
              <a:spLocks noChangeArrowheads="1"/>
            </p:cNvSpPr>
            <p:nvPr/>
          </p:nvSpPr>
          <p:spPr bwMode="auto">
            <a:xfrm>
              <a:off x="66294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7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4953000" y="2895600"/>
              <a:ext cx="0" cy="266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100"/>
            <p:cNvSpPr txBox="1">
              <a:spLocks noChangeArrowheads="1"/>
            </p:cNvSpPr>
            <p:nvPr/>
          </p:nvSpPr>
          <p:spPr bwMode="auto">
            <a:xfrm>
              <a:off x="49530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25" name="Group 87"/>
            <p:cNvGrpSpPr/>
            <p:nvPr/>
          </p:nvGrpSpPr>
          <p:grpSpPr bwMode="auto">
            <a:xfrm>
              <a:off x="3124200" y="2895600"/>
              <a:ext cx="1676400" cy="2667000"/>
              <a:chOff x="1968" y="1824"/>
              <a:chExt cx="1056" cy="1680"/>
            </a:xfrm>
          </p:grpSpPr>
          <p:sp>
            <p:nvSpPr>
              <p:cNvPr id="57" name="Line 27"/>
              <p:cNvSpPr>
                <a:spLocks noChangeShapeType="1"/>
              </p:cNvSpPr>
              <p:nvPr/>
            </p:nvSpPr>
            <p:spPr bwMode="auto">
              <a:xfrm>
                <a:off x="3024" y="1824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79"/>
              <p:cNvSpPr>
                <a:spLocks noChangeShapeType="1"/>
              </p:cNvSpPr>
              <p:nvPr/>
            </p:nvSpPr>
            <p:spPr bwMode="auto">
              <a:xfrm flipH="1">
                <a:off x="1968" y="292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80"/>
              <p:cNvSpPr>
                <a:spLocks noChangeShapeType="1"/>
              </p:cNvSpPr>
              <p:nvPr/>
            </p:nvSpPr>
            <p:spPr bwMode="auto">
              <a:xfrm>
                <a:off x="1968" y="292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Text Box 101"/>
            <p:cNvSpPr txBox="1">
              <a:spLocks noChangeArrowheads="1"/>
            </p:cNvSpPr>
            <p:nvPr/>
          </p:nvSpPr>
          <p:spPr bwMode="auto">
            <a:xfrm>
              <a:off x="31242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9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27" name="Group 88"/>
            <p:cNvGrpSpPr/>
            <p:nvPr/>
          </p:nvGrpSpPr>
          <p:grpSpPr bwMode="auto">
            <a:xfrm>
              <a:off x="2209800" y="2895600"/>
              <a:ext cx="2438400" cy="2667000"/>
              <a:chOff x="1392" y="1824"/>
              <a:chExt cx="1536" cy="1680"/>
            </a:xfrm>
          </p:grpSpPr>
          <p:sp>
            <p:nvSpPr>
              <p:cNvPr id="54" name="Line 28"/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77"/>
              <p:cNvSpPr>
                <a:spLocks noChangeShapeType="1"/>
              </p:cNvSpPr>
              <p:nvPr/>
            </p:nvSpPr>
            <p:spPr bwMode="auto">
              <a:xfrm flipH="1">
                <a:off x="1392" y="278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78"/>
              <p:cNvSpPr>
                <a:spLocks noChangeShapeType="1"/>
              </p:cNvSpPr>
              <p:nvPr/>
            </p:nvSpPr>
            <p:spPr bwMode="auto">
              <a:xfrm>
                <a:off x="1392" y="278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Text Box 102"/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29" name="Group 89"/>
            <p:cNvGrpSpPr/>
            <p:nvPr/>
          </p:nvGrpSpPr>
          <p:grpSpPr bwMode="auto">
            <a:xfrm>
              <a:off x="1295400" y="2895600"/>
              <a:ext cx="3200400" cy="2667000"/>
              <a:chOff x="816" y="1824"/>
              <a:chExt cx="2016" cy="1680"/>
            </a:xfrm>
          </p:grpSpPr>
          <p:sp>
            <p:nvSpPr>
              <p:cNvPr id="51" name="Line 29"/>
              <p:cNvSpPr>
                <a:spLocks noChangeShapeType="1"/>
              </p:cNvSpPr>
              <p:nvPr/>
            </p:nvSpPr>
            <p:spPr bwMode="auto">
              <a:xfrm>
                <a:off x="2832" y="1824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75"/>
              <p:cNvSpPr>
                <a:spLocks noChangeShapeType="1"/>
              </p:cNvSpPr>
              <p:nvPr/>
            </p:nvSpPr>
            <p:spPr bwMode="auto">
              <a:xfrm flipH="1">
                <a:off x="816" y="2640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76"/>
              <p:cNvSpPr>
                <a:spLocks noChangeShapeType="1"/>
              </p:cNvSpPr>
              <p:nvPr/>
            </p:nvSpPr>
            <p:spPr bwMode="auto">
              <a:xfrm flipH="1" flipV="1">
                <a:off x="816" y="2640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Text Box 103"/>
            <p:cNvSpPr txBox="1">
              <a:spLocks noChangeArrowheads="1"/>
            </p:cNvSpPr>
            <p:nvPr/>
          </p:nvSpPr>
          <p:spPr bwMode="auto">
            <a:xfrm>
              <a:off x="1295400" y="5165725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1" name="Group 90"/>
            <p:cNvGrpSpPr/>
            <p:nvPr/>
          </p:nvGrpSpPr>
          <p:grpSpPr bwMode="auto">
            <a:xfrm>
              <a:off x="533400" y="2895600"/>
              <a:ext cx="3810000" cy="2667000"/>
              <a:chOff x="336" y="1824"/>
              <a:chExt cx="2400" cy="1680"/>
            </a:xfrm>
          </p:grpSpPr>
          <p:sp>
            <p:nvSpPr>
              <p:cNvPr id="48" name="Line 30"/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73"/>
              <p:cNvSpPr>
                <a:spLocks noChangeShapeType="1"/>
              </p:cNvSpPr>
              <p:nvPr/>
            </p:nvSpPr>
            <p:spPr bwMode="auto">
              <a:xfrm flipH="1">
                <a:off x="336" y="249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74"/>
              <p:cNvSpPr>
                <a:spLocks noChangeShapeType="1"/>
              </p:cNvSpPr>
              <p:nvPr/>
            </p:nvSpPr>
            <p:spPr bwMode="auto">
              <a:xfrm>
                <a:off x="336" y="2496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Text Box 104"/>
            <p:cNvSpPr txBox="1">
              <a:spLocks noChangeArrowheads="1"/>
            </p:cNvSpPr>
            <p:nvPr/>
          </p:nvSpPr>
          <p:spPr bwMode="auto">
            <a:xfrm>
              <a:off x="533400" y="5165725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3" name="Group 91"/>
            <p:cNvGrpSpPr/>
            <p:nvPr/>
          </p:nvGrpSpPr>
          <p:grpSpPr bwMode="auto">
            <a:xfrm>
              <a:off x="533400" y="2819400"/>
              <a:ext cx="3657600" cy="914400"/>
              <a:chOff x="336" y="1776"/>
              <a:chExt cx="2304" cy="576"/>
            </a:xfrm>
          </p:grpSpPr>
          <p:sp>
            <p:nvSpPr>
              <p:cNvPr id="45" name="Line 31"/>
              <p:cNvSpPr>
                <a:spLocks noChangeShapeType="1"/>
              </p:cNvSpPr>
              <p:nvPr/>
            </p:nvSpPr>
            <p:spPr bwMode="auto">
              <a:xfrm>
                <a:off x="2640" y="1824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71"/>
              <p:cNvSpPr>
                <a:spLocks noChangeShapeType="1"/>
              </p:cNvSpPr>
              <p:nvPr/>
            </p:nvSpPr>
            <p:spPr bwMode="auto">
              <a:xfrm flipH="1">
                <a:off x="336" y="2352"/>
                <a:ext cx="2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72"/>
              <p:cNvSpPr>
                <a:spLocks noChangeShapeType="1"/>
              </p:cNvSpPr>
              <p:nvPr/>
            </p:nvSpPr>
            <p:spPr bwMode="auto">
              <a:xfrm>
                <a:off x="336" y="1776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 Box 105"/>
            <p:cNvSpPr txBox="1">
              <a:spLocks noChangeArrowheads="1"/>
            </p:cNvSpPr>
            <p:nvPr/>
          </p:nvSpPr>
          <p:spPr bwMode="auto">
            <a:xfrm>
              <a:off x="457200" y="2895600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5" name="Group 92"/>
            <p:cNvGrpSpPr/>
            <p:nvPr/>
          </p:nvGrpSpPr>
          <p:grpSpPr bwMode="auto">
            <a:xfrm>
              <a:off x="1295400" y="2819400"/>
              <a:ext cx="2743200" cy="685800"/>
              <a:chOff x="816" y="1776"/>
              <a:chExt cx="1728" cy="432"/>
            </a:xfrm>
          </p:grpSpPr>
          <p:sp>
            <p:nvSpPr>
              <p:cNvPr id="42" name="Line 32"/>
              <p:cNvSpPr>
                <a:spLocks noChangeShapeType="1"/>
              </p:cNvSpPr>
              <p:nvPr/>
            </p:nvSpPr>
            <p:spPr bwMode="auto">
              <a:xfrm>
                <a:off x="2544" y="182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Line 69"/>
              <p:cNvSpPr>
                <a:spLocks noChangeShapeType="1"/>
              </p:cNvSpPr>
              <p:nvPr/>
            </p:nvSpPr>
            <p:spPr bwMode="auto">
              <a:xfrm flipH="1" flipV="1">
                <a:off x="816" y="22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70"/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Text Box 106"/>
            <p:cNvSpPr txBox="1">
              <a:spLocks noChangeArrowheads="1"/>
            </p:cNvSpPr>
            <p:nvPr/>
          </p:nvSpPr>
          <p:spPr bwMode="auto">
            <a:xfrm>
              <a:off x="1295400" y="2895600"/>
              <a:ext cx="685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7" name="Group 93"/>
            <p:cNvGrpSpPr/>
            <p:nvPr/>
          </p:nvGrpSpPr>
          <p:grpSpPr bwMode="auto">
            <a:xfrm>
              <a:off x="2209800" y="2819400"/>
              <a:ext cx="1676400" cy="457200"/>
              <a:chOff x="1392" y="1776"/>
              <a:chExt cx="1056" cy="288"/>
            </a:xfrm>
          </p:grpSpPr>
          <p:sp>
            <p:nvSpPr>
              <p:cNvPr id="39" name="Line 33"/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67"/>
              <p:cNvSpPr>
                <a:spLocks noChangeShapeType="1"/>
              </p:cNvSpPr>
              <p:nvPr/>
            </p:nvSpPr>
            <p:spPr bwMode="auto">
              <a:xfrm flipH="1">
                <a:off x="1392" y="2064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68"/>
              <p:cNvSpPr>
                <a:spLocks noChangeShapeType="1"/>
              </p:cNvSpPr>
              <p:nvPr/>
            </p:nvSpPr>
            <p:spPr bwMode="auto">
              <a:xfrm>
                <a:off x="1392" y="177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Text Box 107"/>
            <p:cNvSpPr txBox="1">
              <a:spLocks noChangeArrowheads="1"/>
            </p:cNvSpPr>
            <p:nvPr/>
          </p:nvSpPr>
          <p:spPr bwMode="auto">
            <a:xfrm>
              <a:off x="2209800" y="2879725"/>
              <a:ext cx="609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75656" y="1916832"/>
            <a:ext cx="6480720" cy="3530600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rgbClr val="FFC000"/>
                </a:solidFill>
              </a:rPr>
              <a:t>集成化的</a:t>
            </a:r>
            <a:r>
              <a:rPr lang="en-US" altLang="zh-CN" sz="4000" b="1" dirty="0">
                <a:solidFill>
                  <a:srgbClr val="FFC000"/>
                </a:solidFill>
              </a:rPr>
              <a:t>4</a:t>
            </a:r>
            <a:r>
              <a:rPr lang="zh-CN" altLang="en-US" sz="4000" b="1" dirty="0">
                <a:solidFill>
                  <a:srgbClr val="FFC000"/>
                </a:solidFill>
              </a:rPr>
              <a:t>位二进制计数器（</a:t>
            </a:r>
            <a:r>
              <a:rPr lang="en-US" altLang="zh-CN" sz="4000" b="1" dirty="0">
                <a:solidFill>
                  <a:srgbClr val="FFC000"/>
                </a:solidFill>
              </a:rPr>
              <a:t>74163</a:t>
            </a:r>
            <a:r>
              <a:rPr lang="zh-CN" altLang="en-US" sz="4000" b="1" dirty="0">
                <a:solidFill>
                  <a:srgbClr val="FFC000"/>
                </a:solidFill>
              </a:rPr>
              <a:t>）设计与应用</a:t>
            </a:r>
            <a:endParaRPr lang="zh-CN" altLang="en-US" sz="4000" b="1" dirty="0">
              <a:solidFill>
                <a:srgbClr val="FFC000"/>
              </a:solidFill>
            </a:endParaRPr>
          </a:p>
          <a:p>
            <a:pPr algn="ctr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992B9-F696-44F5-84B6-AFEBA07EAF1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 </a:t>
            </a:r>
            <a:endParaRPr lang="zh-CN" altLang="en-US"/>
          </a:p>
        </p:txBody>
      </p:sp>
      <p:sp>
        <p:nvSpPr>
          <p:cNvPr id="73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</a:t>
            </a:r>
            <a:endParaRPr lang="zh-CN" altLang="en-US" b="1" dirty="0"/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同步二进制计数器设计</a:t>
            </a: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十进制计数器设计</a:t>
            </a: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可逆计数器设计</a:t>
            </a: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集成化的</a:t>
            </a:r>
            <a:r>
              <a:rPr lang="en-US" altLang="zh-CN" b="1" dirty="0">
                <a:solidFill>
                  <a:srgbClr val="FFFF00"/>
                </a:solidFill>
              </a:rPr>
              <a:t>4</a:t>
            </a:r>
            <a:r>
              <a:rPr lang="zh-CN" altLang="en-US" b="1" dirty="0">
                <a:solidFill>
                  <a:srgbClr val="FFFF00"/>
                </a:solidFill>
              </a:rPr>
              <a:t>位二进制计数器设计</a:t>
            </a:r>
            <a:endParaRPr lang="zh-CN" altLang="en-US" b="1" dirty="0">
              <a:solidFill>
                <a:srgbClr val="FFFF00"/>
              </a:solidFill>
            </a:endParaRPr>
          </a:p>
          <a:p>
            <a:pPr lvl="1" eaLnBrk="1" hangingPunct="1">
              <a:defRPr/>
            </a:pPr>
            <a:r>
              <a:rPr lang="zh-CN" altLang="en-US" b="1" dirty="0"/>
              <a:t>设计计数器时要注意的问题</a:t>
            </a:r>
            <a:endParaRPr lang="zh-CN" altLang="en-US" b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FB2FF1DA-D922-4CF2-BD2C-4E85289F0A85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38308" name="Rectangle 4"/>
          <p:cNvSpPr>
            <a:spLocks noChangeArrowheads="1"/>
          </p:cNvSpPr>
          <p:nvPr/>
        </p:nvSpPr>
        <p:spPr bwMode="auto">
          <a:xfrm>
            <a:off x="457200" y="3768725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406" y="890862"/>
            <a:ext cx="8382000" cy="762000"/>
          </a:xfrm>
        </p:spPr>
        <p:txBody>
          <a:bodyPr/>
          <a:lstStyle/>
          <a:p>
            <a:r>
              <a:rPr lang="en-US" altLang="zh-CN" b="1" dirty="0">
                <a:solidFill>
                  <a:srgbClr val="FFC000"/>
                </a:solidFill>
              </a:rPr>
              <a:t>4</a:t>
            </a:r>
            <a:r>
              <a:rPr lang="zh-CN" altLang="en-US" b="1" dirty="0">
                <a:solidFill>
                  <a:srgbClr val="FFC000"/>
                </a:solidFill>
              </a:rPr>
              <a:t>位二进制计数器的状态图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</a:fld>
            <a:endParaRPr lang="en-US" altLang="zh-CN"/>
          </a:p>
        </p:txBody>
      </p:sp>
      <p:grpSp>
        <p:nvGrpSpPr>
          <p:cNvPr id="37" name="组合 36"/>
          <p:cNvGrpSpPr/>
          <p:nvPr/>
        </p:nvGrpSpPr>
        <p:grpSpPr>
          <a:xfrm>
            <a:off x="223837" y="2852936"/>
            <a:ext cx="8696325" cy="2438400"/>
            <a:chOff x="228600" y="3681413"/>
            <a:chExt cx="8696325" cy="2438400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304800" y="3681413"/>
              <a:ext cx="64135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600200" y="3681413"/>
              <a:ext cx="6858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971800" y="3681413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4343400" y="3681413"/>
              <a:ext cx="61753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8275638" y="4713288"/>
              <a:ext cx="639762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8305800" y="3681413"/>
              <a:ext cx="619125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7008813" y="3681413"/>
              <a:ext cx="611187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5638800" y="3681413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V="1">
              <a:off x="941388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8610600" y="4114800"/>
              <a:ext cx="0" cy="557213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20"/>
            <p:cNvSpPr>
              <a:spLocks noChangeShapeType="1"/>
            </p:cNvSpPr>
            <p:nvPr/>
          </p:nvSpPr>
          <p:spPr bwMode="auto">
            <a:xfrm flipH="1" flipV="1">
              <a:off x="533400" y="4114800"/>
              <a:ext cx="0" cy="53340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 flipV="1">
              <a:off x="2286000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 flipV="1">
              <a:off x="3608388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 flipV="1">
              <a:off x="4953000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 flipV="1">
              <a:off x="6275388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35"/>
            <p:cNvSpPr>
              <a:spLocks noChangeShapeType="1"/>
            </p:cNvSpPr>
            <p:nvPr/>
          </p:nvSpPr>
          <p:spPr bwMode="auto">
            <a:xfrm flipV="1">
              <a:off x="7620000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38"/>
            <p:cNvSpPr>
              <a:spLocks noChangeShapeType="1"/>
            </p:cNvSpPr>
            <p:nvPr/>
          </p:nvSpPr>
          <p:spPr bwMode="auto">
            <a:xfrm>
              <a:off x="8610600" y="5205413"/>
              <a:ext cx="0" cy="45720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Text Box 40"/>
            <p:cNvSpPr txBox="1">
              <a:spLocks noChangeArrowheads="1"/>
            </p:cNvSpPr>
            <p:nvPr/>
          </p:nvSpPr>
          <p:spPr bwMode="auto">
            <a:xfrm>
              <a:off x="8229600" y="5703888"/>
              <a:ext cx="639763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3" name="Text Box 41"/>
            <p:cNvSpPr txBox="1">
              <a:spLocks noChangeArrowheads="1"/>
            </p:cNvSpPr>
            <p:nvPr/>
          </p:nvSpPr>
          <p:spPr bwMode="auto">
            <a:xfrm>
              <a:off x="228600" y="5662613"/>
              <a:ext cx="65563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4" name="Text Box 42"/>
            <p:cNvSpPr txBox="1">
              <a:spLocks noChangeArrowheads="1"/>
            </p:cNvSpPr>
            <p:nvPr/>
          </p:nvSpPr>
          <p:spPr bwMode="auto">
            <a:xfrm>
              <a:off x="1600200" y="5703888"/>
              <a:ext cx="6858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5" name="Text Box 43"/>
            <p:cNvSpPr txBox="1">
              <a:spLocks noChangeArrowheads="1"/>
            </p:cNvSpPr>
            <p:nvPr/>
          </p:nvSpPr>
          <p:spPr bwMode="auto">
            <a:xfrm>
              <a:off x="2971800" y="5703888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6" name="Text Box 44"/>
            <p:cNvSpPr txBox="1">
              <a:spLocks noChangeArrowheads="1"/>
            </p:cNvSpPr>
            <p:nvPr/>
          </p:nvSpPr>
          <p:spPr bwMode="auto">
            <a:xfrm>
              <a:off x="4343400" y="5703888"/>
              <a:ext cx="61753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7" name="Text Box 45"/>
            <p:cNvSpPr txBox="1">
              <a:spLocks noChangeArrowheads="1"/>
            </p:cNvSpPr>
            <p:nvPr/>
          </p:nvSpPr>
          <p:spPr bwMode="auto">
            <a:xfrm>
              <a:off x="6934200" y="5703888"/>
              <a:ext cx="61118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8" name="Text Box 46"/>
            <p:cNvSpPr txBox="1">
              <a:spLocks noChangeArrowheads="1"/>
            </p:cNvSpPr>
            <p:nvPr/>
          </p:nvSpPr>
          <p:spPr bwMode="auto">
            <a:xfrm>
              <a:off x="5638800" y="5703888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1010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9" name="Line 48"/>
            <p:cNvSpPr>
              <a:spLocks noChangeShapeType="1"/>
            </p:cNvSpPr>
            <p:nvPr/>
          </p:nvSpPr>
          <p:spPr bwMode="auto">
            <a:xfrm flipV="1">
              <a:off x="914400" y="5849938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Text Box 50"/>
            <p:cNvSpPr txBox="1">
              <a:spLocks noChangeArrowheads="1"/>
            </p:cNvSpPr>
            <p:nvPr/>
          </p:nvSpPr>
          <p:spPr bwMode="auto">
            <a:xfrm>
              <a:off x="228600" y="4672013"/>
              <a:ext cx="633413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31" name="Line 52"/>
            <p:cNvSpPr>
              <a:spLocks noChangeShapeType="1"/>
            </p:cNvSpPr>
            <p:nvPr/>
          </p:nvSpPr>
          <p:spPr bwMode="auto">
            <a:xfrm flipH="1" flipV="1">
              <a:off x="533400" y="5053013"/>
              <a:ext cx="0" cy="60960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55"/>
            <p:cNvSpPr>
              <a:spLocks noChangeShapeType="1"/>
            </p:cNvSpPr>
            <p:nvPr/>
          </p:nvSpPr>
          <p:spPr bwMode="auto">
            <a:xfrm flipV="1">
              <a:off x="22860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58"/>
            <p:cNvSpPr>
              <a:spLocks noChangeShapeType="1"/>
            </p:cNvSpPr>
            <p:nvPr/>
          </p:nvSpPr>
          <p:spPr bwMode="auto">
            <a:xfrm flipV="1">
              <a:off x="36576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61"/>
            <p:cNvSpPr>
              <a:spLocks noChangeShapeType="1"/>
            </p:cNvSpPr>
            <p:nvPr/>
          </p:nvSpPr>
          <p:spPr bwMode="auto">
            <a:xfrm flipV="1">
              <a:off x="49530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64"/>
            <p:cNvSpPr>
              <a:spLocks noChangeShapeType="1"/>
            </p:cNvSpPr>
            <p:nvPr/>
          </p:nvSpPr>
          <p:spPr bwMode="auto">
            <a:xfrm flipV="1">
              <a:off x="62484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67"/>
            <p:cNvSpPr>
              <a:spLocks noChangeShapeType="1"/>
            </p:cNvSpPr>
            <p:nvPr/>
          </p:nvSpPr>
          <p:spPr bwMode="auto">
            <a:xfrm flipV="1">
              <a:off x="75438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16709" y="5180856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5CBBC3E-06F6-4575-B7A9-705F2DBC8284}" type="slidenum">
              <a:rPr lang="en-US" altLang="zh-CN" sz="1000" smtClean="0"/>
            </a:fld>
            <a:endParaRPr lang="en-US" altLang="zh-CN" sz="1000" dirty="0"/>
          </a:p>
        </p:txBody>
      </p:sp>
      <p:sp>
        <p:nvSpPr>
          <p:cNvPr id="735260" name="AutoShape 28"/>
          <p:cNvSpPr>
            <a:spLocks noChangeArrowheads="1"/>
          </p:cNvSpPr>
          <p:nvPr/>
        </p:nvSpPr>
        <p:spPr bwMode="auto">
          <a:xfrm>
            <a:off x="2228847" y="2304306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1" name="Rectangle 29"/>
          <p:cNvSpPr>
            <a:spLocks noChangeArrowheads="1"/>
          </p:cNvSpPr>
          <p:nvPr/>
        </p:nvSpPr>
        <p:spPr bwMode="auto">
          <a:xfrm>
            <a:off x="468309" y="2132856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状态方程</a:t>
            </a: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35262" name="Rectangle 30"/>
          <p:cNvSpPr>
            <a:spLocks noChangeArrowheads="1"/>
          </p:cNvSpPr>
          <p:nvPr/>
        </p:nvSpPr>
        <p:spPr bwMode="auto">
          <a:xfrm>
            <a:off x="3400422" y="2132856"/>
            <a:ext cx="1716087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原理表达式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35264" name="AutoShape 32"/>
          <p:cNvSpPr>
            <a:spLocks noChangeArrowheads="1"/>
          </p:cNvSpPr>
          <p:nvPr/>
        </p:nvSpPr>
        <p:spPr bwMode="auto">
          <a:xfrm>
            <a:off x="5503859" y="2256681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5" name="Rectangle 33"/>
          <p:cNvSpPr>
            <a:spLocks noChangeArrowheads="1"/>
          </p:cNvSpPr>
          <p:nvPr/>
        </p:nvSpPr>
        <p:spPr bwMode="auto">
          <a:xfrm>
            <a:off x="6488109" y="2132856"/>
            <a:ext cx="171608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实用表达式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487359" y="3244106"/>
            <a:ext cx="2843213" cy="1943100"/>
            <a:chOff x="-2793051" y="3953680"/>
            <a:chExt cx="2932601" cy="1943157"/>
          </a:xfrm>
        </p:grpSpPr>
        <p:sp>
          <p:nvSpPr>
            <p:cNvPr id="45079" name="文本框 15"/>
            <p:cNvSpPr txBox="1">
              <a:spLocks noChangeArrowheads="1"/>
            </p:cNvSpPr>
            <p:nvPr/>
          </p:nvSpPr>
          <p:spPr bwMode="auto">
            <a:xfrm>
              <a:off x="-2775586" y="3953680"/>
              <a:ext cx="193383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80" name="文本框 16"/>
            <p:cNvSpPr txBox="1">
              <a:spLocks noChangeArrowheads="1"/>
            </p:cNvSpPr>
            <p:nvPr/>
          </p:nvSpPr>
          <p:spPr bwMode="auto">
            <a:xfrm>
              <a:off x="-2788947" y="4613574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1(n+1)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45081" name="文本框 17"/>
            <p:cNvSpPr txBox="1">
              <a:spLocks noChangeArrowheads="1"/>
            </p:cNvSpPr>
            <p:nvPr/>
          </p:nvSpPr>
          <p:spPr bwMode="auto">
            <a:xfrm>
              <a:off x="-2793051" y="5071351"/>
              <a:ext cx="269021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2(n+1)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45082" name="文本框 18"/>
            <p:cNvSpPr txBox="1">
              <a:spLocks noChangeArrowheads="1"/>
            </p:cNvSpPr>
            <p:nvPr/>
          </p:nvSpPr>
          <p:spPr bwMode="auto">
            <a:xfrm>
              <a:off x="-2767611" y="5604185"/>
              <a:ext cx="2907161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3(n+1)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30" name="组合 29"/>
          <p:cNvGrpSpPr/>
          <p:nvPr/>
        </p:nvGrpSpPr>
        <p:grpSpPr bwMode="auto">
          <a:xfrm>
            <a:off x="3603622" y="3131394"/>
            <a:ext cx="2292350" cy="2068512"/>
            <a:chOff x="-2742341" y="3904977"/>
            <a:chExt cx="2363470" cy="2068570"/>
          </a:xfrm>
        </p:grpSpPr>
        <p:sp>
          <p:nvSpPr>
            <p:cNvPr id="45075" name="文本框 15"/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76" name="文本框 16"/>
            <p:cNvSpPr txBox="1">
              <a:spLocks noChangeArrowheads="1"/>
            </p:cNvSpPr>
            <p:nvPr/>
          </p:nvSpPr>
          <p:spPr bwMode="auto">
            <a:xfrm>
              <a:off x="-2742341" y="464138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45077" name="文本框 17"/>
            <p:cNvSpPr txBox="1">
              <a:spLocks noChangeArrowheads="1"/>
            </p:cNvSpPr>
            <p:nvPr/>
          </p:nvSpPr>
          <p:spPr bwMode="auto">
            <a:xfrm>
              <a:off x="-2737847" y="5134840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45078" name="文本框 18"/>
            <p:cNvSpPr txBox="1">
              <a:spLocks noChangeArrowheads="1"/>
            </p:cNvSpPr>
            <p:nvPr/>
          </p:nvSpPr>
          <p:spPr bwMode="auto">
            <a:xfrm>
              <a:off x="-2742341" y="5680895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35" name="组合 34"/>
          <p:cNvGrpSpPr/>
          <p:nvPr/>
        </p:nvGrpSpPr>
        <p:grpSpPr bwMode="auto">
          <a:xfrm>
            <a:off x="6167434" y="2963119"/>
            <a:ext cx="2757488" cy="2390775"/>
            <a:chOff x="-2763468" y="3904978"/>
            <a:chExt cx="2843922" cy="2389921"/>
          </a:xfrm>
        </p:grpSpPr>
        <p:sp>
          <p:nvSpPr>
            <p:cNvPr id="45071" name="文本框 15"/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72" name="文本框 16"/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45073" name="文本框 17"/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45074" name="文本框 18"/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6406" y="404664"/>
            <a:ext cx="8382000" cy="1248198"/>
          </a:xfrm>
        </p:spPr>
        <p:txBody>
          <a:bodyPr/>
          <a:lstStyle/>
          <a:p>
            <a:r>
              <a:rPr lang="en-US" altLang="zh-CN" b="1" dirty="0">
                <a:solidFill>
                  <a:srgbClr val="FFC000"/>
                </a:solidFill>
              </a:rPr>
              <a:t>4</a:t>
            </a:r>
            <a:r>
              <a:rPr lang="zh-CN" altLang="en-US" b="1" dirty="0">
                <a:solidFill>
                  <a:srgbClr val="FFC000"/>
                </a:solidFill>
              </a:rPr>
              <a:t>位二进制计数器的</a:t>
            </a:r>
            <a:br>
              <a:rPr lang="en-US" altLang="zh-CN" b="1" dirty="0">
                <a:solidFill>
                  <a:srgbClr val="FFC000"/>
                </a:solidFill>
              </a:rPr>
            </a:br>
            <a:r>
              <a:rPr lang="zh-CN" altLang="en-US" b="1" dirty="0">
                <a:solidFill>
                  <a:srgbClr val="FFC000"/>
                </a:solidFill>
              </a:rPr>
              <a:t>状态方程和激励函数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3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73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3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60" grpId="0" animBg="1"/>
      <p:bldP spid="735261" grpId="0" autoUpdateAnimBg="0"/>
      <p:bldP spid="735262" grpId="0" autoUpdateAnimBg="0"/>
      <p:bldP spid="735264" grpId="0" animBg="1"/>
      <p:bldP spid="73526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0238" y="410940"/>
            <a:ext cx="8153400" cy="8239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四位二进制计数器逻辑图 </a:t>
            </a:r>
            <a:endParaRPr lang="zh-CN" altLang="en-US" sz="3600" dirty="0"/>
          </a:p>
        </p:txBody>
      </p:sp>
      <p:sp>
        <p:nvSpPr>
          <p:cNvPr id="1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51B602D-DC6D-4F30-834F-A828F69C5CE0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2" name="组合 1"/>
          <p:cNvGrpSpPr/>
          <p:nvPr/>
        </p:nvGrpSpPr>
        <p:grpSpPr>
          <a:xfrm>
            <a:off x="1801338" y="1196752"/>
            <a:ext cx="6858000" cy="5105400"/>
            <a:chOff x="1828800" y="685800"/>
            <a:chExt cx="6858000" cy="5105400"/>
          </a:xfrm>
        </p:grpSpPr>
        <p:grpSp>
          <p:nvGrpSpPr>
            <p:cNvPr id="711684" name="Group 4"/>
            <p:cNvGrpSpPr/>
            <p:nvPr/>
          </p:nvGrpSpPr>
          <p:grpSpPr bwMode="auto">
            <a:xfrm>
              <a:off x="2819400" y="685800"/>
              <a:ext cx="5715000" cy="2057400"/>
              <a:chOff x="1776" y="672"/>
              <a:chExt cx="3600" cy="1296"/>
            </a:xfrm>
          </p:grpSpPr>
          <p:grpSp>
            <p:nvGrpSpPr>
              <p:cNvPr id="48226" name="Group 5"/>
              <p:cNvGrpSpPr/>
              <p:nvPr/>
            </p:nvGrpSpPr>
            <p:grpSpPr bwMode="auto">
              <a:xfrm>
                <a:off x="4656" y="1392"/>
                <a:ext cx="720" cy="576"/>
                <a:chOff x="1680" y="1248"/>
                <a:chExt cx="720" cy="576"/>
              </a:xfrm>
            </p:grpSpPr>
            <p:sp>
              <p:nvSpPr>
                <p:cNvPr id="48256" name="Rectangle 6"/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68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  <a:endPara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1168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  <a:endPara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59" name="Rectangle 9"/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60" name="Rectangle 10"/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61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227" name="Group 12"/>
              <p:cNvGrpSpPr/>
              <p:nvPr/>
            </p:nvGrpSpPr>
            <p:grpSpPr bwMode="auto">
              <a:xfrm>
                <a:off x="2688" y="1392"/>
                <a:ext cx="720" cy="576"/>
                <a:chOff x="1680" y="1248"/>
                <a:chExt cx="720" cy="576"/>
              </a:xfrm>
            </p:grpSpPr>
            <p:sp>
              <p:nvSpPr>
                <p:cNvPr id="48250" name="Rectangle 13"/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69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  <a:endPara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11695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  <a:endPara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53" name="Rectangle 16"/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54" name="Rectangle 17"/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55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228" name="Group 19"/>
              <p:cNvGrpSpPr/>
              <p:nvPr/>
            </p:nvGrpSpPr>
            <p:grpSpPr bwMode="auto">
              <a:xfrm>
                <a:off x="3696" y="1392"/>
                <a:ext cx="720" cy="576"/>
                <a:chOff x="1680" y="1248"/>
                <a:chExt cx="720" cy="576"/>
              </a:xfrm>
            </p:grpSpPr>
            <p:sp>
              <p:nvSpPr>
                <p:cNvPr id="48244" name="Rectangle 20"/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0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  <a:endPara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1170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  <a:endPara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47" name="Rectangle 23"/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48" name="Rectangle 24"/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49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229" name="Group 26"/>
              <p:cNvGrpSpPr/>
              <p:nvPr/>
            </p:nvGrpSpPr>
            <p:grpSpPr bwMode="auto">
              <a:xfrm>
                <a:off x="1776" y="1392"/>
                <a:ext cx="720" cy="576"/>
                <a:chOff x="1680" y="1248"/>
                <a:chExt cx="720" cy="576"/>
              </a:xfrm>
            </p:grpSpPr>
            <p:sp>
              <p:nvSpPr>
                <p:cNvPr id="48238" name="Rectangle 27"/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08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  <a:endPara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11709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  <a:endPara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41" name="Rectangle 30"/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42" name="Rectangle 31"/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8243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8230" name="Line 33"/>
              <p:cNvSpPr>
                <a:spLocks noChangeShapeType="1"/>
              </p:cNvSpPr>
              <p:nvPr/>
            </p:nvSpPr>
            <p:spPr bwMode="auto">
              <a:xfrm flipV="1">
                <a:off x="1920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1" name="Line 34"/>
              <p:cNvSpPr>
                <a:spLocks noChangeShapeType="1"/>
              </p:cNvSpPr>
              <p:nvPr/>
            </p:nvSpPr>
            <p:spPr bwMode="auto">
              <a:xfrm flipV="1">
                <a:off x="2832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2" name="Line 35"/>
              <p:cNvSpPr>
                <a:spLocks noChangeShapeType="1"/>
              </p:cNvSpPr>
              <p:nvPr/>
            </p:nvSpPr>
            <p:spPr bwMode="auto">
              <a:xfrm flipV="1">
                <a:off x="3840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3" name="Line 36"/>
              <p:cNvSpPr>
                <a:spLocks noChangeShapeType="1"/>
              </p:cNvSpPr>
              <p:nvPr/>
            </p:nvSpPr>
            <p:spPr bwMode="auto">
              <a:xfrm flipV="1">
                <a:off x="4800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1717" name="Text Box 37"/>
              <p:cNvSpPr txBox="1">
                <a:spLocks noChangeArrowheads="1"/>
              </p:cNvSpPr>
              <p:nvPr/>
            </p:nvSpPr>
            <p:spPr bwMode="auto">
              <a:xfrm>
                <a:off x="177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</a:t>
                </a:r>
                <a:endPara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11718" name="Text Box 38"/>
              <p:cNvSpPr txBox="1">
                <a:spLocks noChangeArrowheads="1"/>
              </p:cNvSpPr>
              <p:nvPr/>
            </p:nvSpPr>
            <p:spPr bwMode="auto">
              <a:xfrm>
                <a:off x="273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</a:t>
                </a:r>
                <a:endPara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11719" name="Text Box 39"/>
              <p:cNvSpPr txBox="1">
                <a:spLocks noChangeArrowheads="1"/>
              </p:cNvSpPr>
              <p:nvPr/>
            </p:nvSpPr>
            <p:spPr bwMode="auto">
              <a:xfrm>
                <a:off x="3744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</a:t>
                </a:r>
                <a:endPara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11720" name="Text Box 40"/>
              <p:cNvSpPr txBox="1">
                <a:spLocks noChangeArrowheads="1"/>
              </p:cNvSpPr>
              <p:nvPr/>
            </p:nvSpPr>
            <p:spPr bwMode="auto">
              <a:xfrm>
                <a:off x="465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</a:t>
                </a:r>
                <a:endPara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711721" name="Group 41"/>
            <p:cNvGrpSpPr/>
            <p:nvPr/>
          </p:nvGrpSpPr>
          <p:grpSpPr bwMode="auto">
            <a:xfrm>
              <a:off x="2438400" y="1600200"/>
              <a:ext cx="1143000" cy="1295400"/>
              <a:chOff x="1536" y="1248"/>
              <a:chExt cx="720" cy="816"/>
            </a:xfrm>
          </p:grpSpPr>
          <p:sp>
            <p:nvSpPr>
              <p:cNvPr id="48221" name="Line 42"/>
              <p:cNvSpPr>
                <a:spLocks noChangeShapeType="1"/>
              </p:cNvSpPr>
              <p:nvPr/>
            </p:nvSpPr>
            <p:spPr bwMode="auto">
              <a:xfrm flipV="1">
                <a:off x="2256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2" name="Line 43"/>
              <p:cNvSpPr>
                <a:spLocks noChangeShapeType="1"/>
              </p:cNvSpPr>
              <p:nvPr/>
            </p:nvSpPr>
            <p:spPr bwMode="auto">
              <a:xfrm flipH="1">
                <a:off x="1536" y="1248"/>
                <a:ext cx="7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3" name="Line 44"/>
              <p:cNvSpPr>
                <a:spLocks noChangeShapeType="1"/>
              </p:cNvSpPr>
              <p:nvPr/>
            </p:nvSpPr>
            <p:spPr bwMode="auto">
              <a:xfrm>
                <a:off x="1536" y="1248"/>
                <a:ext cx="0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4" name="Line 45"/>
              <p:cNvSpPr>
                <a:spLocks noChangeShapeType="1"/>
              </p:cNvSpPr>
              <p:nvPr/>
            </p:nvSpPr>
            <p:spPr bwMode="auto">
              <a:xfrm>
                <a:off x="1536" y="2064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5" name="Line 46"/>
              <p:cNvSpPr>
                <a:spLocks noChangeShapeType="1"/>
              </p:cNvSpPr>
              <p:nvPr/>
            </p:nvSpPr>
            <p:spPr bwMode="auto">
              <a:xfrm flipV="1">
                <a:off x="1968" y="192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11727" name="Group 47"/>
            <p:cNvGrpSpPr/>
            <p:nvPr/>
          </p:nvGrpSpPr>
          <p:grpSpPr bwMode="auto">
            <a:xfrm>
              <a:off x="3505200" y="1524000"/>
              <a:ext cx="1981200" cy="4191000"/>
              <a:chOff x="2208" y="1200"/>
              <a:chExt cx="1248" cy="2640"/>
            </a:xfrm>
          </p:grpSpPr>
          <p:grpSp>
            <p:nvGrpSpPr>
              <p:cNvPr id="48202" name="Group 48"/>
              <p:cNvGrpSpPr/>
              <p:nvPr/>
            </p:nvGrpSpPr>
            <p:grpSpPr bwMode="auto">
              <a:xfrm>
                <a:off x="2640" y="2352"/>
                <a:ext cx="384" cy="336"/>
                <a:chOff x="2928" y="2256"/>
                <a:chExt cx="384" cy="336"/>
              </a:xfrm>
            </p:grpSpPr>
            <p:sp>
              <p:nvSpPr>
                <p:cNvPr id="48218" name="Rectangle 49"/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219" name="Oval 50"/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31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</a:t>
                  </a:r>
                  <a:endPara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48203" name="Line 52"/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4" name="Line 53"/>
              <p:cNvSpPr>
                <a:spLocks noChangeShapeType="1"/>
              </p:cNvSpPr>
              <p:nvPr/>
            </p:nvSpPr>
            <p:spPr bwMode="auto">
              <a:xfrm flipH="1">
                <a:off x="2544" y="1248"/>
                <a:ext cx="0" cy="25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5" name="Oval 54"/>
              <p:cNvSpPr>
                <a:spLocks noChangeArrowheads="1"/>
              </p:cNvSpPr>
              <p:nvPr/>
            </p:nvSpPr>
            <p:spPr bwMode="auto">
              <a:xfrm>
                <a:off x="2208" y="12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06" name="Line 55"/>
              <p:cNvSpPr>
                <a:spLocks noChangeShapeType="1"/>
              </p:cNvSpPr>
              <p:nvPr/>
            </p:nvSpPr>
            <p:spPr bwMode="auto">
              <a:xfrm>
                <a:off x="2544" y="3840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7" name="Line 56"/>
              <p:cNvSpPr>
                <a:spLocks noChangeShapeType="1"/>
              </p:cNvSpPr>
              <p:nvPr/>
            </p:nvSpPr>
            <p:spPr bwMode="auto">
              <a:xfrm>
                <a:off x="2736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8" name="Line 57"/>
              <p:cNvSpPr>
                <a:spLocks noChangeShapeType="1"/>
              </p:cNvSpPr>
              <p:nvPr/>
            </p:nvSpPr>
            <p:spPr bwMode="auto">
              <a:xfrm>
                <a:off x="2832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8209" name="Group 58"/>
              <p:cNvGrpSpPr/>
              <p:nvPr/>
            </p:nvGrpSpPr>
            <p:grpSpPr bwMode="auto">
              <a:xfrm>
                <a:off x="2592" y="2928"/>
                <a:ext cx="288" cy="288"/>
                <a:chOff x="2784" y="2736"/>
                <a:chExt cx="288" cy="288"/>
              </a:xfrm>
            </p:grpSpPr>
            <p:sp>
              <p:nvSpPr>
                <p:cNvPr id="48216" name="Rectangle 59"/>
                <p:cNvSpPr>
                  <a:spLocks noChangeArrowheads="1"/>
                </p:cNvSpPr>
                <p:nvPr/>
              </p:nvSpPr>
              <p:spPr bwMode="auto">
                <a:xfrm>
                  <a:off x="2784" y="2832"/>
                  <a:ext cx="288" cy="19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217" name="Oval 60"/>
                <p:cNvSpPr>
                  <a:spLocks noChangeArrowheads="1"/>
                </p:cNvSpPr>
                <p:nvPr/>
              </p:nvSpPr>
              <p:spPr bwMode="auto">
                <a:xfrm>
                  <a:off x="2880" y="273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48210" name="Line 61"/>
              <p:cNvSpPr>
                <a:spLocks noChangeShapeType="1"/>
              </p:cNvSpPr>
              <p:nvPr/>
            </p:nvSpPr>
            <p:spPr bwMode="auto">
              <a:xfrm>
                <a:off x="2736" y="3216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1" name="Line 62"/>
              <p:cNvSpPr>
                <a:spLocks noChangeShapeType="1"/>
              </p:cNvSpPr>
              <p:nvPr/>
            </p:nvSpPr>
            <p:spPr bwMode="auto">
              <a:xfrm flipV="1">
                <a:off x="316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2" name="Line 63"/>
              <p:cNvSpPr>
                <a:spLocks noChangeShapeType="1"/>
              </p:cNvSpPr>
              <p:nvPr/>
            </p:nvSpPr>
            <p:spPr bwMode="auto">
              <a:xfrm>
                <a:off x="3168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3" name="Line 64"/>
              <p:cNvSpPr>
                <a:spLocks noChangeShapeType="1"/>
              </p:cNvSpPr>
              <p:nvPr/>
            </p:nvSpPr>
            <p:spPr bwMode="auto">
              <a:xfrm flipH="1">
                <a:off x="3456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4" name="Line 65"/>
              <p:cNvSpPr>
                <a:spLocks noChangeShapeType="1"/>
              </p:cNvSpPr>
              <p:nvPr/>
            </p:nvSpPr>
            <p:spPr bwMode="auto">
              <a:xfrm>
                <a:off x="2928" y="2832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5" name="Line 66"/>
              <p:cNvSpPr>
                <a:spLocks noChangeShapeType="1"/>
              </p:cNvSpPr>
              <p:nvPr/>
            </p:nvSpPr>
            <p:spPr bwMode="auto">
              <a:xfrm>
                <a:off x="2928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11747" name="Group 67"/>
            <p:cNvGrpSpPr/>
            <p:nvPr/>
          </p:nvGrpSpPr>
          <p:grpSpPr bwMode="auto">
            <a:xfrm>
              <a:off x="4267200" y="1600200"/>
              <a:ext cx="2819400" cy="4191000"/>
              <a:chOff x="2688" y="1248"/>
              <a:chExt cx="1776" cy="2640"/>
            </a:xfrm>
          </p:grpSpPr>
          <p:grpSp>
            <p:nvGrpSpPr>
              <p:cNvPr id="48180" name="Group 68"/>
              <p:cNvGrpSpPr/>
              <p:nvPr/>
            </p:nvGrpSpPr>
            <p:grpSpPr bwMode="auto">
              <a:xfrm>
                <a:off x="3696" y="2352"/>
                <a:ext cx="384" cy="336"/>
                <a:chOff x="2928" y="2256"/>
                <a:chExt cx="384" cy="336"/>
              </a:xfrm>
            </p:grpSpPr>
            <p:sp>
              <p:nvSpPr>
                <p:cNvPr id="48199" name="Rectangle 69"/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200" name="Oval 70"/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51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</a:t>
                  </a:r>
                  <a:endPara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48181" name="Group 72"/>
              <p:cNvGrpSpPr/>
              <p:nvPr/>
            </p:nvGrpSpPr>
            <p:grpSpPr bwMode="auto">
              <a:xfrm>
                <a:off x="3600" y="2928"/>
                <a:ext cx="384" cy="336"/>
                <a:chOff x="2928" y="2256"/>
                <a:chExt cx="384" cy="336"/>
              </a:xfrm>
            </p:grpSpPr>
            <p:sp>
              <p:nvSpPr>
                <p:cNvPr id="48196" name="Rectangle 73"/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97" name="Oval 74"/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55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+</a:t>
                  </a:r>
                  <a:endPara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48182" name="Line 76"/>
              <p:cNvSpPr>
                <a:spLocks noChangeShapeType="1"/>
              </p:cNvSpPr>
              <p:nvPr/>
            </p:nvSpPr>
            <p:spPr bwMode="auto">
              <a:xfrm>
                <a:off x="3888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3" name="Oval 77"/>
              <p:cNvSpPr>
                <a:spLocks noChangeArrowheads="1"/>
              </p:cNvSpPr>
              <p:nvPr/>
            </p:nvSpPr>
            <p:spPr bwMode="auto">
              <a:xfrm>
                <a:off x="3408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84" name="Line 78"/>
              <p:cNvSpPr>
                <a:spLocks noChangeShapeType="1"/>
              </p:cNvSpPr>
              <p:nvPr/>
            </p:nvSpPr>
            <p:spPr bwMode="auto">
              <a:xfrm>
                <a:off x="3456" y="2832"/>
                <a:ext cx="0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5" name="Line 79"/>
              <p:cNvSpPr>
                <a:spLocks noChangeShapeType="1"/>
              </p:cNvSpPr>
              <p:nvPr/>
            </p:nvSpPr>
            <p:spPr bwMode="auto">
              <a:xfrm>
                <a:off x="3696" y="3264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6" name="Line 80"/>
              <p:cNvSpPr>
                <a:spLocks noChangeShapeType="1"/>
              </p:cNvSpPr>
              <p:nvPr/>
            </p:nvSpPr>
            <p:spPr bwMode="auto">
              <a:xfrm>
                <a:off x="3456" y="3504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7" name="Line 81"/>
              <p:cNvSpPr>
                <a:spLocks noChangeShapeType="1"/>
              </p:cNvSpPr>
              <p:nvPr/>
            </p:nvSpPr>
            <p:spPr bwMode="auto">
              <a:xfrm>
                <a:off x="3792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8" name="Oval 82"/>
              <p:cNvSpPr>
                <a:spLocks noChangeArrowheads="1"/>
              </p:cNvSpPr>
              <p:nvPr/>
            </p:nvSpPr>
            <p:spPr bwMode="auto">
              <a:xfrm>
                <a:off x="2688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89" name="Line 83"/>
              <p:cNvSpPr>
                <a:spLocks noChangeShapeType="1"/>
              </p:cNvSpPr>
              <p:nvPr/>
            </p:nvSpPr>
            <p:spPr bwMode="auto">
              <a:xfrm>
                <a:off x="2736" y="3840"/>
                <a:ext cx="11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0" name="Line 84"/>
              <p:cNvSpPr>
                <a:spLocks noChangeShapeType="1"/>
              </p:cNvSpPr>
              <p:nvPr/>
            </p:nvSpPr>
            <p:spPr bwMode="auto">
              <a:xfrm>
                <a:off x="3888" y="3264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1" name="Line 85"/>
              <p:cNvSpPr>
                <a:spLocks noChangeShapeType="1"/>
              </p:cNvSpPr>
              <p:nvPr/>
            </p:nvSpPr>
            <p:spPr bwMode="auto">
              <a:xfrm flipV="1">
                <a:off x="4176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2" name="Line 86"/>
              <p:cNvSpPr>
                <a:spLocks noChangeShapeType="1"/>
              </p:cNvSpPr>
              <p:nvPr/>
            </p:nvSpPr>
            <p:spPr bwMode="auto">
              <a:xfrm>
                <a:off x="4176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3" name="Line 87"/>
              <p:cNvSpPr>
                <a:spLocks noChangeShapeType="1"/>
              </p:cNvSpPr>
              <p:nvPr/>
            </p:nvSpPr>
            <p:spPr bwMode="auto">
              <a:xfrm flipH="1">
                <a:off x="4464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4" name="Line 88"/>
              <p:cNvSpPr>
                <a:spLocks noChangeShapeType="1"/>
              </p:cNvSpPr>
              <p:nvPr/>
            </p:nvSpPr>
            <p:spPr bwMode="auto">
              <a:xfrm>
                <a:off x="3984" y="2832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5" name="Line 89"/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11770" name="Group 90"/>
            <p:cNvGrpSpPr/>
            <p:nvPr/>
          </p:nvGrpSpPr>
          <p:grpSpPr bwMode="auto">
            <a:xfrm>
              <a:off x="5791200" y="1600200"/>
              <a:ext cx="2895600" cy="4191000"/>
              <a:chOff x="3648" y="1248"/>
              <a:chExt cx="1824" cy="2640"/>
            </a:xfrm>
          </p:grpSpPr>
          <p:sp>
            <p:nvSpPr>
              <p:cNvPr id="48154" name="Line 91"/>
              <p:cNvSpPr>
                <a:spLocks noChangeShapeType="1"/>
              </p:cNvSpPr>
              <p:nvPr/>
            </p:nvSpPr>
            <p:spPr bwMode="auto">
              <a:xfrm>
                <a:off x="4752" y="3264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8155" name="Group 92"/>
              <p:cNvGrpSpPr/>
              <p:nvPr/>
            </p:nvGrpSpPr>
            <p:grpSpPr bwMode="auto">
              <a:xfrm>
                <a:off x="3648" y="1248"/>
                <a:ext cx="1824" cy="2640"/>
                <a:chOff x="3648" y="1248"/>
                <a:chExt cx="1824" cy="2640"/>
              </a:xfrm>
            </p:grpSpPr>
            <p:grpSp>
              <p:nvGrpSpPr>
                <p:cNvPr id="48156" name="Group 93"/>
                <p:cNvGrpSpPr/>
                <p:nvPr/>
              </p:nvGrpSpPr>
              <p:grpSpPr bwMode="auto">
                <a:xfrm>
                  <a:off x="4608" y="2352"/>
                  <a:ext cx="384" cy="336"/>
                  <a:chOff x="2928" y="2256"/>
                  <a:chExt cx="384" cy="336"/>
                </a:xfrm>
              </p:grpSpPr>
              <p:sp>
                <p:nvSpPr>
                  <p:cNvPr id="48177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48178" name="Oval 95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711776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4" y="2342"/>
                    <a:ext cx="24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CN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sym typeface="Symbol" panose="05050102010706020507" pitchFamily="18" charset="2"/>
                      </a:rPr>
                      <a:t></a:t>
                    </a:r>
                    <a:endPara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endParaRPr>
                  </a:p>
                </p:txBody>
              </p:sp>
            </p:grpSp>
            <p:grpSp>
              <p:nvGrpSpPr>
                <p:cNvPr id="48157" name="Group 97"/>
                <p:cNvGrpSpPr/>
                <p:nvPr/>
              </p:nvGrpSpPr>
              <p:grpSpPr bwMode="auto">
                <a:xfrm>
                  <a:off x="4560" y="2928"/>
                  <a:ext cx="384" cy="336"/>
                  <a:chOff x="2928" y="2256"/>
                  <a:chExt cx="384" cy="336"/>
                </a:xfrm>
              </p:grpSpPr>
              <p:sp>
                <p:nvSpPr>
                  <p:cNvPr id="48174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48175" name="Oval 99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711780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4" y="2342"/>
                    <a:ext cx="24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CN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sym typeface="Symbol" panose="05050102010706020507" pitchFamily="18" charset="2"/>
                      </a:rPr>
                      <a:t>+</a:t>
                    </a:r>
                    <a:endPara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endParaRPr>
                  </a:p>
                </p:txBody>
              </p:sp>
            </p:grpSp>
            <p:sp>
              <p:nvSpPr>
                <p:cNvPr id="48158" name="Oval 101"/>
                <p:cNvSpPr>
                  <a:spLocks noChangeArrowheads="1"/>
                </p:cNvSpPr>
                <p:nvPr/>
              </p:nvSpPr>
              <p:spPr bwMode="auto">
                <a:xfrm>
                  <a:off x="4416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59" name="Line 102"/>
                <p:cNvSpPr>
                  <a:spLocks noChangeShapeType="1"/>
                </p:cNvSpPr>
                <p:nvPr/>
              </p:nvSpPr>
              <p:spPr bwMode="auto">
                <a:xfrm>
                  <a:off x="4800" y="1920"/>
                  <a:ext cx="0" cy="4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0" name="Oval 103"/>
                <p:cNvSpPr>
                  <a:spLocks noChangeArrowheads="1"/>
                </p:cNvSpPr>
                <p:nvPr/>
              </p:nvSpPr>
              <p:spPr bwMode="auto">
                <a:xfrm>
                  <a:off x="3840" y="37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61" name="Line 104"/>
                <p:cNvSpPr>
                  <a:spLocks noChangeShapeType="1"/>
                </p:cNvSpPr>
                <p:nvPr/>
              </p:nvSpPr>
              <p:spPr bwMode="auto">
                <a:xfrm>
                  <a:off x="3888" y="3840"/>
                  <a:ext cx="10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2" name="Line 105"/>
                <p:cNvSpPr>
                  <a:spLocks noChangeShapeType="1"/>
                </p:cNvSpPr>
                <p:nvPr/>
              </p:nvSpPr>
              <p:spPr bwMode="auto">
                <a:xfrm>
                  <a:off x="4896" y="3264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3" name="Line 106"/>
                <p:cNvSpPr>
                  <a:spLocks noChangeShapeType="1"/>
                </p:cNvSpPr>
                <p:nvPr/>
              </p:nvSpPr>
              <p:spPr bwMode="auto">
                <a:xfrm>
                  <a:off x="3696" y="3504"/>
                  <a:ext cx="10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4" name="Line 107"/>
                <p:cNvSpPr>
                  <a:spLocks noChangeShapeType="1"/>
                </p:cNvSpPr>
                <p:nvPr/>
              </p:nvSpPr>
              <p:spPr bwMode="auto">
                <a:xfrm>
                  <a:off x="4464" y="283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5" name="Line 108"/>
                <p:cNvSpPr>
                  <a:spLocks noChangeShapeType="1"/>
                </p:cNvSpPr>
                <p:nvPr/>
              </p:nvSpPr>
              <p:spPr bwMode="auto">
                <a:xfrm>
                  <a:off x="4464" y="3408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6" name="Line 109"/>
                <p:cNvSpPr>
                  <a:spLocks noChangeShapeType="1"/>
                </p:cNvSpPr>
                <p:nvPr/>
              </p:nvSpPr>
              <p:spPr bwMode="auto">
                <a:xfrm>
                  <a:off x="4608" y="3264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7" name="Line 110"/>
                <p:cNvSpPr>
                  <a:spLocks noChangeShapeType="1"/>
                </p:cNvSpPr>
                <p:nvPr/>
              </p:nvSpPr>
              <p:spPr bwMode="auto">
                <a:xfrm>
                  <a:off x="4752" y="2688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8" name="Line 111"/>
                <p:cNvSpPr>
                  <a:spLocks noChangeShapeType="1"/>
                </p:cNvSpPr>
                <p:nvPr/>
              </p:nvSpPr>
              <p:spPr bwMode="auto">
                <a:xfrm flipV="1">
                  <a:off x="5184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9" name="Line 112"/>
                <p:cNvSpPr>
                  <a:spLocks noChangeShapeType="1"/>
                </p:cNvSpPr>
                <p:nvPr/>
              </p:nvSpPr>
              <p:spPr bwMode="auto">
                <a:xfrm>
                  <a:off x="5184" y="1248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0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5472" y="1248"/>
                  <a:ext cx="0" cy="15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1" name="Line 114"/>
                <p:cNvSpPr>
                  <a:spLocks noChangeShapeType="1"/>
                </p:cNvSpPr>
                <p:nvPr/>
              </p:nvSpPr>
              <p:spPr bwMode="auto">
                <a:xfrm>
                  <a:off x="4896" y="2832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2" name="Line 115"/>
                <p:cNvSpPr>
                  <a:spLocks noChangeShapeType="1"/>
                </p:cNvSpPr>
                <p:nvPr/>
              </p:nvSpPr>
              <p:spPr bwMode="auto">
                <a:xfrm>
                  <a:off x="4896" y="268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3" name="Oval 116"/>
                <p:cNvSpPr>
                  <a:spLocks noChangeArrowheads="1"/>
                </p:cNvSpPr>
                <p:nvPr/>
              </p:nvSpPr>
              <p:spPr bwMode="auto">
                <a:xfrm>
                  <a:off x="3648" y="345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</p:grpSp>
        <p:grpSp>
          <p:nvGrpSpPr>
            <p:cNvPr id="711798" name="Group 118"/>
            <p:cNvGrpSpPr/>
            <p:nvPr/>
          </p:nvGrpSpPr>
          <p:grpSpPr bwMode="auto">
            <a:xfrm>
              <a:off x="1828800" y="2667000"/>
              <a:ext cx="6400800" cy="914400"/>
              <a:chOff x="1152" y="1632"/>
              <a:chExt cx="4032" cy="576"/>
            </a:xfrm>
          </p:grpSpPr>
          <p:grpSp>
            <p:nvGrpSpPr>
              <p:cNvPr id="48144" name="Group 119"/>
              <p:cNvGrpSpPr/>
              <p:nvPr/>
            </p:nvGrpSpPr>
            <p:grpSpPr bwMode="auto">
              <a:xfrm>
                <a:off x="1200" y="1632"/>
                <a:ext cx="3984" cy="336"/>
                <a:chOff x="1200" y="1632"/>
                <a:chExt cx="3984" cy="336"/>
              </a:xfrm>
            </p:grpSpPr>
            <p:sp>
              <p:nvSpPr>
                <p:cNvPr id="48146" name="Line 120"/>
                <p:cNvSpPr>
                  <a:spLocks noChangeShapeType="1"/>
                </p:cNvSpPr>
                <p:nvPr/>
              </p:nvSpPr>
              <p:spPr bwMode="auto">
                <a:xfrm>
                  <a:off x="1200" y="1920"/>
                  <a:ext cx="39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47" name="Line 121"/>
                <p:cNvSpPr>
                  <a:spLocks noChangeShapeType="1"/>
                </p:cNvSpPr>
                <p:nvPr/>
              </p:nvSpPr>
              <p:spPr bwMode="auto">
                <a:xfrm>
                  <a:off x="2304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48" name="Oval 122"/>
                <p:cNvSpPr>
                  <a:spLocks noChangeArrowheads="1"/>
                </p:cNvSpPr>
                <p:nvPr/>
              </p:nvSpPr>
              <p:spPr bwMode="auto">
                <a:xfrm>
                  <a:off x="225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49" name="Line 123"/>
                <p:cNvSpPr>
                  <a:spLocks noChangeShapeType="1"/>
                </p:cNvSpPr>
                <p:nvPr/>
              </p:nvSpPr>
              <p:spPr bwMode="auto">
                <a:xfrm>
                  <a:off x="3216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50" name="Oval 124"/>
                <p:cNvSpPr>
                  <a:spLocks noChangeArrowheads="1"/>
                </p:cNvSpPr>
                <p:nvPr/>
              </p:nvSpPr>
              <p:spPr bwMode="auto">
                <a:xfrm>
                  <a:off x="3168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51" name="Line 125"/>
                <p:cNvSpPr>
                  <a:spLocks noChangeShapeType="1"/>
                </p:cNvSpPr>
                <p:nvPr/>
              </p:nvSpPr>
              <p:spPr bwMode="auto">
                <a:xfrm>
                  <a:off x="4224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52" name="Oval 126"/>
                <p:cNvSpPr>
                  <a:spLocks noChangeArrowheads="1"/>
                </p:cNvSpPr>
                <p:nvPr/>
              </p:nvSpPr>
              <p:spPr bwMode="auto">
                <a:xfrm>
                  <a:off x="417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53" name="Line 127"/>
                <p:cNvSpPr>
                  <a:spLocks noChangeShapeType="1"/>
                </p:cNvSpPr>
                <p:nvPr/>
              </p:nvSpPr>
              <p:spPr bwMode="auto">
                <a:xfrm>
                  <a:off x="5184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711808" name="Rectangle 128"/>
              <p:cNvSpPr>
                <a:spLocks noChangeArrowheads="1"/>
              </p:cNvSpPr>
              <p:nvPr/>
            </p:nvSpPr>
            <p:spPr bwMode="auto">
              <a:xfrm>
                <a:off x="1152" y="1920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</p:grpSp>
      <p:grpSp>
        <p:nvGrpSpPr>
          <p:cNvPr id="132" name="组合 131"/>
          <p:cNvGrpSpPr/>
          <p:nvPr/>
        </p:nvGrpSpPr>
        <p:grpSpPr bwMode="auto">
          <a:xfrm>
            <a:off x="442913" y="3643313"/>
            <a:ext cx="2757487" cy="2390775"/>
            <a:chOff x="-2763468" y="3904978"/>
            <a:chExt cx="2843922" cy="2389921"/>
          </a:xfrm>
        </p:grpSpPr>
        <p:sp>
          <p:nvSpPr>
            <p:cNvPr id="48140" name="文本框 15"/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8141" name="文本框 16"/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48142" name="文本框 17"/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  <a:endParaRPr lang="en-US" altLang="zh-CN" sz="2000" dirty="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  <a:endParaRPr lang="en-US" altLang="zh-CN" sz="2000" dirty="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 —</a:t>
              </a:r>
              <a:endParaRPr lang="en-US" altLang="zh-CN" sz="2000" dirty="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48143" name="文本框 18"/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  <a:endParaRPr lang="en-US" altLang="zh-CN" sz="2000"/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1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位二进制计数器设计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集成化的计数器具有的基本功能</a:t>
            </a: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9F21382B-E204-4C3A-B351-51E81059E785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762000" y="2514600"/>
            <a:ext cx="4502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异步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/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同步清零：初始化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3733" name="Rectangle 5"/>
          <p:cNvSpPr>
            <a:spLocks noChangeArrowheads="1"/>
          </p:cNvSpPr>
          <p:nvPr/>
        </p:nvSpPr>
        <p:spPr bwMode="auto">
          <a:xfrm>
            <a:off x="762000" y="2971800"/>
            <a:ext cx="49958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同步置数：开始计数的初值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3734" name="Rectangle 6"/>
          <p:cNvSpPr>
            <a:spLocks noChangeArrowheads="1"/>
          </p:cNvSpPr>
          <p:nvPr/>
        </p:nvSpPr>
        <p:spPr bwMode="auto">
          <a:xfrm>
            <a:off x="762000" y="3505200"/>
            <a:ext cx="39481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计     数：正常工作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3735" name="Rectangle 7"/>
          <p:cNvSpPr>
            <a:spLocks noChangeArrowheads="1"/>
          </p:cNvSpPr>
          <p:nvPr/>
        </p:nvSpPr>
        <p:spPr bwMode="auto">
          <a:xfrm>
            <a:off x="762000" y="4038600"/>
            <a:ext cx="66913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保     持：计数到某个特定的计数值保持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3736" name="Rectangle 8"/>
          <p:cNvSpPr>
            <a:spLocks noChangeArrowheads="1"/>
          </p:cNvSpPr>
          <p:nvPr/>
        </p:nvSpPr>
        <p:spPr bwMode="auto">
          <a:xfrm>
            <a:off x="1676400" y="4572000"/>
            <a:ext cx="67103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扩 展 性：相同的计数器级连更多位数的计数器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3737" name="Rectangle 9"/>
          <p:cNvSpPr>
            <a:spLocks noChangeArrowheads="1"/>
          </p:cNvSpPr>
          <p:nvPr/>
        </p:nvSpPr>
        <p:spPr bwMode="auto">
          <a:xfrm>
            <a:off x="762000" y="5105400"/>
            <a:ext cx="62150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进位传递：扩展时进位传递到高位片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2" grpId="0" autoUpdateAnimBg="0"/>
      <p:bldP spid="713733" grpId="0" autoUpdateAnimBg="0"/>
      <p:bldP spid="713734" grpId="0" autoUpdateAnimBg="0"/>
      <p:bldP spid="713735" grpId="0" autoUpdateAnimBg="0"/>
      <p:bldP spid="713736" grpId="0" autoUpdateAnimBg="0"/>
      <p:bldP spid="71373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2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位二进制计数器的逻辑符号图</a:t>
            </a:r>
            <a:endParaRPr lang="zh-CN" altLang="en-US"/>
          </a:p>
        </p:txBody>
      </p:sp>
      <p:sp>
        <p:nvSpPr>
          <p:cNvPr id="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40C7730-6E3D-4958-8719-84BABDB775CA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1924" name="Rectangle 4"/>
          <p:cNvSpPr>
            <a:spLocks noChangeArrowheads="1"/>
          </p:cNvSpPr>
          <p:nvPr/>
        </p:nvSpPr>
        <p:spPr bwMode="auto">
          <a:xfrm>
            <a:off x="3514725" y="5165725"/>
            <a:ext cx="9969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输入</a:t>
            </a:r>
            <a:endParaRPr lang="zh-CN" altLang="en-US" sz="3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21925" name="Rectangle 5"/>
          <p:cNvSpPr>
            <a:spLocks noChangeArrowheads="1"/>
          </p:cNvSpPr>
          <p:nvPr/>
        </p:nvSpPr>
        <p:spPr bwMode="auto">
          <a:xfrm>
            <a:off x="3886200" y="2209800"/>
            <a:ext cx="9969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输出</a:t>
            </a:r>
            <a:endParaRPr lang="zh-CN" alt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3" name="Group 6"/>
          <p:cNvGrpSpPr/>
          <p:nvPr/>
        </p:nvGrpSpPr>
        <p:grpSpPr bwMode="auto">
          <a:xfrm>
            <a:off x="1475656" y="2830008"/>
            <a:ext cx="5334000" cy="2286000"/>
            <a:chOff x="672" y="1680"/>
            <a:chExt cx="3360" cy="1440"/>
          </a:xfrm>
        </p:grpSpPr>
        <p:grpSp>
          <p:nvGrpSpPr>
            <p:cNvPr id="4" name="Group 7"/>
            <p:cNvGrpSpPr/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 Box 9"/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  <a:endParaRPr lang="en-US" altLang="zh-CN" sz="2000"/>
              </a:p>
            </p:txBody>
          </p:sp>
          <p:sp>
            <p:nvSpPr>
              <p:cNvPr id="11" name="Text Box 10"/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12" name="Text Box 11"/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  <a:endParaRPr lang="en-US" altLang="zh-CN" sz="2000"/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  <a:endParaRPr lang="en-US" altLang="zh-CN" sz="2000"/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15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16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17"/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8"/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4"/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5"/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27"/>
            <p:cNvGrpSpPr/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7" name="Text Box 28"/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8" name="Line 29"/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" name="Line 30"/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4" grpId="0" autoUpdateAnimBg="0"/>
      <p:bldP spid="72192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计数器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50192"/>
            <a:ext cx="3945758" cy="266429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225" y="1066800"/>
            <a:ext cx="3555072" cy="20120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502" y="3284984"/>
            <a:ext cx="3871021" cy="1659009"/>
          </a:xfrm>
          <a:prstGeom prst="rect">
            <a:avLst/>
          </a:prstGeom>
        </p:spPr>
      </p:pic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145763" y="4980165"/>
            <a:ext cx="7004874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74161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74163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封装完全一致，差别只是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CLR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是异步清零还是同步清零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955694" y="5790839"/>
            <a:ext cx="7232612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RCO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和前页中的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一致，是进位。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芯片说明中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ENP=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课本中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ENT=T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14755" name="Rectangle 3"/>
          <p:cNvSpPr>
            <a:spLocks noGrp="1" noChangeArrowheads="1"/>
          </p:cNvSpPr>
          <p:nvPr>
            <p:ph idx="1"/>
          </p:nvPr>
        </p:nvSpPr>
        <p:spPr>
          <a:xfrm>
            <a:off x="826197" y="1066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集成化的计数器具有的基本功能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用</a:t>
            </a:r>
            <a:r>
              <a:rPr lang="zh-CN" altLang="en-US" dirty="0">
                <a:solidFill>
                  <a:srgbClr val="FFFF00"/>
                </a:solidFill>
              </a:rPr>
              <a:t>负边沿</a:t>
            </a:r>
            <a:r>
              <a:rPr lang="en-US" altLang="zh-CN" dirty="0"/>
              <a:t>D</a:t>
            </a:r>
            <a:r>
              <a:rPr lang="zh-CN" altLang="en-US" dirty="0"/>
              <a:t>触发器构成的</a:t>
            </a:r>
            <a:r>
              <a:rPr lang="en-US" altLang="zh-CN" dirty="0"/>
              <a:t>4</a:t>
            </a:r>
            <a:r>
              <a:rPr lang="zh-CN" altLang="en-US" dirty="0"/>
              <a:t>位二进制计数器</a:t>
            </a:r>
            <a:endParaRPr lang="zh-CN" altLang="en-US" dirty="0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00850" y="61039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7722AAA1-8329-4F76-8BA8-25A9CD7B6DEE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9" name="Group 4"/>
          <p:cNvGrpSpPr/>
          <p:nvPr/>
        </p:nvGrpSpPr>
        <p:grpSpPr bwMode="auto">
          <a:xfrm>
            <a:off x="1143000" y="3080069"/>
            <a:ext cx="6386513" cy="463549"/>
            <a:chOff x="672" y="2311"/>
            <a:chExt cx="4023" cy="292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3435" y="2316"/>
              <a:ext cx="1260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清零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异步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672" y="2311"/>
              <a:ext cx="2928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0     X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1143000" y="30689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5338815" y="2681288"/>
            <a:ext cx="0" cy="3200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1143000" y="40595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10"/>
          <p:cNvGrpSpPr/>
          <p:nvPr/>
        </p:nvGrpSpPr>
        <p:grpSpPr bwMode="auto">
          <a:xfrm>
            <a:off x="1219200" y="2321248"/>
            <a:ext cx="5975350" cy="747712"/>
            <a:chOff x="720" y="1833"/>
            <a:chExt cx="3764" cy="471"/>
          </a:xfrm>
        </p:grpSpPr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720" y="1833"/>
              <a:ext cx="2880" cy="4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55000"/>
                </a:lnSpc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_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CLR     L      T       P     CP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3984" y="201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Georgia" panose="02040502050405020303" pitchFamily="18" charset="0"/>
                </a:rPr>
                <a:t>功能</a:t>
              </a:r>
              <a:endParaRPr lang="zh-CN" altLang="en-US" sz="2400">
                <a:latin typeface="Georgia" panose="02040502050405020303" pitchFamily="18" charset="0"/>
              </a:endParaRPr>
            </a:p>
          </p:txBody>
        </p:sp>
      </p:grp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1143000" y="49739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14"/>
          <p:cNvGrpSpPr/>
          <p:nvPr/>
        </p:nvGrpSpPr>
        <p:grpSpPr bwMode="auto">
          <a:xfrm>
            <a:off x="1219200" y="5489904"/>
            <a:ext cx="6926263" cy="474663"/>
            <a:chOff x="720" y="3829"/>
            <a:chExt cx="4363" cy="299"/>
          </a:xfrm>
        </p:grpSpPr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720" y="3841"/>
              <a:ext cx="2784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1     1      1     1      0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3547" y="3829"/>
              <a:ext cx="1536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Hold(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保持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1143000" y="55073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" name="Group 18"/>
          <p:cNvGrpSpPr/>
          <p:nvPr/>
        </p:nvGrpSpPr>
        <p:grpSpPr bwMode="auto">
          <a:xfrm>
            <a:off x="1219200" y="5032703"/>
            <a:ext cx="6651625" cy="473076"/>
            <a:chOff x="720" y="3541"/>
            <a:chExt cx="4190" cy="298"/>
          </a:xfrm>
        </p:grpSpPr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720" y="3552"/>
              <a:ext cx="2880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1     0      X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3435" y="3541"/>
              <a:ext cx="1475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FF Hold, RC=0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1143000" y="35261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" name="Group 39"/>
          <p:cNvGrpSpPr/>
          <p:nvPr/>
        </p:nvGrpSpPr>
        <p:grpSpPr bwMode="auto">
          <a:xfrm>
            <a:off x="1219200" y="3527748"/>
            <a:ext cx="6200775" cy="455612"/>
            <a:chOff x="720" y="2593"/>
            <a:chExt cx="3906" cy="287"/>
          </a:xfrm>
        </p:grpSpPr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3524" y="2593"/>
              <a:ext cx="1102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清零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同步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720" y="2593"/>
              <a:ext cx="2928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0      X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1143000" y="45167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Group 42"/>
          <p:cNvGrpSpPr/>
          <p:nvPr/>
        </p:nvGrpSpPr>
        <p:grpSpPr bwMode="auto">
          <a:xfrm>
            <a:off x="1219200" y="4512003"/>
            <a:ext cx="6305550" cy="460376"/>
            <a:chOff x="720" y="3213"/>
            <a:chExt cx="3972" cy="290"/>
          </a:xfrm>
        </p:grpSpPr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3508" y="3213"/>
              <a:ext cx="1184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Count(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计数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720" y="3216"/>
              <a:ext cx="2928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1     1      1     1      1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34" name="Group 41"/>
          <p:cNvGrpSpPr/>
          <p:nvPr/>
        </p:nvGrpSpPr>
        <p:grpSpPr bwMode="auto">
          <a:xfrm>
            <a:off x="1219200" y="4046860"/>
            <a:ext cx="7315200" cy="468313"/>
            <a:chOff x="720" y="2920"/>
            <a:chExt cx="4608" cy="295"/>
          </a:xfrm>
        </p:grpSpPr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720" y="2928"/>
              <a:ext cx="2976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0     X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7" name="Rectangle 28"/>
            <p:cNvSpPr>
              <a:spLocks noChangeArrowheads="1"/>
            </p:cNvSpPr>
            <p:nvPr/>
          </p:nvSpPr>
          <p:spPr bwMode="auto">
            <a:xfrm>
              <a:off x="3362" y="2920"/>
              <a:ext cx="1966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Load(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并行数据输入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26197" y="6030888"/>
            <a:ext cx="75622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注意：和</a:t>
            </a:r>
            <a:r>
              <a:rPr lang="en-US" altLang="zh-CN" b="1" dirty="0">
                <a:solidFill>
                  <a:srgbClr val="FFC000"/>
                </a:solidFill>
              </a:rPr>
              <a:t>161</a:t>
            </a:r>
            <a:r>
              <a:rPr lang="zh-CN" altLang="en-US" b="1" dirty="0">
                <a:solidFill>
                  <a:srgbClr val="FFC000"/>
                </a:solidFill>
              </a:rPr>
              <a:t>和</a:t>
            </a:r>
            <a:r>
              <a:rPr lang="en-US" altLang="zh-CN" b="1" dirty="0">
                <a:solidFill>
                  <a:srgbClr val="FFC000"/>
                </a:solidFill>
              </a:rPr>
              <a:t>163</a:t>
            </a:r>
            <a:r>
              <a:rPr lang="zh-CN" altLang="en-US" b="1" dirty="0">
                <a:solidFill>
                  <a:srgbClr val="FFC000"/>
                </a:solidFill>
              </a:rPr>
              <a:t>的区别：既有异步清零，也有同步清零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1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  <a:endParaRPr lang="zh-CN" altLang="en-US" dirty="0"/>
          </a:p>
          <a:p>
            <a:pPr lvl="1"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03A96BF6-6355-49E9-A211-65F5429C794C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5780" name="Rectangle 4"/>
          <p:cNvSpPr>
            <a:spLocks noChangeArrowheads="1"/>
          </p:cNvSpPr>
          <p:nvPr/>
        </p:nvSpPr>
        <p:spPr bwMode="auto">
          <a:xfrm>
            <a:off x="533400" y="2133600"/>
            <a:ext cx="22098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异步清零：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(74161)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5784" name="Rectangle 8"/>
          <p:cNvSpPr>
            <a:spLocks noChangeArrowheads="1"/>
          </p:cNvSpPr>
          <p:nvPr/>
        </p:nvSpPr>
        <p:spPr bwMode="auto">
          <a:xfrm>
            <a:off x="533400" y="3622675"/>
            <a:ext cx="22098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同步清零：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(74163)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5785" name="Rectangle 9"/>
          <p:cNvSpPr>
            <a:spLocks noChangeArrowheads="1"/>
          </p:cNvSpPr>
          <p:nvPr/>
        </p:nvSpPr>
        <p:spPr bwMode="auto">
          <a:xfrm>
            <a:off x="2895600" y="2133600"/>
            <a:ext cx="40084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）用触发器提供的异步清零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5786" name="Rectangle 10"/>
          <p:cNvSpPr>
            <a:spLocks noChangeArrowheads="1"/>
          </p:cNvSpPr>
          <p:nvPr/>
        </p:nvSpPr>
        <p:spPr bwMode="auto">
          <a:xfrm>
            <a:off x="2895600" y="3657600"/>
            <a:ext cx="46180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）在约定时钟到来前将激励置零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5787" name="Rectangle 11"/>
          <p:cNvSpPr>
            <a:spLocks noChangeArrowheads="1"/>
          </p:cNvSpPr>
          <p:nvPr/>
        </p:nvSpPr>
        <p:spPr bwMode="auto">
          <a:xfrm>
            <a:off x="3124200" y="4343400"/>
            <a:ext cx="32480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实现要从激励方程入手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4" name="组合 3"/>
          <p:cNvGrpSpPr/>
          <p:nvPr/>
        </p:nvGrpSpPr>
        <p:grpSpPr bwMode="auto">
          <a:xfrm>
            <a:off x="2895600" y="2667000"/>
            <a:ext cx="5075238" cy="822325"/>
            <a:chOff x="2895600" y="2667000"/>
            <a:chExt cx="5075238" cy="822325"/>
          </a:xfrm>
        </p:grpSpPr>
        <p:sp>
          <p:nvSpPr>
            <p:cNvPr id="715782" name="Rectangle 6"/>
            <p:cNvSpPr>
              <a:spLocks noChangeArrowheads="1"/>
            </p:cNvSpPr>
            <p:nvPr/>
          </p:nvSpPr>
          <p:spPr bwMode="auto">
            <a:xfrm>
              <a:off x="2895600" y="2667000"/>
              <a:ext cx="5075238" cy="8223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）在输出用组合逻辑（如：        ）</a:t>
              </a:r>
              <a:endPara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eaLnBrk="1" hangingPunct="1"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采用该方法时要慎重</a:t>
              </a:r>
              <a:endPara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228" name="文本框 2"/>
            <p:cNvSpPr txBox="1">
              <a:spLocks noChangeArrowheads="1"/>
            </p:cNvSpPr>
            <p:nvPr/>
          </p:nvSpPr>
          <p:spPr bwMode="auto">
            <a:xfrm>
              <a:off x="6705600" y="2667000"/>
              <a:ext cx="864096" cy="46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  <a:endParaRPr lang="en-US" altLang="zh-CN" sz="20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R</a:t>
              </a:r>
              <a:r>
                <a:rPr lang="en-US" altLang="zh-CN" sz="2000" baseline="-25000"/>
                <a:t>d</a:t>
              </a:r>
              <a:r>
                <a:rPr lang="en-US" altLang="zh-CN" sz="2000">
                  <a:sym typeface="Symbol" panose="05050102010706020507" pitchFamily="18" charset="2"/>
                </a:rPr>
                <a:t>Q</a:t>
              </a: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1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1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1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0" grpId="0" autoUpdateAnimBg="0"/>
      <p:bldP spid="715784" grpId="0" autoUpdateAnimBg="0"/>
      <p:bldP spid="715785" grpId="0" autoUpdateAnimBg="0"/>
      <p:bldP spid="715786" grpId="0" autoUpdateAnimBg="0"/>
      <p:bldP spid="71578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7179C869-2FDF-4AEE-B677-9A50BE162F40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6803" name="Rectangle 3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集成化的计数器各功能的实现</a:t>
            </a:r>
            <a:endParaRPr lang="zh-CN" altLang="en-US" sz="32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同步清零的实现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6805" name="AutoShape 5"/>
          <p:cNvSpPr>
            <a:spLocks noChangeArrowheads="1"/>
          </p:cNvSpPr>
          <p:nvPr/>
        </p:nvSpPr>
        <p:spPr bwMode="auto">
          <a:xfrm>
            <a:off x="3321050" y="4173538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11" name="Rectangle 11"/>
          <p:cNvSpPr>
            <a:spLocks noChangeArrowheads="1"/>
          </p:cNvSpPr>
          <p:nvPr/>
        </p:nvSpPr>
        <p:spPr bwMode="auto">
          <a:xfrm>
            <a:off x="654050" y="2649538"/>
            <a:ext cx="26670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位二进制计数器的激励方程：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6812" name="Rectangle 12"/>
          <p:cNvSpPr>
            <a:spLocks noChangeArrowheads="1"/>
          </p:cNvSpPr>
          <p:nvPr/>
        </p:nvSpPr>
        <p:spPr bwMode="auto">
          <a:xfrm>
            <a:off x="3778250" y="2420938"/>
            <a:ext cx="4800600" cy="1187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CLR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时，在下一个时钟跳变时输出都为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。意味着在时钟跳变到来前，所有触发器的激励要为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“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”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4840288" y="3990975"/>
            <a:ext cx="3878262" cy="1784350"/>
            <a:chOff x="597396" y="3838983"/>
            <a:chExt cx="3878241" cy="1784065"/>
          </a:xfrm>
        </p:grpSpPr>
        <p:sp>
          <p:nvSpPr>
            <p:cNvPr id="10254" name="文本框 1"/>
            <p:cNvSpPr txBox="1">
              <a:spLocks noChangeArrowheads="1"/>
            </p:cNvSpPr>
            <p:nvPr/>
          </p:nvSpPr>
          <p:spPr bwMode="auto">
            <a:xfrm>
              <a:off x="597396" y="3838983"/>
              <a:ext cx="241002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—</a:t>
              </a:r>
              <a:endParaRPr lang="en-US" altLang="zh-CN" sz="24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10255" name="文本框 10"/>
            <p:cNvSpPr txBox="1">
              <a:spLocks noChangeArrowheads="1"/>
            </p:cNvSpPr>
            <p:nvPr/>
          </p:nvSpPr>
          <p:spPr bwMode="auto">
            <a:xfrm>
              <a:off x="606374" y="4450862"/>
              <a:ext cx="3516215" cy="290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</a:t>
              </a:r>
              <a:endParaRPr lang="zh-CN" altLang="en-US" sz="2400"/>
            </a:p>
          </p:txBody>
        </p:sp>
        <p:sp>
          <p:nvSpPr>
            <p:cNvPr id="10256" name="文本框 11"/>
            <p:cNvSpPr txBox="1">
              <a:spLocks noChangeArrowheads="1"/>
            </p:cNvSpPr>
            <p:nvPr/>
          </p:nvSpPr>
          <p:spPr bwMode="auto">
            <a:xfrm>
              <a:off x="641084" y="4863799"/>
              <a:ext cx="3554480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  <p:sp>
          <p:nvSpPr>
            <p:cNvPr id="10257" name="文本框 12"/>
            <p:cNvSpPr txBox="1">
              <a:spLocks noChangeArrowheads="1"/>
            </p:cNvSpPr>
            <p:nvPr/>
          </p:nvSpPr>
          <p:spPr bwMode="auto">
            <a:xfrm>
              <a:off x="661072" y="5332327"/>
              <a:ext cx="3814565" cy="290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749300" y="3990975"/>
            <a:ext cx="2474913" cy="1785938"/>
            <a:chOff x="597396" y="3838983"/>
            <a:chExt cx="2473701" cy="1785988"/>
          </a:xfrm>
        </p:grpSpPr>
        <p:sp>
          <p:nvSpPr>
            <p:cNvPr id="10250" name="文本框 15"/>
            <p:cNvSpPr txBox="1">
              <a:spLocks noChangeArrowheads="1"/>
            </p:cNvSpPr>
            <p:nvPr/>
          </p:nvSpPr>
          <p:spPr bwMode="auto">
            <a:xfrm>
              <a:off x="597396" y="3838983"/>
              <a:ext cx="241002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—</a:t>
              </a:r>
              <a:endParaRPr lang="en-US" altLang="zh-CN" sz="2400"/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10251" name="文本框 16"/>
            <p:cNvSpPr txBox="1">
              <a:spLocks noChangeArrowheads="1"/>
            </p:cNvSpPr>
            <p:nvPr/>
          </p:nvSpPr>
          <p:spPr bwMode="auto">
            <a:xfrm>
              <a:off x="606375" y="4450862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endParaRPr lang="zh-CN" altLang="en-US" sz="2400" baseline="-25000"/>
            </a:p>
          </p:txBody>
        </p:sp>
        <p:sp>
          <p:nvSpPr>
            <p:cNvPr id="10252" name="文本框 17"/>
            <p:cNvSpPr txBox="1">
              <a:spLocks noChangeArrowheads="1"/>
            </p:cNvSpPr>
            <p:nvPr/>
          </p:nvSpPr>
          <p:spPr bwMode="auto">
            <a:xfrm>
              <a:off x="641084" y="4863799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endParaRPr lang="zh-CN" altLang="en-US" sz="2400" baseline="-25000"/>
            </a:p>
          </p:txBody>
        </p:sp>
        <p:sp>
          <p:nvSpPr>
            <p:cNvPr id="10253" name="文本框 18"/>
            <p:cNvSpPr txBox="1">
              <a:spLocks noChangeArrowheads="1"/>
            </p:cNvSpPr>
            <p:nvPr/>
          </p:nvSpPr>
          <p:spPr bwMode="auto">
            <a:xfrm>
              <a:off x="661073" y="5332327"/>
              <a:ext cx="2410024" cy="292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71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5" grpId="0" animBg="1"/>
      <p:bldP spid="716811" grpId="0" autoUpdateAnimBg="0"/>
      <p:bldP spid="71681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17827" name="Rectangle 3"/>
          <p:cNvSpPr>
            <a:spLocks noGrp="1" noChangeArrowheads="1"/>
          </p:cNvSpPr>
          <p:nvPr>
            <p:ph idx="1"/>
          </p:nvPr>
        </p:nvSpPr>
        <p:spPr>
          <a:xfrm>
            <a:off x="701675" y="10795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  <a:endParaRPr lang="zh-CN" altLang="en-US" b="1" dirty="0"/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6453BC08-D999-4FE8-81A8-D9BDEC13FBEE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7828" name="Rectangle 4"/>
          <p:cNvSpPr>
            <a:spLocks noChangeArrowheads="1"/>
          </p:cNvSpPr>
          <p:nvPr/>
        </p:nvSpPr>
        <p:spPr bwMode="auto">
          <a:xfrm>
            <a:off x="1055688" y="1743075"/>
            <a:ext cx="7162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Load(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并行数据输入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：符号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7829" name="Rectangle 5"/>
          <p:cNvSpPr>
            <a:spLocks noChangeArrowheads="1"/>
          </p:cNvSpPr>
          <p:nvPr/>
        </p:nvSpPr>
        <p:spPr bwMode="auto">
          <a:xfrm>
            <a:off x="2047875" y="2200275"/>
            <a:ext cx="6756400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时，触发器接收已准备好的数据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A~D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L=1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时，触发器接收进位信号（原激励不变）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7831" name="Rectangle 7"/>
          <p:cNvSpPr>
            <a:spLocks noChangeArrowheads="1"/>
          </p:cNvSpPr>
          <p:nvPr/>
        </p:nvSpPr>
        <p:spPr bwMode="auto">
          <a:xfrm>
            <a:off x="979488" y="3114675"/>
            <a:ext cx="7162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从本质上看，用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对激励做数据选择（二选一）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1773238" y="3706813"/>
            <a:ext cx="6126162" cy="1939925"/>
            <a:chOff x="1772666" y="3706277"/>
            <a:chExt cx="6126160" cy="1940792"/>
          </a:xfrm>
        </p:grpSpPr>
        <p:sp>
          <p:nvSpPr>
            <p:cNvPr id="11273" name="文本框 10"/>
            <p:cNvSpPr txBox="1">
              <a:spLocks noChangeArrowheads="1"/>
            </p:cNvSpPr>
            <p:nvPr/>
          </p:nvSpPr>
          <p:spPr bwMode="auto">
            <a:xfrm>
              <a:off x="1772666" y="3706277"/>
              <a:ext cx="3814565" cy="50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A+L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en-US" altLang="zh-CN" sz="2400"/>
                <a:t> Q</a:t>
              </a:r>
              <a:r>
                <a:rPr lang="en-US" altLang="zh-CN" sz="2400" baseline="-25000"/>
                <a:t>A</a:t>
              </a:r>
              <a:r>
                <a:rPr lang="zh-CN" altLang="en-US" sz="2400"/>
                <a:t>）</a:t>
              </a:r>
              <a:endParaRPr lang="zh-CN" altLang="en-US" sz="2400"/>
            </a:p>
          </p:txBody>
        </p:sp>
        <p:sp>
          <p:nvSpPr>
            <p:cNvPr id="11274" name="文本框 11"/>
            <p:cNvSpPr txBox="1">
              <a:spLocks noChangeArrowheads="1"/>
            </p:cNvSpPr>
            <p:nvPr/>
          </p:nvSpPr>
          <p:spPr bwMode="auto">
            <a:xfrm>
              <a:off x="1821834" y="4125421"/>
              <a:ext cx="4883765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B+L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））</a:t>
              </a:r>
              <a:endParaRPr lang="zh-CN" altLang="en-US" sz="2400"/>
            </a:p>
          </p:txBody>
        </p:sp>
        <p:sp>
          <p:nvSpPr>
            <p:cNvPr id="11275" name="文本框 12"/>
            <p:cNvSpPr txBox="1">
              <a:spLocks noChangeArrowheads="1"/>
            </p:cNvSpPr>
            <p:nvPr/>
          </p:nvSpPr>
          <p:spPr bwMode="auto">
            <a:xfrm>
              <a:off x="1821834" y="4616604"/>
              <a:ext cx="6076992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C+L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  <p:sp>
          <p:nvSpPr>
            <p:cNvPr id="11276" name="文本框 13"/>
            <p:cNvSpPr txBox="1">
              <a:spLocks noChangeArrowheads="1"/>
            </p:cNvSpPr>
            <p:nvPr/>
          </p:nvSpPr>
          <p:spPr bwMode="auto">
            <a:xfrm>
              <a:off x="1841226" y="5087044"/>
              <a:ext cx="5480940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D+L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8" grpId="0" autoUpdateAnimBg="0"/>
      <p:bldP spid="717829" grpId="0" autoUpdateAnimBg="0"/>
      <p:bldP spid="71783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18851" name="Rectangle 3"/>
          <p:cNvSpPr>
            <a:spLocks noGrp="1" noChangeArrowheads="1"/>
          </p:cNvSpPr>
          <p:nvPr>
            <p:ph idx="1"/>
          </p:nvPr>
        </p:nvSpPr>
        <p:spPr>
          <a:xfrm>
            <a:off x="681038" y="1050925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扩展应用：多片计数器扩展</a:t>
            </a:r>
            <a:endParaRPr lang="zh-CN" altLang="en-US" dirty="0">
              <a:sym typeface="Wingdings" panose="05000000000000000000" pitchFamily="2" charset="2"/>
            </a:endParaRPr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07200" y="61372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F21DE975-183C-41BB-B64B-F52B91ED1DFF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8852" name="Rectangle 4"/>
          <p:cNvSpPr>
            <a:spLocks noChangeArrowheads="1"/>
          </p:cNvSpPr>
          <p:nvPr/>
        </p:nvSpPr>
        <p:spPr bwMode="auto">
          <a:xfrm>
            <a:off x="1290638" y="3413125"/>
            <a:ext cx="46688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二进制计数器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RC=Q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endParaRPr lang="en-US" altLang="zh-CN" sz="2400" baseline="-25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1266825" y="3870325"/>
            <a:ext cx="4672013" cy="457200"/>
            <a:chOff x="1200" y="3504"/>
            <a:chExt cx="2943" cy="288"/>
          </a:xfrm>
        </p:grpSpPr>
        <p:sp>
          <p:nvSpPr>
            <p:cNvPr id="13322" name="Line 6"/>
            <p:cNvSpPr>
              <a:spLocks noChangeShapeType="1"/>
            </p:cNvSpPr>
            <p:nvPr/>
          </p:nvSpPr>
          <p:spPr bwMode="auto">
            <a:xfrm>
              <a:off x="3408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3" name="Line 7"/>
            <p:cNvSpPr>
              <a:spLocks noChangeShapeType="1"/>
            </p:cNvSpPr>
            <p:nvPr/>
          </p:nvSpPr>
          <p:spPr bwMode="auto">
            <a:xfrm>
              <a:off x="3648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856" name="Rectangle 8"/>
            <p:cNvSpPr>
              <a:spLocks noChangeArrowheads="1"/>
            </p:cNvSpPr>
            <p:nvPr/>
          </p:nvSpPr>
          <p:spPr bwMode="auto">
            <a:xfrm>
              <a:off x="1200" y="3504"/>
              <a:ext cx="294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lvl="1"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十进制计数器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RC=Q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718857" name="Rectangle 9"/>
          <p:cNvSpPr>
            <a:spLocks noChangeArrowheads="1"/>
          </p:cNvSpPr>
          <p:nvPr/>
        </p:nvSpPr>
        <p:spPr bwMode="auto">
          <a:xfrm>
            <a:off x="604838" y="4365625"/>
            <a:ext cx="6553200" cy="1333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允许（禁止）端：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 (Trickle)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串行控制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(Parallel)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并行控制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8858" name="Rectangle 10"/>
          <p:cNvSpPr>
            <a:spLocks noChangeArrowheads="1"/>
          </p:cNvSpPr>
          <p:nvPr/>
        </p:nvSpPr>
        <p:spPr bwMode="auto">
          <a:xfrm>
            <a:off x="681038" y="2060575"/>
            <a:ext cx="8001000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sym typeface="Wingdings" panose="05000000000000000000" pitchFamily="2" charset="2"/>
              </a:rPr>
              <a:t>扩展规则：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sym typeface="Wingdings" panose="05000000000000000000" pitchFamily="2" charset="2"/>
              </a:rPr>
              <a:t>）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低位片未计满，则高位片不能计数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）低位片记满后来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，两片一起动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8859" name="Rectangle 11"/>
          <p:cNvSpPr>
            <a:spLocks noChangeArrowheads="1"/>
          </p:cNvSpPr>
          <p:nvPr/>
        </p:nvSpPr>
        <p:spPr bwMode="auto">
          <a:xfrm>
            <a:off x="604838" y="2955925"/>
            <a:ext cx="75834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设置进位标志：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 (Ripple Carry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：计数器的输出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2" grpId="0" autoUpdateAnimBg="0"/>
      <p:bldP spid="718857" grpId="0" autoUpdateAnimBg="0"/>
      <p:bldP spid="718858" grpId="0" autoUpdateAnimBg="0"/>
      <p:bldP spid="71885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14339" name="Text Box 60"/>
          <p:cNvSpPr>
            <a:spLocks noGrp="1" noChangeArrowheads="1"/>
          </p:cNvSpPr>
          <p:nvPr>
            <p:ph idx="1"/>
          </p:nvPr>
        </p:nvSpPr>
        <p:spPr>
          <a:xfrm>
            <a:off x="685800" y="908050"/>
            <a:ext cx="79248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ffectLst/>
                <a:latin typeface="Georgia" panose="02040502050405020303" pitchFamily="18" charset="0"/>
              </a:rPr>
              <a:t>第一种：串行扩展，</a:t>
            </a:r>
            <a:r>
              <a:rPr lang="en-US" altLang="zh-CN" sz="2400" b="1">
                <a:effectLst/>
                <a:latin typeface="Georgia" panose="02040502050405020303" pitchFamily="18" charset="0"/>
              </a:rPr>
              <a:t>RC</a:t>
            </a:r>
            <a:r>
              <a:rPr lang="zh-CN" altLang="en-US" sz="2400" b="1">
                <a:effectLst/>
                <a:latin typeface="Georgia" panose="02040502050405020303" pitchFamily="18" charset="0"/>
              </a:rPr>
              <a:t>逐片传送</a:t>
            </a:r>
            <a:endParaRPr lang="zh-CN" altLang="en-US" sz="2400" b="1">
              <a:effectLst/>
              <a:latin typeface="Georgia" panose="02040502050405020303" pitchFamily="18" charset="0"/>
            </a:endParaRPr>
          </a:p>
        </p:txBody>
      </p:sp>
      <p:sp>
        <p:nvSpPr>
          <p:cNvPr id="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83388" y="61499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754926F-4243-4EB9-AC7C-BF7CA51D949E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81000" y="2527300"/>
            <a:ext cx="2057400" cy="1387475"/>
            <a:chOff x="144" y="1536"/>
            <a:chExt cx="1296" cy="874"/>
          </a:xfrm>
        </p:grpSpPr>
        <p:sp>
          <p:nvSpPr>
            <p:cNvPr id="14398" name="Rectangle 4"/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99" name="Rectangle 5"/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  <a:endParaRPr lang="en-US" altLang="zh-CN" sz="2400" baseline="-25000"/>
            </a:p>
          </p:txBody>
        </p:sp>
        <p:sp>
          <p:nvSpPr>
            <p:cNvPr id="14400" name="Text Box 6"/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14401" name="Text Box 7"/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14402" name="Text Box 8"/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14403" name="Line 9"/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4" name="Line 10"/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5" name="Line 11"/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6" name="Line 12"/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7" name="Line 13"/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8" name="Line 14"/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5"/>
          <p:cNvGrpSpPr/>
          <p:nvPr/>
        </p:nvGrpSpPr>
        <p:grpSpPr bwMode="auto">
          <a:xfrm>
            <a:off x="2438400" y="2527300"/>
            <a:ext cx="2057400" cy="1387475"/>
            <a:chOff x="144" y="1536"/>
            <a:chExt cx="1296" cy="874"/>
          </a:xfrm>
        </p:grpSpPr>
        <p:sp>
          <p:nvSpPr>
            <p:cNvPr id="14387" name="Rectangle 16"/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88" name="Rectangle 17"/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  <a:endParaRPr lang="en-US" altLang="zh-CN" sz="2400" baseline="-25000"/>
            </a:p>
          </p:txBody>
        </p:sp>
        <p:sp>
          <p:nvSpPr>
            <p:cNvPr id="14389" name="Text Box 18"/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14390" name="Text Box 19"/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14391" name="Text Box 20"/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14392" name="Line 21"/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3" name="Line 22"/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4" name="Line 23"/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5" name="Line 24"/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6" name="Line 25"/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7" name="Line 26"/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7"/>
          <p:cNvGrpSpPr/>
          <p:nvPr/>
        </p:nvGrpSpPr>
        <p:grpSpPr bwMode="auto">
          <a:xfrm>
            <a:off x="4495800" y="2527300"/>
            <a:ext cx="2057400" cy="1387475"/>
            <a:chOff x="144" y="1536"/>
            <a:chExt cx="1296" cy="874"/>
          </a:xfrm>
        </p:grpSpPr>
        <p:sp>
          <p:nvSpPr>
            <p:cNvPr id="14376" name="Rectangle 28"/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77" name="Rectangle 29"/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  <a:endParaRPr lang="en-US" altLang="zh-CN" sz="2400" baseline="-25000"/>
            </a:p>
          </p:txBody>
        </p:sp>
        <p:sp>
          <p:nvSpPr>
            <p:cNvPr id="14378" name="Text Box 30"/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14379" name="Text Box 31"/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14380" name="Text Box 32"/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14381" name="Line 33"/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2" name="Line 34"/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Line 35"/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4" name="Line 36"/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5" name="Line 37"/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6" name="Line 38"/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9"/>
          <p:cNvGrpSpPr/>
          <p:nvPr/>
        </p:nvGrpSpPr>
        <p:grpSpPr bwMode="auto">
          <a:xfrm>
            <a:off x="6553200" y="2527300"/>
            <a:ext cx="2057400" cy="1387475"/>
            <a:chOff x="144" y="1536"/>
            <a:chExt cx="1296" cy="874"/>
          </a:xfrm>
        </p:grpSpPr>
        <p:sp>
          <p:nvSpPr>
            <p:cNvPr id="14365" name="Rectangle 40"/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66" name="Rectangle 41"/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  <a:endParaRPr lang="en-US" altLang="zh-CN" sz="2400" baseline="-25000"/>
            </a:p>
          </p:txBody>
        </p:sp>
        <p:sp>
          <p:nvSpPr>
            <p:cNvPr id="14367" name="Text Box 42"/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14368" name="Text Box 43"/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14369" name="Text Box 44"/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14370" name="Line 45"/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1" name="Line 46"/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2" name="Line 47"/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3" name="Line 48"/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Line 49"/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Line 50"/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51"/>
          <p:cNvGrpSpPr/>
          <p:nvPr/>
        </p:nvGrpSpPr>
        <p:grpSpPr bwMode="auto">
          <a:xfrm>
            <a:off x="381000" y="3898900"/>
            <a:ext cx="7239000" cy="457200"/>
            <a:chOff x="192" y="2400"/>
            <a:chExt cx="4560" cy="288"/>
          </a:xfrm>
        </p:grpSpPr>
        <p:sp>
          <p:nvSpPr>
            <p:cNvPr id="14357" name="Line 52"/>
            <p:cNvSpPr>
              <a:spLocks noChangeShapeType="1"/>
            </p:cNvSpPr>
            <p:nvPr/>
          </p:nvSpPr>
          <p:spPr bwMode="auto">
            <a:xfrm>
              <a:off x="192" y="2640"/>
              <a:ext cx="4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8" name="Line 53"/>
            <p:cNvSpPr>
              <a:spLocks noChangeShapeType="1"/>
            </p:cNvSpPr>
            <p:nvPr/>
          </p:nvSpPr>
          <p:spPr bwMode="auto">
            <a:xfrm flipV="1">
              <a:off x="4752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9" name="Line 54"/>
            <p:cNvSpPr>
              <a:spLocks noChangeShapeType="1"/>
            </p:cNvSpPr>
            <p:nvPr/>
          </p:nvSpPr>
          <p:spPr bwMode="auto">
            <a:xfrm flipV="1">
              <a:off x="3456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0" name="Line 55"/>
            <p:cNvSpPr>
              <a:spLocks noChangeShapeType="1"/>
            </p:cNvSpPr>
            <p:nvPr/>
          </p:nvSpPr>
          <p:spPr bwMode="auto">
            <a:xfrm flipV="1">
              <a:off x="2160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1" name="Line 56"/>
            <p:cNvSpPr>
              <a:spLocks noChangeShapeType="1"/>
            </p:cNvSpPr>
            <p:nvPr/>
          </p:nvSpPr>
          <p:spPr bwMode="auto">
            <a:xfrm flipV="1">
              <a:off x="864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Oval 57"/>
            <p:cNvSpPr>
              <a:spLocks noChangeArrowheads="1"/>
            </p:cNvSpPr>
            <p:nvPr/>
          </p:nvSpPr>
          <p:spPr bwMode="auto">
            <a:xfrm>
              <a:off x="816" y="25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63" name="Oval 58"/>
            <p:cNvSpPr>
              <a:spLocks noChangeArrowheads="1"/>
            </p:cNvSpPr>
            <p:nvPr/>
          </p:nvSpPr>
          <p:spPr bwMode="auto">
            <a:xfrm>
              <a:off x="2112" y="25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64" name="Oval 59"/>
            <p:cNvSpPr>
              <a:spLocks noChangeArrowheads="1"/>
            </p:cNvSpPr>
            <p:nvPr/>
          </p:nvSpPr>
          <p:spPr bwMode="auto">
            <a:xfrm>
              <a:off x="3408" y="25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740413" name="Text Box 61"/>
          <p:cNvSpPr txBox="1">
            <a:spLocks noChangeArrowheads="1"/>
          </p:cNvSpPr>
          <p:nvPr/>
        </p:nvSpPr>
        <p:spPr bwMode="auto">
          <a:xfrm>
            <a:off x="6934200" y="1670050"/>
            <a:ext cx="1066800" cy="4572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高位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)</a:t>
            </a:r>
            <a:endParaRPr lang="en-US" altLang="zh-CN" sz="24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40414" name="Text Box 62"/>
          <p:cNvSpPr txBox="1">
            <a:spLocks noChangeArrowheads="1"/>
          </p:cNvSpPr>
          <p:nvPr/>
        </p:nvSpPr>
        <p:spPr bwMode="auto">
          <a:xfrm>
            <a:off x="1143000" y="3151188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0415" name="Text Box 63"/>
          <p:cNvSpPr txBox="1">
            <a:spLocks noChangeArrowheads="1"/>
          </p:cNvSpPr>
          <p:nvPr/>
        </p:nvSpPr>
        <p:spPr bwMode="auto">
          <a:xfrm>
            <a:off x="3200400" y="3151188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0416" name="Text Box 64"/>
          <p:cNvSpPr txBox="1">
            <a:spLocks noChangeArrowheads="1"/>
          </p:cNvSpPr>
          <p:nvPr/>
        </p:nvSpPr>
        <p:spPr bwMode="auto">
          <a:xfrm>
            <a:off x="5181600" y="31369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III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0417" name="Text Box 65"/>
          <p:cNvSpPr txBox="1">
            <a:spLocks noChangeArrowheads="1"/>
          </p:cNvSpPr>
          <p:nvPr/>
        </p:nvSpPr>
        <p:spPr bwMode="auto">
          <a:xfrm>
            <a:off x="7239000" y="31369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IV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0418" name="Text Box 66"/>
          <p:cNvSpPr txBox="1">
            <a:spLocks noChangeArrowheads="1"/>
          </p:cNvSpPr>
          <p:nvPr/>
        </p:nvSpPr>
        <p:spPr bwMode="auto">
          <a:xfrm>
            <a:off x="228600" y="4584700"/>
            <a:ext cx="8610600" cy="89535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特点：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）只有当低位片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RC=1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时，相邻高位片计数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 当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RC=0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时，相邻高位片保持	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40419" name="Rectangle 67"/>
          <p:cNvSpPr>
            <a:spLocks noChangeArrowheads="1"/>
          </p:cNvSpPr>
          <p:nvPr/>
        </p:nvSpPr>
        <p:spPr bwMode="auto">
          <a:xfrm>
            <a:off x="711200" y="2146300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0</a:t>
            </a:r>
            <a:r>
              <a:rPr lang="en-US" altLang="zh-CN" sz="2000"/>
              <a:t>Q</a:t>
            </a:r>
            <a:r>
              <a:rPr lang="en-US" altLang="zh-CN" sz="2400" baseline="-25000"/>
              <a:t>1</a:t>
            </a:r>
            <a:r>
              <a:rPr lang="en-US" altLang="zh-CN" sz="2000"/>
              <a:t>Q</a:t>
            </a:r>
            <a:r>
              <a:rPr lang="en-US" altLang="zh-CN" sz="2400" baseline="-25000"/>
              <a:t>2</a:t>
            </a:r>
            <a:r>
              <a:rPr lang="en-US" altLang="zh-CN" sz="2000"/>
              <a:t>Q</a:t>
            </a:r>
            <a:r>
              <a:rPr lang="en-US" altLang="zh-CN" sz="2400" baseline="-25000"/>
              <a:t>3</a:t>
            </a:r>
            <a:endParaRPr lang="en-US" altLang="zh-CN" sz="2400" baseline="-25000"/>
          </a:p>
        </p:txBody>
      </p:sp>
      <p:sp>
        <p:nvSpPr>
          <p:cNvPr id="740420" name="Rectangle 68"/>
          <p:cNvSpPr>
            <a:spLocks noChangeArrowheads="1"/>
          </p:cNvSpPr>
          <p:nvPr/>
        </p:nvSpPr>
        <p:spPr bwMode="auto">
          <a:xfrm>
            <a:off x="2743200" y="2146300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4</a:t>
            </a:r>
            <a:r>
              <a:rPr lang="en-US" altLang="zh-CN" sz="2000"/>
              <a:t>Q</a:t>
            </a:r>
            <a:r>
              <a:rPr lang="en-US" altLang="zh-CN" sz="2400" baseline="-25000"/>
              <a:t>5</a:t>
            </a:r>
            <a:r>
              <a:rPr lang="en-US" altLang="zh-CN" sz="2000"/>
              <a:t>Q</a:t>
            </a:r>
            <a:r>
              <a:rPr lang="en-US" altLang="zh-CN" sz="2400" baseline="-25000"/>
              <a:t>6</a:t>
            </a:r>
            <a:r>
              <a:rPr lang="en-US" altLang="zh-CN" sz="2000"/>
              <a:t>Q</a:t>
            </a:r>
            <a:r>
              <a:rPr lang="en-US" altLang="zh-CN" sz="2400" baseline="-25000"/>
              <a:t>7</a:t>
            </a:r>
            <a:endParaRPr lang="en-US" altLang="zh-CN" sz="2400" baseline="-25000"/>
          </a:p>
        </p:txBody>
      </p:sp>
      <p:sp>
        <p:nvSpPr>
          <p:cNvPr id="740421" name="Rectangle 69"/>
          <p:cNvSpPr>
            <a:spLocks noChangeArrowheads="1"/>
          </p:cNvSpPr>
          <p:nvPr/>
        </p:nvSpPr>
        <p:spPr bwMode="auto">
          <a:xfrm>
            <a:off x="4689475" y="2146300"/>
            <a:ext cx="1568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8</a:t>
            </a:r>
            <a:r>
              <a:rPr lang="en-US" altLang="zh-CN" sz="2000"/>
              <a:t>Q</a:t>
            </a:r>
            <a:r>
              <a:rPr lang="en-US" altLang="zh-CN" sz="2400" baseline="-25000"/>
              <a:t>9</a:t>
            </a:r>
            <a:r>
              <a:rPr lang="en-US" altLang="zh-CN" sz="2000"/>
              <a:t>Q</a:t>
            </a:r>
            <a:r>
              <a:rPr lang="en-US" altLang="zh-CN" sz="2400" baseline="-25000"/>
              <a:t>10</a:t>
            </a:r>
            <a:r>
              <a:rPr lang="en-US" altLang="zh-CN" sz="2000"/>
              <a:t>Q</a:t>
            </a:r>
            <a:r>
              <a:rPr lang="en-US" altLang="zh-CN" sz="2400" baseline="-25000"/>
              <a:t>11</a:t>
            </a:r>
            <a:endParaRPr lang="en-US" altLang="zh-CN" sz="2400" baseline="-25000"/>
          </a:p>
        </p:txBody>
      </p:sp>
      <p:sp>
        <p:nvSpPr>
          <p:cNvPr id="740422" name="Rectangle 70"/>
          <p:cNvSpPr>
            <a:spLocks noChangeArrowheads="1"/>
          </p:cNvSpPr>
          <p:nvPr/>
        </p:nvSpPr>
        <p:spPr bwMode="auto">
          <a:xfrm>
            <a:off x="6781800" y="2146300"/>
            <a:ext cx="179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12</a:t>
            </a:r>
            <a:r>
              <a:rPr lang="en-US" altLang="zh-CN" sz="2000"/>
              <a:t>Q</a:t>
            </a:r>
            <a:r>
              <a:rPr lang="en-US" altLang="zh-CN" sz="2400" baseline="-25000"/>
              <a:t>13</a:t>
            </a:r>
            <a:r>
              <a:rPr lang="en-US" altLang="zh-CN" sz="2000"/>
              <a:t>Q</a:t>
            </a:r>
            <a:r>
              <a:rPr lang="en-US" altLang="zh-CN" sz="2400" baseline="-25000"/>
              <a:t>14</a:t>
            </a:r>
            <a:r>
              <a:rPr lang="en-US" altLang="zh-CN" sz="2000"/>
              <a:t>Q</a:t>
            </a:r>
            <a:r>
              <a:rPr lang="en-US" altLang="zh-CN" sz="2400" baseline="-25000"/>
              <a:t>15</a:t>
            </a:r>
            <a:endParaRPr lang="en-US" altLang="zh-CN" sz="2400" baseline="-25000"/>
          </a:p>
        </p:txBody>
      </p:sp>
      <p:sp>
        <p:nvSpPr>
          <p:cNvPr id="740423" name="Text Box 71"/>
          <p:cNvSpPr txBox="1">
            <a:spLocks noChangeArrowheads="1"/>
          </p:cNvSpPr>
          <p:nvPr/>
        </p:nvSpPr>
        <p:spPr bwMode="auto">
          <a:xfrm>
            <a:off x="762000" y="1746250"/>
            <a:ext cx="1066800" cy="4572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低位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)</a:t>
            </a:r>
            <a:endParaRPr lang="en-US" altLang="zh-CN" sz="24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4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4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4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4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4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4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4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4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4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4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4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413" grpId="0" autoUpdateAnimBg="0"/>
      <p:bldP spid="740414" grpId="0" autoUpdateAnimBg="0"/>
      <p:bldP spid="740415" grpId="0" autoUpdateAnimBg="0"/>
      <p:bldP spid="740416" grpId="0" autoUpdateAnimBg="0"/>
      <p:bldP spid="740417" grpId="0" autoUpdateAnimBg="0"/>
      <p:bldP spid="740418" grpId="0" autoUpdateAnimBg="0"/>
      <p:bldP spid="740419" grpId="0" autoUpdateAnimBg="0"/>
      <p:bldP spid="740420" grpId="0" autoUpdateAnimBg="0"/>
      <p:bldP spid="740421" grpId="0" autoUpdateAnimBg="0"/>
      <p:bldP spid="740422" grpId="0" autoUpdateAnimBg="0"/>
      <p:bldP spid="74042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0AA4E0D6-F361-4C01-86C2-732968319E38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15363" name="Group 2"/>
          <p:cNvGrpSpPr/>
          <p:nvPr/>
        </p:nvGrpSpPr>
        <p:grpSpPr bwMode="auto">
          <a:xfrm>
            <a:off x="76200" y="196850"/>
            <a:ext cx="9067800" cy="6661150"/>
            <a:chOff x="48" y="124"/>
            <a:chExt cx="5712" cy="4196"/>
          </a:xfrm>
        </p:grpSpPr>
        <p:grpSp>
          <p:nvGrpSpPr>
            <p:cNvPr id="15369" name="Group 3"/>
            <p:cNvGrpSpPr/>
            <p:nvPr/>
          </p:nvGrpSpPr>
          <p:grpSpPr bwMode="auto">
            <a:xfrm>
              <a:off x="1008" y="624"/>
              <a:ext cx="3840" cy="528"/>
              <a:chOff x="1008" y="912"/>
              <a:chExt cx="3840" cy="528"/>
            </a:xfrm>
          </p:grpSpPr>
          <p:sp>
            <p:nvSpPr>
              <p:cNvPr id="15653" name="Rectangle 4"/>
              <p:cNvSpPr>
                <a:spLocks noChangeArrowheads="1"/>
              </p:cNvSpPr>
              <p:nvPr/>
            </p:nvSpPr>
            <p:spPr bwMode="auto">
              <a:xfrm>
                <a:off x="1008" y="9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54" name="Rectangle 5"/>
              <p:cNvSpPr>
                <a:spLocks noChangeArrowheads="1"/>
              </p:cNvSpPr>
              <p:nvPr/>
            </p:nvSpPr>
            <p:spPr bwMode="auto">
              <a:xfrm>
                <a:off x="2112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55" name="Rectangle 6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56" name="Rectangle 7"/>
              <p:cNvSpPr>
                <a:spLocks noChangeArrowheads="1"/>
              </p:cNvSpPr>
              <p:nvPr/>
            </p:nvSpPr>
            <p:spPr bwMode="auto">
              <a:xfrm>
                <a:off x="4224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370" name="Group 8"/>
            <p:cNvGrpSpPr/>
            <p:nvPr/>
          </p:nvGrpSpPr>
          <p:grpSpPr bwMode="auto">
            <a:xfrm>
              <a:off x="1056" y="902"/>
              <a:ext cx="3408" cy="260"/>
              <a:chOff x="1056" y="1190"/>
              <a:chExt cx="3408" cy="260"/>
            </a:xfrm>
          </p:grpSpPr>
          <p:sp>
            <p:nvSpPr>
              <p:cNvPr id="15649" name="Text Box 9"/>
              <p:cNvSpPr txBox="1">
                <a:spLocks noChangeArrowheads="1"/>
              </p:cNvSpPr>
              <p:nvPr/>
            </p:nvSpPr>
            <p:spPr bwMode="auto">
              <a:xfrm>
                <a:off x="105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15650" name="Text Box 10"/>
              <p:cNvSpPr txBox="1">
                <a:spLocks noChangeArrowheads="1"/>
              </p:cNvSpPr>
              <p:nvPr/>
            </p:nvSpPr>
            <p:spPr bwMode="auto">
              <a:xfrm>
                <a:off x="2160" y="119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15651" name="Text Box 11"/>
              <p:cNvSpPr txBox="1">
                <a:spLocks noChangeArrowheads="1"/>
              </p:cNvSpPr>
              <p:nvPr/>
            </p:nvSpPr>
            <p:spPr bwMode="auto">
              <a:xfrm>
                <a:off x="321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15652" name="Text Box 12"/>
              <p:cNvSpPr txBox="1">
                <a:spLocks noChangeArrowheads="1"/>
              </p:cNvSpPr>
              <p:nvPr/>
            </p:nvSpPr>
            <p:spPr bwMode="auto">
              <a:xfrm>
                <a:off x="4224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</p:grpSp>
        <p:grpSp>
          <p:nvGrpSpPr>
            <p:cNvPr id="15371" name="Group 13"/>
            <p:cNvGrpSpPr/>
            <p:nvPr/>
          </p:nvGrpSpPr>
          <p:grpSpPr bwMode="auto">
            <a:xfrm>
              <a:off x="1056" y="652"/>
              <a:ext cx="3408" cy="260"/>
              <a:chOff x="1056" y="940"/>
              <a:chExt cx="3408" cy="260"/>
            </a:xfrm>
          </p:grpSpPr>
          <p:sp>
            <p:nvSpPr>
              <p:cNvPr id="15645" name="Text Box 14"/>
              <p:cNvSpPr txBox="1">
                <a:spLocks noChangeArrowheads="1"/>
              </p:cNvSpPr>
              <p:nvPr/>
            </p:nvSpPr>
            <p:spPr bwMode="auto">
              <a:xfrm>
                <a:off x="105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15646" name="Text Box 15"/>
              <p:cNvSpPr txBox="1">
                <a:spLocks noChangeArrowheads="1"/>
              </p:cNvSpPr>
              <p:nvPr/>
            </p:nvSpPr>
            <p:spPr bwMode="auto">
              <a:xfrm>
                <a:off x="2160" y="9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15647" name="Text Box 16"/>
              <p:cNvSpPr txBox="1">
                <a:spLocks noChangeArrowheads="1"/>
              </p:cNvSpPr>
              <p:nvPr/>
            </p:nvSpPr>
            <p:spPr bwMode="auto">
              <a:xfrm>
                <a:off x="321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15648" name="Text Box 17"/>
              <p:cNvSpPr txBox="1">
                <a:spLocks noChangeArrowheads="1"/>
              </p:cNvSpPr>
              <p:nvPr/>
            </p:nvSpPr>
            <p:spPr bwMode="auto">
              <a:xfrm>
                <a:off x="4224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</p:grpSp>
        <p:grpSp>
          <p:nvGrpSpPr>
            <p:cNvPr id="15372" name="Group 18"/>
            <p:cNvGrpSpPr/>
            <p:nvPr/>
          </p:nvGrpSpPr>
          <p:grpSpPr bwMode="auto">
            <a:xfrm>
              <a:off x="1392" y="672"/>
              <a:ext cx="3408" cy="250"/>
              <a:chOff x="1392" y="960"/>
              <a:chExt cx="3408" cy="250"/>
            </a:xfrm>
          </p:grpSpPr>
          <p:sp>
            <p:nvSpPr>
              <p:cNvPr id="15637" name="Text Box 19"/>
              <p:cNvSpPr txBox="1">
                <a:spLocks noChangeArrowheads="1"/>
              </p:cNvSpPr>
              <p:nvPr/>
            </p:nvSpPr>
            <p:spPr bwMode="auto">
              <a:xfrm>
                <a:off x="1392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15638" name="Text Box 20"/>
              <p:cNvSpPr txBox="1">
                <a:spLocks noChangeArrowheads="1"/>
              </p:cNvSpPr>
              <p:nvPr/>
            </p:nvSpPr>
            <p:spPr bwMode="auto">
              <a:xfrm>
                <a:off x="2448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15639" name="Line 21"/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40" name="Line 22"/>
              <p:cNvSpPr>
                <a:spLocks noChangeShapeType="1"/>
              </p:cNvSpPr>
              <p:nvPr/>
            </p:nvSpPr>
            <p:spPr bwMode="auto">
              <a:xfrm>
                <a:off x="2496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41" name="Text Box 23"/>
              <p:cNvSpPr txBox="1">
                <a:spLocks noChangeArrowheads="1"/>
              </p:cNvSpPr>
              <p:nvPr/>
            </p:nvSpPr>
            <p:spPr bwMode="auto">
              <a:xfrm>
                <a:off x="3504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15642" name="Line 24"/>
              <p:cNvSpPr>
                <a:spLocks noChangeShapeType="1"/>
              </p:cNvSpPr>
              <p:nvPr/>
            </p:nvSpPr>
            <p:spPr bwMode="auto">
              <a:xfrm>
                <a:off x="3552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43" name="Text Box 25"/>
              <p:cNvSpPr txBox="1">
                <a:spLocks noChangeArrowheads="1"/>
              </p:cNvSpPr>
              <p:nvPr/>
            </p:nvSpPr>
            <p:spPr bwMode="auto">
              <a:xfrm>
                <a:off x="4560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15644" name="Line 26"/>
              <p:cNvSpPr>
                <a:spLocks noChangeShapeType="1"/>
              </p:cNvSpPr>
              <p:nvPr/>
            </p:nvSpPr>
            <p:spPr bwMode="auto">
              <a:xfrm>
                <a:off x="4608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73" name="Group 27"/>
            <p:cNvGrpSpPr/>
            <p:nvPr/>
          </p:nvGrpSpPr>
          <p:grpSpPr bwMode="auto">
            <a:xfrm>
              <a:off x="1392" y="912"/>
              <a:ext cx="3456" cy="260"/>
              <a:chOff x="1392" y="1200"/>
              <a:chExt cx="3456" cy="260"/>
            </a:xfrm>
          </p:grpSpPr>
          <p:sp>
            <p:nvSpPr>
              <p:cNvPr id="15633" name="Text Box 28"/>
              <p:cNvSpPr txBox="1">
                <a:spLocks noChangeArrowheads="1"/>
              </p:cNvSpPr>
              <p:nvPr/>
            </p:nvSpPr>
            <p:spPr bwMode="auto">
              <a:xfrm>
                <a:off x="139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15634" name="Text Box 29"/>
              <p:cNvSpPr txBox="1">
                <a:spLocks noChangeArrowheads="1"/>
              </p:cNvSpPr>
              <p:nvPr/>
            </p:nvSpPr>
            <p:spPr bwMode="auto">
              <a:xfrm>
                <a:off x="2448" y="120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15635" name="Text Box 30"/>
              <p:cNvSpPr txBox="1">
                <a:spLocks noChangeArrowheads="1"/>
              </p:cNvSpPr>
              <p:nvPr/>
            </p:nvSpPr>
            <p:spPr bwMode="auto">
              <a:xfrm>
                <a:off x="3456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15636" name="Text Box 31"/>
              <p:cNvSpPr txBox="1">
                <a:spLocks noChangeArrowheads="1"/>
              </p:cNvSpPr>
              <p:nvPr/>
            </p:nvSpPr>
            <p:spPr bwMode="auto">
              <a:xfrm>
                <a:off x="451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</p:grpSp>
        <p:grpSp>
          <p:nvGrpSpPr>
            <p:cNvPr id="15374" name="Group 32"/>
            <p:cNvGrpSpPr/>
            <p:nvPr/>
          </p:nvGrpSpPr>
          <p:grpSpPr bwMode="auto">
            <a:xfrm>
              <a:off x="912" y="1392"/>
              <a:ext cx="3792" cy="432"/>
              <a:chOff x="816" y="1680"/>
              <a:chExt cx="3792" cy="432"/>
            </a:xfrm>
          </p:grpSpPr>
          <p:grpSp>
            <p:nvGrpSpPr>
              <p:cNvPr id="15613" name="Group 33"/>
              <p:cNvGrpSpPr/>
              <p:nvPr/>
            </p:nvGrpSpPr>
            <p:grpSpPr bwMode="auto">
              <a:xfrm>
                <a:off x="816" y="1680"/>
                <a:ext cx="576" cy="432"/>
                <a:chOff x="720" y="1680"/>
                <a:chExt cx="576" cy="432"/>
              </a:xfrm>
            </p:grpSpPr>
            <p:sp>
              <p:nvSpPr>
                <p:cNvPr id="15629" name="Rectangle 34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30" name="Line 35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31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15632" name="Line 37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14" name="Group 38"/>
              <p:cNvGrpSpPr/>
              <p:nvPr/>
            </p:nvGrpSpPr>
            <p:grpSpPr bwMode="auto">
              <a:xfrm>
                <a:off x="1920" y="1680"/>
                <a:ext cx="576" cy="432"/>
                <a:chOff x="720" y="1680"/>
                <a:chExt cx="576" cy="432"/>
              </a:xfrm>
            </p:grpSpPr>
            <p:sp>
              <p:nvSpPr>
                <p:cNvPr id="15625" name="Rectangle 39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26" name="Line 40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27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15628" name="Line 42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15" name="Group 43"/>
              <p:cNvGrpSpPr/>
              <p:nvPr/>
            </p:nvGrpSpPr>
            <p:grpSpPr bwMode="auto">
              <a:xfrm>
                <a:off x="3024" y="1680"/>
                <a:ext cx="576" cy="432"/>
                <a:chOff x="720" y="1680"/>
                <a:chExt cx="576" cy="432"/>
              </a:xfrm>
            </p:grpSpPr>
            <p:sp>
              <p:nvSpPr>
                <p:cNvPr id="15621" name="Rectangle 44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22" name="Line 45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23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15624" name="Line 47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16" name="Group 48"/>
              <p:cNvGrpSpPr/>
              <p:nvPr/>
            </p:nvGrpSpPr>
            <p:grpSpPr bwMode="auto">
              <a:xfrm>
                <a:off x="4032" y="1680"/>
                <a:ext cx="576" cy="432"/>
                <a:chOff x="720" y="1680"/>
                <a:chExt cx="576" cy="432"/>
              </a:xfrm>
            </p:grpSpPr>
            <p:sp>
              <p:nvSpPr>
                <p:cNvPr id="15617" name="Rectangle 49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18" name="Line 50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1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15620" name="Line 52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375" name="Group 53"/>
            <p:cNvGrpSpPr/>
            <p:nvPr/>
          </p:nvGrpSpPr>
          <p:grpSpPr bwMode="auto">
            <a:xfrm>
              <a:off x="3456" y="3168"/>
              <a:ext cx="336" cy="298"/>
              <a:chOff x="2256" y="3072"/>
              <a:chExt cx="336" cy="298"/>
            </a:xfrm>
          </p:grpSpPr>
          <p:sp>
            <p:nvSpPr>
              <p:cNvPr id="15610" name="Rectangle 54"/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11" name="Oval 55"/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12" name="Text Box 56"/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  <a:endParaRPr lang="en-US" altLang="zh-CN" sz="2000"/>
              </a:p>
            </p:txBody>
          </p:sp>
        </p:grpSp>
        <p:grpSp>
          <p:nvGrpSpPr>
            <p:cNvPr id="15376" name="Group 57"/>
            <p:cNvGrpSpPr/>
            <p:nvPr/>
          </p:nvGrpSpPr>
          <p:grpSpPr bwMode="auto">
            <a:xfrm>
              <a:off x="4464" y="3168"/>
              <a:ext cx="336" cy="298"/>
              <a:chOff x="2256" y="3072"/>
              <a:chExt cx="336" cy="298"/>
            </a:xfrm>
          </p:grpSpPr>
          <p:sp>
            <p:nvSpPr>
              <p:cNvPr id="15607" name="Rectangle 58"/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8" name="Oval 59"/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9" name="Text Box 60"/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  <a:endParaRPr lang="en-US" altLang="zh-CN" sz="2000"/>
              </a:p>
            </p:txBody>
          </p:sp>
        </p:grpSp>
        <p:grpSp>
          <p:nvGrpSpPr>
            <p:cNvPr id="15377" name="Group 61"/>
            <p:cNvGrpSpPr/>
            <p:nvPr/>
          </p:nvGrpSpPr>
          <p:grpSpPr bwMode="auto">
            <a:xfrm>
              <a:off x="2256" y="2688"/>
              <a:ext cx="2400" cy="192"/>
              <a:chOff x="2304" y="2976"/>
              <a:chExt cx="2400" cy="192"/>
            </a:xfrm>
          </p:grpSpPr>
          <p:sp>
            <p:nvSpPr>
              <p:cNvPr id="15604" name="Rectangle 62"/>
              <p:cNvSpPr>
                <a:spLocks noChangeArrowheads="1"/>
              </p:cNvSpPr>
              <p:nvPr/>
            </p:nvSpPr>
            <p:spPr bwMode="auto">
              <a:xfrm>
                <a:off x="2304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5" name="Rectangle 63"/>
              <p:cNvSpPr>
                <a:spLocks noChangeArrowheads="1"/>
              </p:cNvSpPr>
              <p:nvPr/>
            </p:nvSpPr>
            <p:spPr bwMode="auto">
              <a:xfrm>
                <a:off x="3408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6" name="Rectangle 64"/>
              <p:cNvSpPr>
                <a:spLocks noChangeArrowheads="1"/>
              </p:cNvSpPr>
              <p:nvPr/>
            </p:nvSpPr>
            <p:spPr bwMode="auto">
              <a:xfrm>
                <a:off x="4416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378" name="Group 65"/>
            <p:cNvGrpSpPr/>
            <p:nvPr/>
          </p:nvGrpSpPr>
          <p:grpSpPr bwMode="auto">
            <a:xfrm>
              <a:off x="2352" y="3168"/>
              <a:ext cx="336" cy="298"/>
              <a:chOff x="2256" y="3072"/>
              <a:chExt cx="336" cy="298"/>
            </a:xfrm>
          </p:grpSpPr>
          <p:sp>
            <p:nvSpPr>
              <p:cNvPr id="15601" name="Rectangle 66"/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2" name="Oval 67"/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3" name="Text Box 68"/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000"/>
              </a:p>
            </p:txBody>
          </p:sp>
        </p:grpSp>
        <p:grpSp>
          <p:nvGrpSpPr>
            <p:cNvPr id="15379" name="Group 69"/>
            <p:cNvGrpSpPr/>
            <p:nvPr/>
          </p:nvGrpSpPr>
          <p:grpSpPr bwMode="auto">
            <a:xfrm>
              <a:off x="4992" y="864"/>
              <a:ext cx="576" cy="298"/>
              <a:chOff x="4992" y="1392"/>
              <a:chExt cx="576" cy="298"/>
            </a:xfrm>
          </p:grpSpPr>
          <p:sp>
            <p:nvSpPr>
              <p:cNvPr id="15598" name="Rectangle 70"/>
              <p:cNvSpPr>
                <a:spLocks noChangeArrowheads="1"/>
              </p:cNvSpPr>
              <p:nvPr/>
            </p:nvSpPr>
            <p:spPr bwMode="auto">
              <a:xfrm>
                <a:off x="4992" y="1488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99" name="Oval 71"/>
              <p:cNvSpPr>
                <a:spLocks noChangeArrowheads="1"/>
              </p:cNvSpPr>
              <p:nvPr/>
            </p:nvSpPr>
            <p:spPr bwMode="auto">
              <a:xfrm>
                <a:off x="5232" y="1392"/>
                <a:ext cx="89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0" name="Text Box 72"/>
              <p:cNvSpPr txBox="1">
                <a:spLocks noChangeArrowheads="1"/>
              </p:cNvSpPr>
              <p:nvPr/>
            </p:nvSpPr>
            <p:spPr bwMode="auto">
              <a:xfrm>
                <a:off x="4992" y="1440"/>
                <a:ext cx="5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  <a:endParaRPr lang="en-US" altLang="zh-CN" sz="2000"/>
              </a:p>
            </p:txBody>
          </p:sp>
        </p:grpSp>
        <p:grpSp>
          <p:nvGrpSpPr>
            <p:cNvPr id="15380" name="Group 73"/>
            <p:cNvGrpSpPr/>
            <p:nvPr/>
          </p:nvGrpSpPr>
          <p:grpSpPr bwMode="auto">
            <a:xfrm>
              <a:off x="1200" y="1152"/>
              <a:ext cx="3168" cy="288"/>
              <a:chOff x="1200" y="1440"/>
              <a:chExt cx="3168" cy="288"/>
            </a:xfrm>
          </p:grpSpPr>
          <p:sp>
            <p:nvSpPr>
              <p:cNvPr id="15594" name="Line 74"/>
              <p:cNvSpPr>
                <a:spLocks noChangeShapeType="1"/>
              </p:cNvSpPr>
              <p:nvPr/>
            </p:nvSpPr>
            <p:spPr bwMode="auto">
              <a:xfrm flipV="1">
                <a:off x="120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95" name="Line 75"/>
              <p:cNvSpPr>
                <a:spLocks noChangeShapeType="1"/>
              </p:cNvSpPr>
              <p:nvPr/>
            </p:nvSpPr>
            <p:spPr bwMode="auto">
              <a:xfrm flipV="1">
                <a:off x="2304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96" name="Line 76"/>
              <p:cNvSpPr>
                <a:spLocks noChangeShapeType="1"/>
              </p:cNvSpPr>
              <p:nvPr/>
            </p:nvSpPr>
            <p:spPr bwMode="auto">
              <a:xfrm flipV="1">
                <a:off x="336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97" name="Line 77"/>
              <p:cNvSpPr>
                <a:spLocks noChangeShapeType="1"/>
              </p:cNvSpPr>
              <p:nvPr/>
            </p:nvSpPr>
            <p:spPr bwMode="auto">
              <a:xfrm flipV="1">
                <a:off x="4368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81" name="Line 78"/>
            <p:cNvSpPr>
              <a:spLocks noChangeShapeType="1"/>
            </p:cNvSpPr>
            <p:nvPr/>
          </p:nvSpPr>
          <p:spPr bwMode="auto">
            <a:xfrm>
              <a:off x="576" y="254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2" name="Line 79"/>
            <p:cNvSpPr>
              <a:spLocks noChangeShapeType="1"/>
            </p:cNvSpPr>
            <p:nvPr/>
          </p:nvSpPr>
          <p:spPr bwMode="auto">
            <a:xfrm flipV="1">
              <a:off x="864" y="244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83" name="Group 80"/>
            <p:cNvGrpSpPr/>
            <p:nvPr/>
          </p:nvGrpSpPr>
          <p:grpSpPr bwMode="auto">
            <a:xfrm>
              <a:off x="1200" y="1824"/>
              <a:ext cx="288" cy="672"/>
              <a:chOff x="1200" y="2112"/>
              <a:chExt cx="288" cy="672"/>
            </a:xfrm>
          </p:grpSpPr>
          <p:grpSp>
            <p:nvGrpSpPr>
              <p:cNvPr id="15589" name="Group 81"/>
              <p:cNvGrpSpPr/>
              <p:nvPr/>
            </p:nvGrpSpPr>
            <p:grpSpPr bwMode="auto">
              <a:xfrm>
                <a:off x="1200" y="2552"/>
                <a:ext cx="288" cy="232"/>
                <a:chOff x="1008" y="2736"/>
                <a:chExt cx="288" cy="232"/>
              </a:xfrm>
            </p:grpSpPr>
            <p:sp>
              <p:nvSpPr>
                <p:cNvPr id="15592" name="Rectangle 82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93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90" name="Oval 84"/>
              <p:cNvSpPr>
                <a:spLocks noChangeArrowheads="1"/>
              </p:cNvSpPr>
              <p:nvPr/>
            </p:nvSpPr>
            <p:spPr bwMode="auto">
              <a:xfrm>
                <a:off x="1296" y="2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91" name="Line 85"/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84" name="Group 86"/>
            <p:cNvGrpSpPr/>
            <p:nvPr/>
          </p:nvGrpSpPr>
          <p:grpSpPr bwMode="auto">
            <a:xfrm>
              <a:off x="2256" y="1816"/>
              <a:ext cx="288" cy="672"/>
              <a:chOff x="2256" y="2104"/>
              <a:chExt cx="288" cy="672"/>
            </a:xfrm>
          </p:grpSpPr>
          <p:grpSp>
            <p:nvGrpSpPr>
              <p:cNvPr id="15584" name="Group 87"/>
              <p:cNvGrpSpPr/>
              <p:nvPr/>
            </p:nvGrpSpPr>
            <p:grpSpPr bwMode="auto">
              <a:xfrm>
                <a:off x="2256" y="2544"/>
                <a:ext cx="288" cy="232"/>
                <a:chOff x="1008" y="2736"/>
                <a:chExt cx="288" cy="232"/>
              </a:xfrm>
            </p:grpSpPr>
            <p:sp>
              <p:nvSpPr>
                <p:cNvPr id="15587" name="Rectangle 88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88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85" name="Oval 90"/>
              <p:cNvSpPr>
                <a:spLocks noChangeArrowheads="1"/>
              </p:cNvSpPr>
              <p:nvPr/>
            </p:nvSpPr>
            <p:spPr bwMode="auto">
              <a:xfrm>
                <a:off x="2352" y="24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86" name="Line 91"/>
              <p:cNvSpPr>
                <a:spLocks noChangeShapeType="1"/>
              </p:cNvSpPr>
              <p:nvPr/>
            </p:nvSpPr>
            <p:spPr bwMode="auto">
              <a:xfrm flipV="1">
                <a:off x="2400" y="21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85" name="Group 92"/>
            <p:cNvGrpSpPr/>
            <p:nvPr/>
          </p:nvGrpSpPr>
          <p:grpSpPr bwMode="auto">
            <a:xfrm>
              <a:off x="3360" y="1824"/>
              <a:ext cx="288" cy="672"/>
              <a:chOff x="1296" y="2208"/>
              <a:chExt cx="288" cy="672"/>
            </a:xfrm>
          </p:grpSpPr>
          <p:grpSp>
            <p:nvGrpSpPr>
              <p:cNvPr id="15579" name="Group 93"/>
              <p:cNvGrpSpPr/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15582" name="Rectangle 94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83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80" name="Oval 96"/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81" name="Line 97"/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1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86" name="Group 98"/>
            <p:cNvGrpSpPr/>
            <p:nvPr/>
          </p:nvGrpSpPr>
          <p:grpSpPr bwMode="auto">
            <a:xfrm>
              <a:off x="4368" y="1824"/>
              <a:ext cx="288" cy="672"/>
              <a:chOff x="1296" y="2208"/>
              <a:chExt cx="288" cy="672"/>
            </a:xfrm>
          </p:grpSpPr>
          <p:grpSp>
            <p:nvGrpSpPr>
              <p:cNvPr id="15574" name="Group 99"/>
              <p:cNvGrpSpPr/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15577" name="Rectangle 100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78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75" name="Oval 102"/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76" name="Line 103"/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87" name="Line 104"/>
            <p:cNvSpPr>
              <a:spLocks noChangeShapeType="1"/>
            </p:cNvSpPr>
            <p:nvPr/>
          </p:nvSpPr>
          <p:spPr bwMode="auto">
            <a:xfrm flipV="1">
              <a:off x="2352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8" name="Line 105"/>
            <p:cNvSpPr>
              <a:spLocks noChangeShapeType="1"/>
            </p:cNvSpPr>
            <p:nvPr/>
          </p:nvSpPr>
          <p:spPr bwMode="auto">
            <a:xfrm flipV="1">
              <a:off x="3456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9" name="Line 106"/>
            <p:cNvSpPr>
              <a:spLocks noChangeShapeType="1"/>
            </p:cNvSpPr>
            <p:nvPr/>
          </p:nvSpPr>
          <p:spPr bwMode="auto">
            <a:xfrm flipV="1">
              <a:off x="4464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0" name="Group 107"/>
            <p:cNvGrpSpPr/>
            <p:nvPr/>
          </p:nvGrpSpPr>
          <p:grpSpPr bwMode="auto">
            <a:xfrm>
              <a:off x="4608" y="528"/>
              <a:ext cx="336" cy="2064"/>
              <a:chOff x="4608" y="528"/>
              <a:chExt cx="336" cy="2064"/>
            </a:xfrm>
          </p:grpSpPr>
          <p:sp>
            <p:nvSpPr>
              <p:cNvPr id="15569" name="Line 108"/>
              <p:cNvSpPr>
                <a:spLocks noChangeShapeType="1"/>
              </p:cNvSpPr>
              <p:nvPr/>
            </p:nvSpPr>
            <p:spPr bwMode="auto">
              <a:xfrm flipV="1">
                <a:off x="4704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0" name="Line 109"/>
              <p:cNvSpPr>
                <a:spLocks noChangeShapeType="1"/>
              </p:cNvSpPr>
              <p:nvPr/>
            </p:nvSpPr>
            <p:spPr bwMode="auto">
              <a:xfrm>
                <a:off x="4704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1" name="Line 110"/>
              <p:cNvSpPr>
                <a:spLocks noChangeShapeType="1"/>
              </p:cNvSpPr>
              <p:nvPr/>
            </p:nvSpPr>
            <p:spPr bwMode="auto">
              <a:xfrm>
                <a:off x="4944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2" name="Line 111"/>
              <p:cNvSpPr>
                <a:spLocks noChangeShapeType="1"/>
              </p:cNvSpPr>
              <p:nvPr/>
            </p:nvSpPr>
            <p:spPr bwMode="auto">
              <a:xfrm flipH="1">
                <a:off x="4608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3" name="Line 112"/>
              <p:cNvSpPr>
                <a:spLocks noChangeShapeType="1"/>
              </p:cNvSpPr>
              <p:nvPr/>
            </p:nvSpPr>
            <p:spPr bwMode="auto">
              <a:xfrm flipV="1">
                <a:off x="4608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91" name="Line 113"/>
            <p:cNvSpPr>
              <a:spLocks noChangeShapeType="1"/>
            </p:cNvSpPr>
            <p:nvPr/>
          </p:nvSpPr>
          <p:spPr bwMode="auto">
            <a:xfrm flipV="1">
              <a:off x="249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2" name="Line 114"/>
            <p:cNvSpPr>
              <a:spLocks noChangeShapeType="1"/>
            </p:cNvSpPr>
            <p:nvPr/>
          </p:nvSpPr>
          <p:spPr bwMode="auto">
            <a:xfrm flipV="1">
              <a:off x="3600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3" name="Line 115"/>
            <p:cNvSpPr>
              <a:spLocks noChangeShapeType="1"/>
            </p:cNvSpPr>
            <p:nvPr/>
          </p:nvSpPr>
          <p:spPr bwMode="auto">
            <a:xfrm flipV="1">
              <a:off x="4608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4" name="Group 116"/>
            <p:cNvGrpSpPr/>
            <p:nvPr/>
          </p:nvGrpSpPr>
          <p:grpSpPr bwMode="auto">
            <a:xfrm>
              <a:off x="1392" y="528"/>
              <a:ext cx="384" cy="2064"/>
              <a:chOff x="1392" y="528"/>
              <a:chExt cx="384" cy="2064"/>
            </a:xfrm>
          </p:grpSpPr>
          <p:sp>
            <p:nvSpPr>
              <p:cNvPr id="15564" name="Line 117"/>
              <p:cNvSpPr>
                <a:spLocks noChangeShapeType="1"/>
              </p:cNvSpPr>
              <p:nvPr/>
            </p:nvSpPr>
            <p:spPr bwMode="auto">
              <a:xfrm>
                <a:off x="1392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5" name="Line 118"/>
              <p:cNvSpPr>
                <a:spLocks noChangeShapeType="1"/>
              </p:cNvSpPr>
              <p:nvPr/>
            </p:nvSpPr>
            <p:spPr bwMode="auto">
              <a:xfrm flipV="1">
                <a:off x="1536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6" name="Line 119"/>
              <p:cNvSpPr>
                <a:spLocks noChangeShapeType="1"/>
              </p:cNvSpPr>
              <p:nvPr/>
            </p:nvSpPr>
            <p:spPr bwMode="auto">
              <a:xfrm>
                <a:off x="1776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7" name="Line 120"/>
              <p:cNvSpPr>
                <a:spLocks noChangeShapeType="1"/>
              </p:cNvSpPr>
              <p:nvPr/>
            </p:nvSpPr>
            <p:spPr bwMode="auto">
              <a:xfrm>
                <a:off x="1392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8" name="Line 121"/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95" name="Group 122"/>
            <p:cNvGrpSpPr/>
            <p:nvPr/>
          </p:nvGrpSpPr>
          <p:grpSpPr bwMode="auto">
            <a:xfrm>
              <a:off x="2496" y="528"/>
              <a:ext cx="336" cy="2064"/>
              <a:chOff x="2496" y="528"/>
              <a:chExt cx="336" cy="2064"/>
            </a:xfrm>
          </p:grpSpPr>
          <p:sp>
            <p:nvSpPr>
              <p:cNvPr id="15559" name="Line 123"/>
              <p:cNvSpPr>
                <a:spLocks noChangeShapeType="1"/>
              </p:cNvSpPr>
              <p:nvPr/>
            </p:nvSpPr>
            <p:spPr bwMode="auto">
              <a:xfrm flipV="1">
                <a:off x="2592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0" name="Line 124"/>
              <p:cNvSpPr>
                <a:spLocks noChangeShapeType="1"/>
              </p:cNvSpPr>
              <p:nvPr/>
            </p:nvSpPr>
            <p:spPr bwMode="auto">
              <a:xfrm>
                <a:off x="2832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1" name="Line 125"/>
              <p:cNvSpPr>
                <a:spLocks noChangeShapeType="1"/>
              </p:cNvSpPr>
              <p:nvPr/>
            </p:nvSpPr>
            <p:spPr bwMode="auto">
              <a:xfrm flipH="1">
                <a:off x="2496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2" name="Line 126"/>
              <p:cNvSpPr>
                <a:spLocks noChangeShapeType="1"/>
              </p:cNvSpPr>
              <p:nvPr/>
            </p:nvSpPr>
            <p:spPr bwMode="auto">
              <a:xfrm flipV="1">
                <a:off x="2496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3" name="Line 127"/>
              <p:cNvSpPr>
                <a:spLocks noChangeShapeType="1"/>
              </p:cNvSpPr>
              <p:nvPr/>
            </p:nvSpPr>
            <p:spPr bwMode="auto">
              <a:xfrm>
                <a:off x="2592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96" name="Group 128"/>
            <p:cNvGrpSpPr/>
            <p:nvPr/>
          </p:nvGrpSpPr>
          <p:grpSpPr bwMode="auto">
            <a:xfrm>
              <a:off x="3600" y="528"/>
              <a:ext cx="288" cy="2064"/>
              <a:chOff x="3600" y="528"/>
              <a:chExt cx="288" cy="2064"/>
            </a:xfrm>
          </p:grpSpPr>
          <p:sp>
            <p:nvSpPr>
              <p:cNvPr id="15554" name="Line 129"/>
              <p:cNvSpPr>
                <a:spLocks noChangeShapeType="1"/>
              </p:cNvSpPr>
              <p:nvPr/>
            </p:nvSpPr>
            <p:spPr bwMode="auto">
              <a:xfrm flipV="1">
                <a:off x="3648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5" name="Line 130"/>
              <p:cNvSpPr>
                <a:spLocks noChangeShapeType="1"/>
              </p:cNvSpPr>
              <p:nvPr/>
            </p:nvSpPr>
            <p:spPr bwMode="auto">
              <a:xfrm>
                <a:off x="3888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6" name="Line 131"/>
              <p:cNvSpPr>
                <a:spLocks noChangeShapeType="1"/>
              </p:cNvSpPr>
              <p:nvPr/>
            </p:nvSpPr>
            <p:spPr bwMode="auto">
              <a:xfrm flipH="1">
                <a:off x="3600" y="25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7" name="Line 132"/>
              <p:cNvSpPr>
                <a:spLocks noChangeShapeType="1"/>
              </p:cNvSpPr>
              <p:nvPr/>
            </p:nvSpPr>
            <p:spPr bwMode="auto">
              <a:xfrm flipV="1">
                <a:off x="3600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8" name="Line 133"/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97" name="Group 134"/>
            <p:cNvGrpSpPr/>
            <p:nvPr/>
          </p:nvGrpSpPr>
          <p:grpSpPr bwMode="auto">
            <a:xfrm>
              <a:off x="1728" y="2544"/>
              <a:ext cx="2784" cy="1248"/>
              <a:chOff x="1728" y="2544"/>
              <a:chExt cx="2784" cy="1248"/>
            </a:xfrm>
          </p:grpSpPr>
          <p:sp>
            <p:nvSpPr>
              <p:cNvPr id="15545" name="Line 135"/>
              <p:cNvSpPr>
                <a:spLocks noChangeShapeType="1"/>
              </p:cNvSpPr>
              <p:nvPr/>
            </p:nvSpPr>
            <p:spPr bwMode="auto">
              <a:xfrm flipV="1">
                <a:off x="4512" y="345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546" name="Group 136"/>
              <p:cNvGrpSpPr/>
              <p:nvPr/>
            </p:nvGrpSpPr>
            <p:grpSpPr bwMode="auto">
              <a:xfrm>
                <a:off x="1728" y="2544"/>
                <a:ext cx="2784" cy="1248"/>
                <a:chOff x="1728" y="2544"/>
                <a:chExt cx="2784" cy="1248"/>
              </a:xfrm>
            </p:grpSpPr>
            <p:sp>
              <p:nvSpPr>
                <p:cNvPr id="15547" name="Oval 137"/>
                <p:cNvSpPr>
                  <a:spLocks noChangeArrowheads="1"/>
                </p:cNvSpPr>
                <p:nvPr/>
              </p:nvSpPr>
              <p:spPr bwMode="auto">
                <a:xfrm>
                  <a:off x="1728" y="254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48" name="Line 138"/>
                <p:cNvSpPr>
                  <a:spLocks noChangeShapeType="1"/>
                </p:cNvSpPr>
                <p:nvPr/>
              </p:nvSpPr>
              <p:spPr bwMode="auto">
                <a:xfrm>
                  <a:off x="1776" y="2592"/>
                  <a:ext cx="0" cy="11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9" name="Line 139"/>
                <p:cNvSpPr>
                  <a:spLocks noChangeShapeType="1"/>
                </p:cNvSpPr>
                <p:nvPr/>
              </p:nvSpPr>
              <p:spPr bwMode="auto">
                <a:xfrm>
                  <a:off x="1776" y="3744"/>
                  <a:ext cx="27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50" name="Line 140"/>
                <p:cNvSpPr>
                  <a:spLocks noChangeShapeType="1"/>
                </p:cNvSpPr>
                <p:nvPr/>
              </p:nvSpPr>
              <p:spPr bwMode="auto">
                <a:xfrm flipV="1">
                  <a:off x="2496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51" name="Oval 141"/>
                <p:cNvSpPr>
                  <a:spLocks noChangeArrowheads="1"/>
                </p:cNvSpPr>
                <p:nvPr/>
              </p:nvSpPr>
              <p:spPr bwMode="auto">
                <a:xfrm>
                  <a:off x="2448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52" name="Line 142"/>
                <p:cNvSpPr>
                  <a:spLocks noChangeShapeType="1"/>
                </p:cNvSpPr>
                <p:nvPr/>
              </p:nvSpPr>
              <p:spPr bwMode="auto">
                <a:xfrm flipV="1">
                  <a:off x="3552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53" name="Oval 143"/>
                <p:cNvSpPr>
                  <a:spLocks noChangeArrowheads="1"/>
                </p:cNvSpPr>
                <p:nvPr/>
              </p:nvSpPr>
              <p:spPr bwMode="auto">
                <a:xfrm>
                  <a:off x="3504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5398" name="Line 144"/>
            <p:cNvSpPr>
              <a:spLocks noChangeShapeType="1"/>
            </p:cNvSpPr>
            <p:nvPr/>
          </p:nvSpPr>
          <p:spPr bwMode="auto">
            <a:xfrm flipV="1">
              <a:off x="3648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9" name="Group 145"/>
            <p:cNvGrpSpPr/>
            <p:nvPr/>
          </p:nvGrpSpPr>
          <p:grpSpPr bwMode="auto">
            <a:xfrm>
              <a:off x="2784" y="2544"/>
              <a:ext cx="1824" cy="1152"/>
              <a:chOff x="2784" y="2544"/>
              <a:chExt cx="1824" cy="1152"/>
            </a:xfrm>
          </p:grpSpPr>
          <p:sp>
            <p:nvSpPr>
              <p:cNvPr id="15539" name="Oval 146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540" name="Group 147"/>
              <p:cNvGrpSpPr/>
              <p:nvPr/>
            </p:nvGrpSpPr>
            <p:grpSpPr bwMode="auto">
              <a:xfrm>
                <a:off x="2832" y="2592"/>
                <a:ext cx="1776" cy="1104"/>
                <a:chOff x="2832" y="2592"/>
                <a:chExt cx="1776" cy="1104"/>
              </a:xfrm>
            </p:grpSpPr>
            <p:sp>
              <p:nvSpPr>
                <p:cNvPr id="15541" name="Line 148"/>
                <p:cNvSpPr>
                  <a:spLocks noChangeShapeType="1"/>
                </p:cNvSpPr>
                <p:nvPr/>
              </p:nvSpPr>
              <p:spPr bwMode="auto">
                <a:xfrm>
                  <a:off x="2832" y="3648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2" name="Line 149"/>
                <p:cNvSpPr>
                  <a:spLocks noChangeShapeType="1"/>
                </p:cNvSpPr>
                <p:nvPr/>
              </p:nvSpPr>
              <p:spPr bwMode="auto">
                <a:xfrm>
                  <a:off x="2832" y="2592"/>
                  <a:ext cx="0" cy="10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3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4608" y="34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4" name="Oval 151"/>
                <p:cNvSpPr>
                  <a:spLocks noChangeArrowheads="1"/>
                </p:cNvSpPr>
                <p:nvPr/>
              </p:nvSpPr>
              <p:spPr bwMode="auto">
                <a:xfrm>
                  <a:off x="3600" y="360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400" name="Group 152"/>
            <p:cNvGrpSpPr/>
            <p:nvPr/>
          </p:nvGrpSpPr>
          <p:grpSpPr bwMode="auto">
            <a:xfrm>
              <a:off x="3840" y="2544"/>
              <a:ext cx="864" cy="1008"/>
              <a:chOff x="3840" y="2544"/>
              <a:chExt cx="864" cy="1008"/>
            </a:xfrm>
          </p:grpSpPr>
          <p:sp>
            <p:nvSpPr>
              <p:cNvPr id="15535" name="Line 153"/>
              <p:cNvSpPr>
                <a:spLocks noChangeShapeType="1"/>
              </p:cNvSpPr>
              <p:nvPr/>
            </p:nvSpPr>
            <p:spPr bwMode="auto">
              <a:xfrm>
                <a:off x="3888" y="355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6" name="Line 154"/>
              <p:cNvSpPr>
                <a:spLocks noChangeShapeType="1"/>
              </p:cNvSpPr>
              <p:nvPr/>
            </p:nvSpPr>
            <p:spPr bwMode="auto">
              <a:xfrm>
                <a:off x="3888" y="25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7" name="Oval 155"/>
              <p:cNvSpPr>
                <a:spLocks noChangeArrowheads="1"/>
              </p:cNvSpPr>
              <p:nvPr/>
            </p:nvSpPr>
            <p:spPr bwMode="auto">
              <a:xfrm>
                <a:off x="3840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38" name="Line 156"/>
              <p:cNvSpPr>
                <a:spLocks noChangeShapeType="1"/>
              </p:cNvSpPr>
              <p:nvPr/>
            </p:nvSpPr>
            <p:spPr bwMode="auto">
              <a:xfrm flipV="1">
                <a:off x="4704" y="34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401" name="Line 157"/>
            <p:cNvSpPr>
              <a:spLocks noChangeShapeType="1"/>
            </p:cNvSpPr>
            <p:nvPr/>
          </p:nvSpPr>
          <p:spPr bwMode="auto">
            <a:xfrm>
              <a:off x="5232" y="1152"/>
              <a:ext cx="0" cy="2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02" name="Group 158"/>
            <p:cNvGrpSpPr/>
            <p:nvPr/>
          </p:nvGrpSpPr>
          <p:grpSpPr bwMode="auto">
            <a:xfrm>
              <a:off x="4896" y="1152"/>
              <a:ext cx="144" cy="1488"/>
              <a:chOff x="4896" y="1152"/>
              <a:chExt cx="144" cy="1488"/>
            </a:xfrm>
          </p:grpSpPr>
          <p:sp>
            <p:nvSpPr>
              <p:cNvPr id="15532" name="Line 159"/>
              <p:cNvSpPr>
                <a:spLocks noChangeShapeType="1"/>
              </p:cNvSpPr>
              <p:nvPr/>
            </p:nvSpPr>
            <p:spPr bwMode="auto">
              <a:xfrm>
                <a:off x="4944" y="25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3" name="Line 160"/>
              <p:cNvSpPr>
                <a:spLocks noChangeShapeType="1"/>
              </p:cNvSpPr>
              <p:nvPr/>
            </p:nvSpPr>
            <p:spPr bwMode="auto">
              <a:xfrm>
                <a:off x="5040" y="1152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4" name="Oval 161"/>
              <p:cNvSpPr>
                <a:spLocks noChangeArrowheads="1"/>
              </p:cNvSpPr>
              <p:nvPr/>
            </p:nvSpPr>
            <p:spPr bwMode="auto">
              <a:xfrm>
                <a:off x="4896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403" name="Group 162"/>
            <p:cNvGrpSpPr/>
            <p:nvPr/>
          </p:nvGrpSpPr>
          <p:grpSpPr bwMode="auto">
            <a:xfrm>
              <a:off x="4656" y="1152"/>
              <a:ext cx="480" cy="2448"/>
              <a:chOff x="4656" y="1152"/>
              <a:chExt cx="480" cy="2448"/>
            </a:xfrm>
          </p:grpSpPr>
          <p:sp>
            <p:nvSpPr>
              <p:cNvPr id="15530" name="Line 163"/>
              <p:cNvSpPr>
                <a:spLocks noChangeShapeType="1"/>
              </p:cNvSpPr>
              <p:nvPr/>
            </p:nvSpPr>
            <p:spPr bwMode="auto">
              <a:xfrm>
                <a:off x="5136" y="1152"/>
                <a:ext cx="0" cy="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1" name="Oval 164"/>
              <p:cNvSpPr>
                <a:spLocks noChangeArrowheads="1"/>
              </p:cNvSpPr>
              <p:nvPr/>
            </p:nvSpPr>
            <p:spPr bwMode="auto">
              <a:xfrm>
                <a:off x="4656" y="35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404" name="Line 165"/>
            <p:cNvSpPr>
              <a:spLocks noChangeShapeType="1"/>
            </p:cNvSpPr>
            <p:nvPr/>
          </p:nvSpPr>
          <p:spPr bwMode="auto">
            <a:xfrm>
              <a:off x="4704" y="35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05" name="Group 166"/>
            <p:cNvGrpSpPr/>
            <p:nvPr/>
          </p:nvGrpSpPr>
          <p:grpSpPr bwMode="auto">
            <a:xfrm>
              <a:off x="4560" y="3600"/>
              <a:ext cx="672" cy="96"/>
              <a:chOff x="4560" y="3600"/>
              <a:chExt cx="672" cy="96"/>
            </a:xfrm>
          </p:grpSpPr>
          <p:sp>
            <p:nvSpPr>
              <p:cNvPr id="15528" name="Oval 167"/>
              <p:cNvSpPr>
                <a:spLocks noChangeArrowheads="1"/>
              </p:cNvSpPr>
              <p:nvPr/>
            </p:nvSpPr>
            <p:spPr bwMode="auto">
              <a:xfrm>
                <a:off x="4560" y="36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29" name="Line 168"/>
              <p:cNvSpPr>
                <a:spLocks noChangeShapeType="1"/>
              </p:cNvSpPr>
              <p:nvPr/>
            </p:nvSpPr>
            <p:spPr bwMode="auto">
              <a:xfrm>
                <a:off x="4608" y="364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6" name="Group 169"/>
            <p:cNvGrpSpPr/>
            <p:nvPr/>
          </p:nvGrpSpPr>
          <p:grpSpPr bwMode="auto">
            <a:xfrm>
              <a:off x="4464" y="1152"/>
              <a:ext cx="864" cy="2640"/>
              <a:chOff x="4464" y="1152"/>
              <a:chExt cx="864" cy="2640"/>
            </a:xfrm>
          </p:grpSpPr>
          <p:sp>
            <p:nvSpPr>
              <p:cNvPr id="15525" name="Line 170"/>
              <p:cNvSpPr>
                <a:spLocks noChangeShapeType="1"/>
              </p:cNvSpPr>
              <p:nvPr/>
            </p:nvSpPr>
            <p:spPr bwMode="auto">
              <a:xfrm>
                <a:off x="5328" y="1152"/>
                <a:ext cx="0" cy="25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26" name="Oval 171"/>
              <p:cNvSpPr>
                <a:spLocks noChangeArrowheads="1"/>
              </p:cNvSpPr>
              <p:nvPr/>
            </p:nvSpPr>
            <p:spPr bwMode="auto">
              <a:xfrm>
                <a:off x="446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27" name="Line 172"/>
              <p:cNvSpPr>
                <a:spLocks noChangeShapeType="1"/>
              </p:cNvSpPr>
              <p:nvPr/>
            </p:nvSpPr>
            <p:spPr bwMode="auto">
              <a:xfrm>
                <a:off x="4512" y="374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7" name="Group 173"/>
            <p:cNvGrpSpPr/>
            <p:nvPr/>
          </p:nvGrpSpPr>
          <p:grpSpPr bwMode="auto">
            <a:xfrm>
              <a:off x="192" y="1152"/>
              <a:ext cx="4464" cy="2976"/>
              <a:chOff x="192" y="1152"/>
              <a:chExt cx="4464" cy="2976"/>
            </a:xfrm>
          </p:grpSpPr>
          <p:grpSp>
            <p:nvGrpSpPr>
              <p:cNvPr id="15509" name="Group 174"/>
              <p:cNvGrpSpPr/>
              <p:nvPr/>
            </p:nvGrpSpPr>
            <p:grpSpPr bwMode="auto">
              <a:xfrm>
                <a:off x="192" y="1152"/>
                <a:ext cx="4464" cy="2592"/>
                <a:chOff x="192" y="1440"/>
                <a:chExt cx="4464" cy="2592"/>
              </a:xfrm>
            </p:grpSpPr>
            <p:grpSp>
              <p:nvGrpSpPr>
                <p:cNvPr id="15511" name="Group 175"/>
                <p:cNvGrpSpPr/>
                <p:nvPr/>
              </p:nvGrpSpPr>
              <p:grpSpPr bwMode="auto">
                <a:xfrm>
                  <a:off x="192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15522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523" name="Oval 177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524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sp>
              <p:nvSpPr>
                <p:cNvPr id="15512" name="Line 179"/>
                <p:cNvSpPr>
                  <a:spLocks noChangeShapeType="1"/>
                </p:cNvSpPr>
                <p:nvPr/>
              </p:nvSpPr>
              <p:spPr bwMode="auto">
                <a:xfrm flipV="1">
                  <a:off x="336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3" name="Line 180"/>
                <p:cNvSpPr>
                  <a:spLocks noChangeShapeType="1"/>
                </p:cNvSpPr>
                <p:nvPr/>
              </p:nvSpPr>
              <p:spPr bwMode="auto">
                <a:xfrm flipV="1">
                  <a:off x="336" y="1536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4" name="Line 181"/>
                <p:cNvSpPr>
                  <a:spLocks noChangeShapeType="1"/>
                </p:cNvSpPr>
                <p:nvPr/>
              </p:nvSpPr>
              <p:spPr bwMode="auto">
                <a:xfrm>
                  <a:off x="336" y="1536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5" name="Line 182"/>
                <p:cNvSpPr>
                  <a:spLocks noChangeShapeType="1"/>
                </p:cNvSpPr>
                <p:nvPr/>
              </p:nvSpPr>
              <p:spPr bwMode="auto">
                <a:xfrm flipV="1">
                  <a:off x="465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6" name="Line 183"/>
                <p:cNvSpPr>
                  <a:spLocks noChangeShapeType="1"/>
                </p:cNvSpPr>
                <p:nvPr/>
              </p:nvSpPr>
              <p:spPr bwMode="auto">
                <a:xfrm flipV="1">
                  <a:off x="3600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7" name="Line 184"/>
                <p:cNvSpPr>
                  <a:spLocks noChangeShapeType="1"/>
                </p:cNvSpPr>
                <p:nvPr/>
              </p:nvSpPr>
              <p:spPr bwMode="auto">
                <a:xfrm flipV="1">
                  <a:off x="2592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8" name="Line 185"/>
                <p:cNvSpPr>
                  <a:spLocks noChangeShapeType="1"/>
                </p:cNvSpPr>
                <p:nvPr/>
              </p:nvSpPr>
              <p:spPr bwMode="auto">
                <a:xfrm flipV="1">
                  <a:off x="153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9" name="Oval 186"/>
                <p:cNvSpPr>
                  <a:spLocks noChangeArrowheads="1"/>
                </p:cNvSpPr>
                <p:nvPr/>
              </p:nvSpPr>
              <p:spPr bwMode="auto">
                <a:xfrm>
                  <a:off x="1488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20" name="Oval 187"/>
                <p:cNvSpPr>
                  <a:spLocks noChangeArrowheads="1"/>
                </p:cNvSpPr>
                <p:nvPr/>
              </p:nvSpPr>
              <p:spPr bwMode="auto">
                <a:xfrm>
                  <a:off x="2544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21" name="Oval 188"/>
                <p:cNvSpPr>
                  <a:spLocks noChangeArrowheads="1"/>
                </p:cNvSpPr>
                <p:nvPr/>
              </p:nvSpPr>
              <p:spPr bwMode="auto">
                <a:xfrm>
                  <a:off x="3552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510" name="Line 189"/>
              <p:cNvSpPr>
                <a:spLocks noChangeShapeType="1"/>
              </p:cNvSpPr>
              <p:nvPr/>
            </p:nvSpPr>
            <p:spPr bwMode="auto">
              <a:xfrm>
                <a:off x="336" y="374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8" name="Group 190"/>
            <p:cNvGrpSpPr/>
            <p:nvPr/>
          </p:nvGrpSpPr>
          <p:grpSpPr bwMode="auto">
            <a:xfrm>
              <a:off x="432" y="1824"/>
              <a:ext cx="3792" cy="2304"/>
              <a:chOff x="432" y="1824"/>
              <a:chExt cx="3792" cy="2304"/>
            </a:xfrm>
          </p:grpSpPr>
          <p:grpSp>
            <p:nvGrpSpPr>
              <p:cNvPr id="15487" name="Group 191"/>
              <p:cNvGrpSpPr/>
              <p:nvPr/>
            </p:nvGrpSpPr>
            <p:grpSpPr bwMode="auto">
              <a:xfrm>
                <a:off x="432" y="1824"/>
                <a:ext cx="3792" cy="1920"/>
                <a:chOff x="432" y="2112"/>
                <a:chExt cx="3792" cy="1920"/>
              </a:xfrm>
            </p:grpSpPr>
            <p:grpSp>
              <p:nvGrpSpPr>
                <p:cNvPr id="15489" name="Group 192"/>
                <p:cNvGrpSpPr/>
                <p:nvPr/>
              </p:nvGrpSpPr>
              <p:grpSpPr bwMode="auto">
                <a:xfrm>
                  <a:off x="432" y="2928"/>
                  <a:ext cx="336" cy="298"/>
                  <a:chOff x="432" y="2928"/>
                  <a:chExt cx="336" cy="298"/>
                </a:xfrm>
              </p:grpSpPr>
              <p:grpSp>
                <p:nvGrpSpPr>
                  <p:cNvPr id="15504" name="Group 193"/>
                  <p:cNvGrpSpPr/>
                  <p:nvPr/>
                </p:nvGrpSpPr>
                <p:grpSpPr bwMode="auto">
                  <a:xfrm>
                    <a:off x="432" y="2928"/>
                    <a:ext cx="336" cy="298"/>
                    <a:chOff x="2256" y="3072"/>
                    <a:chExt cx="336" cy="298"/>
                  </a:xfrm>
                </p:grpSpPr>
                <p:sp>
                  <p:nvSpPr>
                    <p:cNvPr id="15506" name="Rectangle 1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6" y="3168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507" name="Oval 1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3072"/>
                      <a:ext cx="96" cy="96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508" name="Text Box 19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6" y="3120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</p:grpSp>
              <p:sp>
                <p:nvSpPr>
                  <p:cNvPr id="15505" name="Text Box 1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2976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  <a:endParaRPr lang="en-US" altLang="zh-CN" sz="2000"/>
                  </a:p>
                </p:txBody>
              </p:sp>
            </p:grpSp>
            <p:sp>
              <p:nvSpPr>
                <p:cNvPr id="15490" name="Line 198"/>
                <p:cNvSpPr>
                  <a:spLocks noChangeShapeType="1"/>
                </p:cNvSpPr>
                <p:nvPr/>
              </p:nvSpPr>
              <p:spPr bwMode="auto">
                <a:xfrm>
                  <a:off x="528" y="3216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1" name="Line 199"/>
                <p:cNvSpPr>
                  <a:spLocks noChangeShapeType="1"/>
                </p:cNvSpPr>
                <p:nvPr/>
              </p:nvSpPr>
              <p:spPr bwMode="auto">
                <a:xfrm flipV="1">
                  <a:off x="576" y="225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2" name="Line 200"/>
                <p:cNvSpPr>
                  <a:spLocks noChangeShapeType="1"/>
                </p:cNvSpPr>
                <p:nvPr/>
              </p:nvSpPr>
              <p:spPr bwMode="auto">
                <a:xfrm>
                  <a:off x="576" y="2256"/>
                  <a:ext cx="36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3" name="Line 201"/>
                <p:cNvSpPr>
                  <a:spLocks noChangeShapeType="1"/>
                </p:cNvSpPr>
                <p:nvPr/>
              </p:nvSpPr>
              <p:spPr bwMode="auto">
                <a:xfrm>
                  <a:off x="1008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4" name="Line 202"/>
                <p:cNvSpPr>
                  <a:spLocks noChangeShapeType="1"/>
                </p:cNvSpPr>
                <p:nvPr/>
              </p:nvSpPr>
              <p:spPr bwMode="auto">
                <a:xfrm>
                  <a:off x="2112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5" name="Line 203"/>
                <p:cNvSpPr>
                  <a:spLocks noChangeShapeType="1"/>
                </p:cNvSpPr>
                <p:nvPr/>
              </p:nvSpPr>
              <p:spPr bwMode="auto">
                <a:xfrm>
                  <a:off x="3216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6" name="Line 204"/>
                <p:cNvSpPr>
                  <a:spLocks noChangeShapeType="1"/>
                </p:cNvSpPr>
                <p:nvPr/>
              </p:nvSpPr>
              <p:spPr bwMode="auto">
                <a:xfrm>
                  <a:off x="4224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7" name="Line 205"/>
                <p:cNvSpPr>
                  <a:spLocks noChangeShapeType="1"/>
                </p:cNvSpPr>
                <p:nvPr/>
              </p:nvSpPr>
              <p:spPr bwMode="auto">
                <a:xfrm flipH="1">
                  <a:off x="624" y="33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8" name="Line 206"/>
                <p:cNvSpPr>
                  <a:spLocks noChangeShapeType="1"/>
                </p:cNvSpPr>
                <p:nvPr/>
              </p:nvSpPr>
              <p:spPr bwMode="auto">
                <a:xfrm flipV="1">
                  <a:off x="624" y="32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9" name="Oval 207"/>
                <p:cNvSpPr>
                  <a:spLocks noChangeArrowheads="1"/>
                </p:cNvSpPr>
                <p:nvPr/>
              </p:nvSpPr>
              <p:spPr bwMode="auto">
                <a:xfrm>
                  <a:off x="960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0" name="Oval 208"/>
                <p:cNvSpPr>
                  <a:spLocks noChangeArrowheads="1"/>
                </p:cNvSpPr>
                <p:nvPr/>
              </p:nvSpPr>
              <p:spPr bwMode="auto">
                <a:xfrm>
                  <a:off x="2064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1" name="Oval 209"/>
                <p:cNvSpPr>
                  <a:spLocks noChangeArrowheads="1"/>
                </p:cNvSpPr>
                <p:nvPr/>
              </p:nvSpPr>
              <p:spPr bwMode="auto">
                <a:xfrm>
                  <a:off x="3168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2" name="Oval 210"/>
                <p:cNvSpPr>
                  <a:spLocks noChangeArrowheads="1"/>
                </p:cNvSpPr>
                <p:nvPr/>
              </p:nvSpPr>
              <p:spPr bwMode="auto">
                <a:xfrm>
                  <a:off x="528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3" name="Oval 211"/>
                <p:cNvSpPr>
                  <a:spLocks noChangeArrowheads="1"/>
                </p:cNvSpPr>
                <p:nvPr/>
              </p:nvSpPr>
              <p:spPr bwMode="auto">
                <a:xfrm>
                  <a:off x="912" y="326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488" name="Line 212"/>
              <p:cNvSpPr>
                <a:spLocks noChangeShapeType="1"/>
              </p:cNvSpPr>
              <p:nvPr/>
            </p:nvSpPr>
            <p:spPr bwMode="auto">
              <a:xfrm>
                <a:off x="528" y="369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9" name="Group 213"/>
            <p:cNvGrpSpPr/>
            <p:nvPr/>
          </p:nvGrpSpPr>
          <p:grpSpPr bwMode="auto">
            <a:xfrm>
              <a:off x="768" y="1824"/>
              <a:ext cx="3888" cy="2304"/>
              <a:chOff x="768" y="1824"/>
              <a:chExt cx="3888" cy="2304"/>
            </a:xfrm>
          </p:grpSpPr>
          <p:grpSp>
            <p:nvGrpSpPr>
              <p:cNvPr id="15466" name="Group 214"/>
              <p:cNvGrpSpPr/>
              <p:nvPr/>
            </p:nvGrpSpPr>
            <p:grpSpPr bwMode="auto">
              <a:xfrm>
                <a:off x="768" y="1824"/>
                <a:ext cx="3888" cy="1920"/>
                <a:chOff x="768" y="2112"/>
                <a:chExt cx="3888" cy="1920"/>
              </a:xfrm>
            </p:grpSpPr>
            <p:grpSp>
              <p:nvGrpSpPr>
                <p:cNvPr id="15468" name="Group 215"/>
                <p:cNvGrpSpPr/>
                <p:nvPr/>
              </p:nvGrpSpPr>
              <p:grpSpPr bwMode="auto">
                <a:xfrm>
                  <a:off x="816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15484" name="Rectangle 216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5" name="Oval 217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6" name="Text Box 2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grpSp>
              <p:nvGrpSpPr>
                <p:cNvPr id="15469" name="Group 219"/>
                <p:cNvGrpSpPr/>
                <p:nvPr/>
              </p:nvGrpSpPr>
              <p:grpSpPr bwMode="auto">
                <a:xfrm>
                  <a:off x="768" y="2448"/>
                  <a:ext cx="336" cy="298"/>
                  <a:chOff x="2256" y="3072"/>
                  <a:chExt cx="336" cy="298"/>
                </a:xfrm>
              </p:grpSpPr>
              <p:sp>
                <p:nvSpPr>
                  <p:cNvPr id="15481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2" name="Oval 221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3" name="Text Box 2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  <a:endParaRPr lang="en-US" altLang="zh-CN" sz="2000"/>
                  </a:p>
                </p:txBody>
              </p:sp>
            </p:grpSp>
            <p:sp>
              <p:nvSpPr>
                <p:cNvPr id="15470" name="Line 223"/>
                <p:cNvSpPr>
                  <a:spLocks noChangeShapeType="1"/>
                </p:cNvSpPr>
                <p:nvPr/>
              </p:nvSpPr>
              <p:spPr bwMode="auto">
                <a:xfrm flipV="1">
                  <a:off x="960" y="2736"/>
                  <a:ext cx="0" cy="7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1" name="Line 224"/>
                <p:cNvSpPr>
                  <a:spLocks noChangeShapeType="1"/>
                </p:cNvSpPr>
                <p:nvPr/>
              </p:nvSpPr>
              <p:spPr bwMode="auto">
                <a:xfrm>
                  <a:off x="960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2" name="Line 225"/>
                <p:cNvSpPr>
                  <a:spLocks noChangeShapeType="1"/>
                </p:cNvSpPr>
                <p:nvPr/>
              </p:nvSpPr>
              <p:spPr bwMode="auto">
                <a:xfrm flipV="1">
                  <a:off x="912" y="235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3" name="Line 226"/>
                <p:cNvSpPr>
                  <a:spLocks noChangeShapeType="1"/>
                </p:cNvSpPr>
                <p:nvPr/>
              </p:nvSpPr>
              <p:spPr bwMode="auto">
                <a:xfrm>
                  <a:off x="912" y="2352"/>
                  <a:ext cx="37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4" name="Line 227"/>
                <p:cNvSpPr>
                  <a:spLocks noChangeShapeType="1"/>
                </p:cNvSpPr>
                <p:nvPr/>
              </p:nvSpPr>
              <p:spPr bwMode="auto">
                <a:xfrm flipV="1">
                  <a:off x="4656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5" name="Line 228"/>
                <p:cNvSpPr>
                  <a:spLocks noChangeShapeType="1"/>
                </p:cNvSpPr>
                <p:nvPr/>
              </p:nvSpPr>
              <p:spPr bwMode="auto">
                <a:xfrm flipV="1">
                  <a:off x="1440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6" name="Line 229"/>
                <p:cNvSpPr>
                  <a:spLocks noChangeShapeType="1"/>
                </p:cNvSpPr>
                <p:nvPr/>
              </p:nvSpPr>
              <p:spPr bwMode="auto">
                <a:xfrm flipV="1">
                  <a:off x="2544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7" name="Line 230"/>
                <p:cNvSpPr>
                  <a:spLocks noChangeShapeType="1"/>
                </p:cNvSpPr>
                <p:nvPr/>
              </p:nvSpPr>
              <p:spPr bwMode="auto">
                <a:xfrm flipV="1">
                  <a:off x="3648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8" name="Oval 231"/>
                <p:cNvSpPr>
                  <a:spLocks noChangeArrowheads="1"/>
                </p:cNvSpPr>
                <p:nvPr/>
              </p:nvSpPr>
              <p:spPr bwMode="auto">
                <a:xfrm>
                  <a:off x="1392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479" name="Oval 232"/>
                <p:cNvSpPr>
                  <a:spLocks noChangeArrowheads="1"/>
                </p:cNvSpPr>
                <p:nvPr/>
              </p:nvSpPr>
              <p:spPr bwMode="auto">
                <a:xfrm>
                  <a:off x="2496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480" name="Oval 233"/>
                <p:cNvSpPr>
                  <a:spLocks noChangeArrowheads="1"/>
                </p:cNvSpPr>
                <p:nvPr/>
              </p:nvSpPr>
              <p:spPr bwMode="auto">
                <a:xfrm>
                  <a:off x="3600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467" name="Line 234"/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410" name="Line 235"/>
            <p:cNvSpPr>
              <a:spLocks noChangeShapeType="1"/>
            </p:cNvSpPr>
            <p:nvPr/>
          </p:nvSpPr>
          <p:spPr bwMode="auto">
            <a:xfrm flipV="1">
              <a:off x="5280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1" name="Text Box 236"/>
            <p:cNvSpPr txBox="1">
              <a:spLocks noChangeArrowheads="1"/>
            </p:cNvSpPr>
            <p:nvPr/>
          </p:nvSpPr>
          <p:spPr bwMode="auto">
            <a:xfrm>
              <a:off x="48" y="392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15412" name="Text Box 237"/>
            <p:cNvSpPr txBox="1">
              <a:spLocks noChangeArrowheads="1"/>
            </p:cNvSpPr>
            <p:nvPr/>
          </p:nvSpPr>
          <p:spPr bwMode="auto">
            <a:xfrm>
              <a:off x="288" y="392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L</a:t>
              </a:r>
              <a:endParaRPr lang="en-US" altLang="zh-CN" sz="2000"/>
            </a:p>
          </p:txBody>
        </p:sp>
        <p:sp>
          <p:nvSpPr>
            <p:cNvPr id="15413" name="Text Box 238"/>
            <p:cNvSpPr txBox="1">
              <a:spLocks noChangeArrowheads="1"/>
            </p:cNvSpPr>
            <p:nvPr/>
          </p:nvSpPr>
          <p:spPr bwMode="auto">
            <a:xfrm>
              <a:off x="528" y="3926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CLR</a:t>
              </a:r>
              <a:endParaRPr lang="en-US" altLang="zh-CN" sz="2000"/>
            </a:p>
          </p:txBody>
        </p:sp>
        <p:grpSp>
          <p:nvGrpSpPr>
            <p:cNvPr id="15414" name="Group 239"/>
            <p:cNvGrpSpPr/>
            <p:nvPr/>
          </p:nvGrpSpPr>
          <p:grpSpPr bwMode="auto">
            <a:xfrm>
              <a:off x="1104" y="1824"/>
              <a:ext cx="3552" cy="2362"/>
              <a:chOff x="1104" y="1824"/>
              <a:chExt cx="3552" cy="2362"/>
            </a:xfrm>
          </p:grpSpPr>
          <p:sp>
            <p:nvSpPr>
              <p:cNvPr id="15458" name="Line 240"/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0" cy="23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59" name="Line 241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0" name="Line 242"/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1" name="Line 243"/>
              <p:cNvSpPr>
                <a:spLocks noChangeShapeType="1"/>
              </p:cNvSpPr>
              <p:nvPr/>
            </p:nvSpPr>
            <p:spPr bwMode="auto">
              <a:xfrm>
                <a:off x="4320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2" name="Text Box 244"/>
              <p:cNvSpPr txBox="1">
                <a:spLocks noChangeArrowheads="1"/>
              </p:cNvSpPr>
              <p:nvPr/>
            </p:nvSpPr>
            <p:spPr bwMode="auto">
              <a:xfrm>
                <a:off x="1104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</a:t>
                </a:r>
                <a:endParaRPr lang="en-US" altLang="zh-CN" sz="2000"/>
              </a:p>
            </p:txBody>
          </p:sp>
          <p:sp>
            <p:nvSpPr>
              <p:cNvPr id="15463" name="Text Box 245"/>
              <p:cNvSpPr txBox="1">
                <a:spLocks noChangeArrowheads="1"/>
              </p:cNvSpPr>
              <p:nvPr/>
            </p:nvSpPr>
            <p:spPr bwMode="auto">
              <a:xfrm>
                <a:off x="2160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B</a:t>
                </a:r>
                <a:endParaRPr lang="en-US" altLang="zh-CN" sz="2000"/>
              </a:p>
            </p:txBody>
          </p:sp>
          <p:sp>
            <p:nvSpPr>
              <p:cNvPr id="15464" name="Text Box 246"/>
              <p:cNvSpPr txBox="1">
                <a:spLocks noChangeArrowheads="1"/>
              </p:cNvSpPr>
              <p:nvPr/>
            </p:nvSpPr>
            <p:spPr bwMode="auto">
              <a:xfrm>
                <a:off x="3264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</a:t>
                </a:r>
                <a:endParaRPr lang="en-US" altLang="zh-CN" sz="2000"/>
              </a:p>
            </p:txBody>
          </p:sp>
          <p:sp>
            <p:nvSpPr>
              <p:cNvPr id="15465" name="Text Box 247"/>
              <p:cNvSpPr txBox="1">
                <a:spLocks noChangeArrowheads="1"/>
              </p:cNvSpPr>
              <p:nvPr/>
            </p:nvSpPr>
            <p:spPr bwMode="auto">
              <a:xfrm>
                <a:off x="4272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</p:grpSp>
        <p:grpSp>
          <p:nvGrpSpPr>
            <p:cNvPr id="15415" name="Group 248"/>
            <p:cNvGrpSpPr/>
            <p:nvPr/>
          </p:nvGrpSpPr>
          <p:grpSpPr bwMode="auto">
            <a:xfrm>
              <a:off x="1152" y="124"/>
              <a:ext cx="3552" cy="500"/>
              <a:chOff x="1152" y="124"/>
              <a:chExt cx="3552" cy="500"/>
            </a:xfrm>
          </p:grpSpPr>
          <p:grpSp>
            <p:nvGrpSpPr>
              <p:cNvPr id="15448" name="Group 249"/>
              <p:cNvGrpSpPr/>
              <p:nvPr/>
            </p:nvGrpSpPr>
            <p:grpSpPr bwMode="auto">
              <a:xfrm>
                <a:off x="1152" y="288"/>
                <a:ext cx="3216" cy="336"/>
                <a:chOff x="1152" y="288"/>
                <a:chExt cx="3216" cy="336"/>
              </a:xfrm>
            </p:grpSpPr>
            <p:sp>
              <p:nvSpPr>
                <p:cNvPr id="15454" name="Line 250"/>
                <p:cNvSpPr>
                  <a:spLocks noChangeShapeType="1"/>
                </p:cNvSpPr>
                <p:nvPr/>
              </p:nvSpPr>
              <p:spPr bwMode="auto">
                <a:xfrm flipV="1">
                  <a:off x="1152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55" name="Line 251"/>
                <p:cNvSpPr>
                  <a:spLocks noChangeShapeType="1"/>
                </p:cNvSpPr>
                <p:nvPr/>
              </p:nvSpPr>
              <p:spPr bwMode="auto">
                <a:xfrm flipV="1">
                  <a:off x="2304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56" name="Line 252"/>
                <p:cNvSpPr>
                  <a:spLocks noChangeShapeType="1"/>
                </p:cNvSpPr>
                <p:nvPr/>
              </p:nvSpPr>
              <p:spPr bwMode="auto">
                <a:xfrm flipV="1">
                  <a:off x="3360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57" name="Line 253"/>
                <p:cNvSpPr>
                  <a:spLocks noChangeShapeType="1"/>
                </p:cNvSpPr>
                <p:nvPr/>
              </p:nvSpPr>
              <p:spPr bwMode="auto">
                <a:xfrm flipV="1">
                  <a:off x="4368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449" name="Group 254"/>
              <p:cNvGrpSpPr/>
              <p:nvPr/>
            </p:nvGrpSpPr>
            <p:grpSpPr bwMode="auto">
              <a:xfrm>
                <a:off x="1152" y="124"/>
                <a:ext cx="3552" cy="260"/>
                <a:chOff x="1152" y="124"/>
                <a:chExt cx="3552" cy="260"/>
              </a:xfrm>
            </p:grpSpPr>
            <p:sp>
              <p:nvSpPr>
                <p:cNvPr id="15450" name="Text Box 255"/>
                <p:cNvSpPr txBox="1">
                  <a:spLocks noChangeArrowheads="1"/>
                </p:cNvSpPr>
                <p:nvPr/>
              </p:nvSpPr>
              <p:spPr bwMode="auto">
                <a:xfrm>
                  <a:off x="1152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A</a:t>
                  </a:r>
                  <a:endParaRPr lang="en-US" altLang="zh-CN" sz="2400" baseline="-25000"/>
                </a:p>
              </p:txBody>
            </p:sp>
            <p:sp>
              <p:nvSpPr>
                <p:cNvPr id="15451" name="Text Box 256"/>
                <p:cNvSpPr txBox="1">
                  <a:spLocks noChangeArrowheads="1"/>
                </p:cNvSpPr>
                <p:nvPr/>
              </p:nvSpPr>
              <p:spPr bwMode="auto">
                <a:xfrm>
                  <a:off x="2256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B</a:t>
                  </a:r>
                  <a:endParaRPr lang="en-US" altLang="zh-CN" sz="2400" baseline="-25000"/>
                </a:p>
              </p:txBody>
            </p:sp>
            <p:sp>
              <p:nvSpPr>
                <p:cNvPr id="15452" name="Text Box 257"/>
                <p:cNvSpPr txBox="1">
                  <a:spLocks noChangeArrowheads="1"/>
                </p:cNvSpPr>
                <p:nvPr/>
              </p:nvSpPr>
              <p:spPr bwMode="auto">
                <a:xfrm>
                  <a:off x="3312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C</a:t>
                  </a:r>
                  <a:endParaRPr lang="en-US" altLang="zh-CN" sz="2400" baseline="-25000"/>
                </a:p>
              </p:txBody>
            </p:sp>
            <p:sp>
              <p:nvSpPr>
                <p:cNvPr id="15453" name="Text Box 258"/>
                <p:cNvSpPr txBox="1">
                  <a:spLocks noChangeArrowheads="1"/>
                </p:cNvSpPr>
                <p:nvPr/>
              </p:nvSpPr>
              <p:spPr bwMode="auto">
                <a:xfrm>
                  <a:off x="4320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D</a:t>
                  </a:r>
                  <a:endParaRPr lang="en-US" altLang="zh-CN" sz="2400" baseline="-25000"/>
                </a:p>
              </p:txBody>
            </p:sp>
          </p:grpSp>
        </p:grpSp>
        <p:sp>
          <p:nvSpPr>
            <p:cNvPr id="15416" name="Text Box 259"/>
            <p:cNvSpPr txBox="1">
              <a:spLocks noChangeArrowheads="1"/>
            </p:cNvSpPr>
            <p:nvPr/>
          </p:nvSpPr>
          <p:spPr bwMode="auto">
            <a:xfrm>
              <a:off x="5232" y="182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grpSp>
          <p:nvGrpSpPr>
            <p:cNvPr id="15417" name="Group 260"/>
            <p:cNvGrpSpPr/>
            <p:nvPr/>
          </p:nvGrpSpPr>
          <p:grpSpPr bwMode="auto">
            <a:xfrm>
              <a:off x="1296" y="2448"/>
              <a:ext cx="4464" cy="1872"/>
              <a:chOff x="1296" y="2448"/>
              <a:chExt cx="4464" cy="1872"/>
            </a:xfrm>
          </p:grpSpPr>
          <p:grpSp>
            <p:nvGrpSpPr>
              <p:cNvPr id="15427" name="Group 261"/>
              <p:cNvGrpSpPr/>
              <p:nvPr/>
            </p:nvGrpSpPr>
            <p:grpSpPr bwMode="auto">
              <a:xfrm>
                <a:off x="1296" y="2448"/>
                <a:ext cx="4416" cy="1584"/>
                <a:chOff x="1296" y="2448"/>
                <a:chExt cx="4416" cy="1584"/>
              </a:xfrm>
            </p:grpSpPr>
            <p:grpSp>
              <p:nvGrpSpPr>
                <p:cNvPr id="15430" name="Group 262"/>
                <p:cNvGrpSpPr/>
                <p:nvPr/>
              </p:nvGrpSpPr>
              <p:grpSpPr bwMode="auto">
                <a:xfrm>
                  <a:off x="1296" y="2448"/>
                  <a:ext cx="4416" cy="1200"/>
                  <a:chOff x="1296" y="2448"/>
                  <a:chExt cx="4416" cy="1200"/>
                </a:xfrm>
              </p:grpSpPr>
              <p:grpSp>
                <p:nvGrpSpPr>
                  <p:cNvPr id="15433" name="Group 263"/>
                  <p:cNvGrpSpPr/>
                  <p:nvPr/>
                </p:nvGrpSpPr>
                <p:grpSpPr bwMode="auto">
                  <a:xfrm>
                    <a:off x="5376" y="3216"/>
                    <a:ext cx="336" cy="432"/>
                    <a:chOff x="5088" y="3504"/>
                    <a:chExt cx="336" cy="432"/>
                  </a:xfrm>
                </p:grpSpPr>
                <p:sp>
                  <p:nvSpPr>
                    <p:cNvPr id="15444" name="Rectangle 2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88" y="3552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445" name="Text Box 26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088" y="3504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  <p:sp>
                  <p:nvSpPr>
                    <p:cNvPr id="15446" name="Line 26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184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47" name="Line 2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28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5434" name="Line 26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6" y="3024"/>
                    <a:ext cx="42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5435" name="Group 269"/>
                  <p:cNvGrpSpPr/>
                  <p:nvPr/>
                </p:nvGrpSpPr>
                <p:grpSpPr bwMode="auto">
                  <a:xfrm>
                    <a:off x="1296" y="2448"/>
                    <a:ext cx="4224" cy="816"/>
                    <a:chOff x="1296" y="2448"/>
                    <a:chExt cx="4224" cy="816"/>
                  </a:xfrm>
                </p:grpSpPr>
                <p:sp>
                  <p:nvSpPr>
                    <p:cNvPr id="15436" name="Line 27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12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37" name="Line 27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520" y="3024"/>
                      <a:ext cx="0" cy="2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38" name="Line 2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96" y="2448"/>
                      <a:ext cx="0" cy="57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39" name="Line 27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00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40" name="Line 27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04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41" name="Oval 2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442" name="Oval 2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56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443" name="Oval 2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4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15431" name="Line 278"/>
                <p:cNvSpPr>
                  <a:spLocks noChangeShapeType="1"/>
                </p:cNvSpPr>
                <p:nvPr/>
              </p:nvSpPr>
              <p:spPr bwMode="auto">
                <a:xfrm>
                  <a:off x="5472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32" name="Line 279"/>
                <p:cNvSpPr>
                  <a:spLocks noChangeShapeType="1"/>
                </p:cNvSpPr>
                <p:nvPr/>
              </p:nvSpPr>
              <p:spPr bwMode="auto">
                <a:xfrm>
                  <a:off x="5616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428" name="Text Box 280"/>
              <p:cNvSpPr txBox="1">
                <a:spLocks noChangeArrowheads="1"/>
              </p:cNvSpPr>
              <p:nvPr/>
            </p:nvSpPr>
            <p:spPr bwMode="auto">
              <a:xfrm>
                <a:off x="5376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  <a:endParaRPr lang="en-US" altLang="zh-CN" sz="2000"/>
              </a:p>
            </p:txBody>
          </p:sp>
          <p:sp>
            <p:nvSpPr>
              <p:cNvPr id="15429" name="Text Box 281"/>
              <p:cNvSpPr txBox="1">
                <a:spLocks noChangeArrowheads="1"/>
              </p:cNvSpPr>
              <p:nvPr/>
            </p:nvSpPr>
            <p:spPr bwMode="auto">
              <a:xfrm>
                <a:off x="5520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</p:grpSp>
        <p:grpSp>
          <p:nvGrpSpPr>
            <p:cNvPr id="15418" name="Group 282"/>
            <p:cNvGrpSpPr/>
            <p:nvPr/>
          </p:nvGrpSpPr>
          <p:grpSpPr bwMode="auto">
            <a:xfrm>
              <a:off x="5376" y="1152"/>
              <a:ext cx="336" cy="2496"/>
              <a:chOff x="5376" y="1152"/>
              <a:chExt cx="336" cy="2496"/>
            </a:xfrm>
          </p:grpSpPr>
          <p:sp>
            <p:nvSpPr>
              <p:cNvPr id="15419" name="Rectangle 283"/>
              <p:cNvSpPr>
                <a:spLocks noChangeArrowheads="1"/>
              </p:cNvSpPr>
              <p:nvPr/>
            </p:nvSpPr>
            <p:spPr bwMode="auto">
              <a:xfrm>
                <a:off x="5376" y="264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20" name="Oval 284"/>
              <p:cNvSpPr>
                <a:spLocks noChangeArrowheads="1"/>
              </p:cNvSpPr>
              <p:nvPr/>
            </p:nvSpPr>
            <p:spPr bwMode="auto">
              <a:xfrm>
                <a:off x="5424" y="254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21" name="Line 285"/>
              <p:cNvSpPr>
                <a:spLocks noChangeShapeType="1"/>
              </p:cNvSpPr>
              <p:nvPr/>
            </p:nvSpPr>
            <p:spPr bwMode="auto">
              <a:xfrm>
                <a:off x="5616" y="360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2" name="Line 286"/>
              <p:cNvSpPr>
                <a:spLocks noChangeShapeType="1"/>
              </p:cNvSpPr>
              <p:nvPr/>
            </p:nvSpPr>
            <p:spPr bwMode="auto">
              <a:xfrm flipH="1">
                <a:off x="5712" y="288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3" name="Line 287"/>
              <p:cNvSpPr>
                <a:spLocks noChangeShapeType="1"/>
              </p:cNvSpPr>
              <p:nvPr/>
            </p:nvSpPr>
            <p:spPr bwMode="auto">
              <a:xfrm flipH="1">
                <a:off x="5472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4" name="Line 288"/>
              <p:cNvSpPr>
                <a:spLocks noChangeShapeType="1"/>
              </p:cNvSpPr>
              <p:nvPr/>
            </p:nvSpPr>
            <p:spPr bwMode="auto">
              <a:xfrm flipV="1">
                <a:off x="5472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5" name="Line 289"/>
              <p:cNvSpPr>
                <a:spLocks noChangeShapeType="1"/>
              </p:cNvSpPr>
              <p:nvPr/>
            </p:nvSpPr>
            <p:spPr bwMode="auto">
              <a:xfrm flipV="1">
                <a:off x="5472" y="1152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6" name="Oval 290"/>
              <p:cNvSpPr>
                <a:spLocks noChangeArrowheads="1"/>
              </p:cNvSpPr>
              <p:nvPr/>
            </p:nvSpPr>
            <p:spPr bwMode="auto">
              <a:xfrm>
                <a:off x="5568" y="35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23235" name="Text Box 291"/>
          <p:cNvSpPr txBox="1">
            <a:spLocks noChangeArrowheads="1"/>
          </p:cNvSpPr>
          <p:nvPr/>
        </p:nvSpPr>
        <p:spPr bwMode="auto">
          <a:xfrm>
            <a:off x="228600" y="228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/>
              <a:t>74163</a:t>
            </a:r>
            <a:endParaRPr lang="en-US" altLang="zh-CN" sz="2400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634038" y="149225"/>
            <a:ext cx="3282950" cy="6032500"/>
            <a:chOff x="5633448" y="149552"/>
            <a:chExt cx="3283791" cy="6032173"/>
          </a:xfrm>
        </p:grpSpPr>
        <p:sp>
          <p:nvSpPr>
            <p:cNvPr id="2" name="椭圆 1"/>
            <p:cNvSpPr/>
            <p:nvPr/>
          </p:nvSpPr>
          <p:spPr>
            <a:xfrm>
              <a:off x="8026423" y="517832"/>
              <a:ext cx="890816" cy="5663893"/>
            </a:xfrm>
            <a:prstGeom prst="ellipse">
              <a:avLst/>
            </a:prstGeom>
            <a:noFill/>
            <a:ln w="63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367" name="文本框 2"/>
            <p:cNvSpPr txBox="1">
              <a:spLocks noChangeArrowheads="1"/>
            </p:cNvSpPr>
            <p:nvPr/>
          </p:nvSpPr>
          <p:spPr bwMode="auto">
            <a:xfrm>
              <a:off x="5633448" y="149552"/>
              <a:ext cx="1676400" cy="523220"/>
            </a:xfrm>
            <a:prstGeom prst="rect">
              <a:avLst/>
            </a:prstGeom>
            <a:noFill/>
            <a:ln w="63500">
              <a:solidFill>
                <a:srgbClr val="FFC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>
                  <a:solidFill>
                    <a:srgbClr val="FFC000"/>
                  </a:solidFill>
                </a:rPr>
                <a:t>组合逻辑</a:t>
              </a:r>
              <a:endParaRPr lang="zh-CN" altLang="en-US" sz="2000" b="1">
                <a:solidFill>
                  <a:srgbClr val="FFC000"/>
                </a:solidFill>
              </a:endParaRPr>
            </a:p>
          </p:txBody>
        </p:sp>
        <p:cxnSp>
          <p:nvCxnSpPr>
            <p:cNvPr id="5" name="直接箭头连接符 4"/>
            <p:cNvCxnSpPr>
              <a:endCxn id="2" idx="1"/>
            </p:cNvCxnSpPr>
            <p:nvPr/>
          </p:nvCxnSpPr>
          <p:spPr>
            <a:xfrm>
              <a:off x="7310277" y="697210"/>
              <a:ext cx="846354" cy="649252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23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424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允许（禁止）端：</a:t>
            </a:r>
            <a:r>
              <a:rPr lang="en-US" altLang="zh-CN" dirty="0"/>
              <a:t>T (Trickle)</a:t>
            </a:r>
            <a:endParaRPr lang="en-US" altLang="zh-CN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21500" y="60658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A4217B5F-439C-4177-BF5A-B2C777CBFA1C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42405" name="Rectangle 5"/>
          <p:cNvSpPr>
            <a:spLocks noChangeArrowheads="1"/>
          </p:cNvSpPr>
          <p:nvPr/>
        </p:nvSpPr>
        <p:spPr bwMode="auto">
          <a:xfrm>
            <a:off x="762000" y="1936750"/>
            <a:ext cx="7620000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时，触发器保持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时，允许计数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1187450" y="2855913"/>
            <a:ext cx="7561263" cy="1941512"/>
            <a:chOff x="1772666" y="3706277"/>
            <a:chExt cx="7560840" cy="1940792"/>
          </a:xfrm>
        </p:grpSpPr>
        <p:sp>
          <p:nvSpPr>
            <p:cNvPr id="17416" name="文本框 12"/>
            <p:cNvSpPr txBox="1">
              <a:spLocks noChangeArrowheads="1"/>
            </p:cNvSpPr>
            <p:nvPr/>
          </p:nvSpPr>
          <p:spPr bwMode="auto">
            <a:xfrm>
              <a:off x="1772666" y="3706277"/>
              <a:ext cx="6719584" cy="50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A+L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+T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 </a:t>
              </a:r>
              <a:r>
                <a:rPr lang="zh-CN" altLang="en-US" sz="2400"/>
                <a:t>））</a:t>
              </a:r>
              <a:endParaRPr lang="zh-CN" altLang="en-US" sz="2400"/>
            </a:p>
          </p:txBody>
        </p:sp>
        <p:sp>
          <p:nvSpPr>
            <p:cNvPr id="17417" name="文本框 13"/>
            <p:cNvSpPr txBox="1">
              <a:spLocks noChangeArrowheads="1"/>
            </p:cNvSpPr>
            <p:nvPr/>
          </p:nvSpPr>
          <p:spPr bwMode="auto">
            <a:xfrm>
              <a:off x="1821834" y="4125421"/>
              <a:ext cx="6719584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       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B+L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+T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）））</a:t>
              </a:r>
              <a:endParaRPr lang="zh-CN" altLang="en-US" sz="2400"/>
            </a:p>
          </p:txBody>
        </p:sp>
        <p:sp>
          <p:nvSpPr>
            <p:cNvPr id="17418" name="文本框 14"/>
            <p:cNvSpPr txBox="1">
              <a:spLocks noChangeArrowheads="1"/>
            </p:cNvSpPr>
            <p:nvPr/>
          </p:nvSpPr>
          <p:spPr bwMode="auto">
            <a:xfrm>
              <a:off x="1821834" y="4616604"/>
              <a:ext cx="7373808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C+L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+T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 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  <p:sp>
          <p:nvSpPr>
            <p:cNvPr id="17419" name="文本框 15"/>
            <p:cNvSpPr txBox="1">
              <a:spLocks noChangeArrowheads="1"/>
            </p:cNvSpPr>
            <p:nvPr/>
          </p:nvSpPr>
          <p:spPr bwMode="auto">
            <a:xfrm>
              <a:off x="1841226" y="5087044"/>
              <a:ext cx="7492280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D+L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+T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</p:grp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1255713" y="4910138"/>
            <a:ext cx="3100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RC= Q</a:t>
            </a:r>
            <a:r>
              <a:rPr lang="en-US" altLang="zh-CN" sz="2400" baseline="-25000" dirty="0"/>
              <a:t>D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T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5" grpId="0" autoUpdateAnimBg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18435" name="Text Box 60"/>
          <p:cNvSpPr>
            <a:spLocks noGrp="1" noChangeArrowheads="1"/>
          </p:cNvSpPr>
          <p:nvPr>
            <p:ph idx="1"/>
          </p:nvPr>
        </p:nvSpPr>
        <p:spPr>
          <a:xfrm>
            <a:off x="561975" y="1285875"/>
            <a:ext cx="81534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ffectLst/>
                <a:latin typeface="Georgia" panose="02040502050405020303" pitchFamily="18" charset="0"/>
              </a:rPr>
              <a:t>第一种：串行扩展，</a:t>
            </a:r>
            <a:r>
              <a:rPr lang="en-US" altLang="zh-CN" sz="2400" b="1">
                <a:effectLst/>
                <a:latin typeface="Georgia" panose="02040502050405020303" pitchFamily="18" charset="0"/>
              </a:rPr>
              <a:t>RC</a:t>
            </a:r>
            <a:r>
              <a:rPr lang="zh-CN" altLang="en-US" sz="2400" b="1">
                <a:effectLst/>
                <a:latin typeface="Georgia" panose="02040502050405020303" pitchFamily="18" charset="0"/>
              </a:rPr>
              <a:t>逐片传送</a:t>
            </a:r>
            <a:endParaRPr lang="zh-CN" altLang="en-US" sz="2400" b="1">
              <a:effectLst/>
              <a:latin typeface="Georgia" panose="02040502050405020303" pitchFamily="18" charset="0"/>
            </a:endParaRPr>
          </a:p>
        </p:txBody>
      </p:sp>
      <p:sp>
        <p:nvSpPr>
          <p:cNvPr id="7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3583187-F739-4EDC-98BF-76B516415A19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44514" name="Text Box 66"/>
          <p:cNvSpPr txBox="1">
            <a:spLocks noChangeArrowheads="1"/>
          </p:cNvSpPr>
          <p:nvPr/>
        </p:nvSpPr>
        <p:spPr bwMode="auto">
          <a:xfrm>
            <a:off x="547688" y="4686300"/>
            <a:ext cx="914400" cy="4572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问题：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8438" name="Group 72"/>
          <p:cNvGrpSpPr/>
          <p:nvPr/>
        </p:nvGrpSpPr>
        <p:grpSpPr bwMode="auto">
          <a:xfrm>
            <a:off x="700088" y="1928813"/>
            <a:ext cx="8229600" cy="2686050"/>
            <a:chOff x="240" y="1392"/>
            <a:chExt cx="5184" cy="1692"/>
          </a:xfrm>
        </p:grpSpPr>
        <p:grpSp>
          <p:nvGrpSpPr>
            <p:cNvPr id="18441" name="Group 3"/>
            <p:cNvGrpSpPr/>
            <p:nvPr/>
          </p:nvGrpSpPr>
          <p:grpSpPr bwMode="auto">
            <a:xfrm>
              <a:off x="240" y="1932"/>
              <a:ext cx="1296" cy="874"/>
              <a:chOff x="144" y="1536"/>
              <a:chExt cx="1296" cy="874"/>
            </a:xfrm>
          </p:grpSpPr>
          <p:sp>
            <p:nvSpPr>
              <p:cNvPr id="18497" name="Rectangle 4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98" name="Rectangle 5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18499" name="Text Box 6"/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18500" name="Text Box 7"/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18501" name="Text Box 8"/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18502" name="Line 9"/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3" name="Line 10"/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4" name="Line 11"/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5" name="Line 12"/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6" name="Line 13"/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7" name="Line 14"/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2" name="Group 15"/>
            <p:cNvGrpSpPr/>
            <p:nvPr/>
          </p:nvGrpSpPr>
          <p:grpSpPr bwMode="auto">
            <a:xfrm>
              <a:off x="1536" y="1932"/>
              <a:ext cx="1296" cy="874"/>
              <a:chOff x="144" y="1536"/>
              <a:chExt cx="1296" cy="874"/>
            </a:xfrm>
          </p:grpSpPr>
          <p:sp>
            <p:nvSpPr>
              <p:cNvPr id="18486" name="Rectangle 16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87" name="Rectangle 17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18488" name="Text Box 18"/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18489" name="Text Box 19"/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18490" name="Text Box 20"/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18491" name="Line 21"/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2" name="Line 22"/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3" name="Line 23"/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4" name="Line 24"/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5" name="Line 25"/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6" name="Line 26"/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3" name="Group 27"/>
            <p:cNvGrpSpPr/>
            <p:nvPr/>
          </p:nvGrpSpPr>
          <p:grpSpPr bwMode="auto">
            <a:xfrm>
              <a:off x="2832" y="1932"/>
              <a:ext cx="1296" cy="874"/>
              <a:chOff x="144" y="1536"/>
              <a:chExt cx="1296" cy="874"/>
            </a:xfrm>
          </p:grpSpPr>
          <p:sp>
            <p:nvSpPr>
              <p:cNvPr id="18475" name="Rectangle 28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6" name="Rectangle 29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18477" name="Text Box 30"/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18478" name="Text Box 31"/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18479" name="Text Box 32"/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18480" name="Line 33"/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1" name="Line 34"/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2" name="Line 35"/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3" name="Line 36"/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4" name="Line 37"/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5" name="Line 38"/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4" name="Group 39"/>
            <p:cNvGrpSpPr/>
            <p:nvPr/>
          </p:nvGrpSpPr>
          <p:grpSpPr bwMode="auto">
            <a:xfrm>
              <a:off x="4128" y="1932"/>
              <a:ext cx="1296" cy="874"/>
              <a:chOff x="144" y="1536"/>
              <a:chExt cx="1296" cy="874"/>
            </a:xfrm>
          </p:grpSpPr>
          <p:sp>
            <p:nvSpPr>
              <p:cNvPr id="18464" name="Rectangle 40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5" name="Rectangle 41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18466" name="Text Box 42"/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18467" name="Text Box 43"/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18468" name="Text Box 44"/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18469" name="Line 45"/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0" name="Line 46"/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1" name="Line 47"/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2" name="Line 48"/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3" name="Line 49"/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4" name="Line 50"/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5" name="Group 51"/>
            <p:cNvGrpSpPr/>
            <p:nvPr/>
          </p:nvGrpSpPr>
          <p:grpSpPr bwMode="auto">
            <a:xfrm>
              <a:off x="240" y="2796"/>
              <a:ext cx="4560" cy="288"/>
              <a:chOff x="192" y="2400"/>
              <a:chExt cx="4560" cy="288"/>
            </a:xfrm>
          </p:grpSpPr>
          <p:sp>
            <p:nvSpPr>
              <p:cNvPr id="18456" name="Line 52"/>
              <p:cNvSpPr>
                <a:spLocks noChangeShapeType="1"/>
              </p:cNvSpPr>
              <p:nvPr/>
            </p:nvSpPr>
            <p:spPr bwMode="auto">
              <a:xfrm>
                <a:off x="192" y="2640"/>
                <a:ext cx="45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7" name="Line 53"/>
              <p:cNvSpPr>
                <a:spLocks noChangeShapeType="1"/>
              </p:cNvSpPr>
              <p:nvPr/>
            </p:nvSpPr>
            <p:spPr bwMode="auto">
              <a:xfrm flipV="1">
                <a:off x="4752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8" name="Line 54"/>
              <p:cNvSpPr>
                <a:spLocks noChangeShapeType="1"/>
              </p:cNvSpPr>
              <p:nvPr/>
            </p:nvSpPr>
            <p:spPr bwMode="auto">
              <a:xfrm flipV="1">
                <a:off x="3456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9" name="Line 55"/>
              <p:cNvSpPr>
                <a:spLocks noChangeShapeType="1"/>
              </p:cNvSpPr>
              <p:nvPr/>
            </p:nvSpPr>
            <p:spPr bwMode="auto">
              <a:xfrm flipV="1">
                <a:off x="2160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0" name="Line 56"/>
              <p:cNvSpPr>
                <a:spLocks noChangeShapeType="1"/>
              </p:cNvSpPr>
              <p:nvPr/>
            </p:nvSpPr>
            <p:spPr bwMode="auto">
              <a:xfrm flipV="1">
                <a:off x="864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1" name="Oval 57"/>
              <p:cNvSpPr>
                <a:spLocks noChangeArrowheads="1"/>
              </p:cNvSpPr>
              <p:nvPr/>
            </p:nvSpPr>
            <p:spPr bwMode="auto">
              <a:xfrm>
                <a:off x="816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2" name="Oval 58"/>
              <p:cNvSpPr>
                <a:spLocks noChangeArrowheads="1"/>
              </p:cNvSpPr>
              <p:nvPr/>
            </p:nvSpPr>
            <p:spPr bwMode="auto">
              <a:xfrm>
                <a:off x="2112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3" name="Oval 59"/>
              <p:cNvSpPr>
                <a:spLocks noChangeArrowheads="1"/>
              </p:cNvSpPr>
              <p:nvPr/>
            </p:nvSpPr>
            <p:spPr bwMode="auto">
              <a:xfrm>
                <a:off x="3408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44509" name="Text Box 61"/>
            <p:cNvSpPr txBox="1">
              <a:spLocks noChangeArrowheads="1"/>
            </p:cNvSpPr>
            <p:nvPr/>
          </p:nvSpPr>
          <p:spPr bwMode="auto">
            <a:xfrm>
              <a:off x="4368" y="1392"/>
              <a:ext cx="672" cy="288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</a:t>
              </a: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高位</a:t>
              </a: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)</a:t>
              </a:r>
              <a:endPara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18447" name="Text Box 62"/>
            <p:cNvSpPr txBox="1">
              <a:spLocks noChangeArrowheads="1"/>
            </p:cNvSpPr>
            <p:nvPr/>
          </p:nvSpPr>
          <p:spPr bwMode="auto">
            <a:xfrm>
              <a:off x="720" y="2325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18448" name="Text Box 63"/>
            <p:cNvSpPr txBox="1">
              <a:spLocks noChangeArrowheads="1"/>
            </p:cNvSpPr>
            <p:nvPr/>
          </p:nvSpPr>
          <p:spPr bwMode="auto">
            <a:xfrm>
              <a:off x="2016" y="2325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18449" name="Text Box 64"/>
            <p:cNvSpPr txBox="1">
              <a:spLocks noChangeArrowheads="1"/>
            </p:cNvSpPr>
            <p:nvPr/>
          </p:nvSpPr>
          <p:spPr bwMode="auto">
            <a:xfrm>
              <a:off x="3264" y="2316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III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18450" name="Text Box 65"/>
            <p:cNvSpPr txBox="1">
              <a:spLocks noChangeArrowheads="1"/>
            </p:cNvSpPr>
            <p:nvPr/>
          </p:nvSpPr>
          <p:spPr bwMode="auto">
            <a:xfrm>
              <a:off x="4560" y="2316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IV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18451" name="Rectangle 67"/>
            <p:cNvSpPr>
              <a:spLocks noChangeArrowheads="1"/>
            </p:cNvSpPr>
            <p:nvPr/>
          </p:nvSpPr>
          <p:spPr bwMode="auto">
            <a:xfrm>
              <a:off x="448" y="1692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3</a:t>
              </a:r>
              <a:endParaRPr lang="en-US" altLang="zh-CN" sz="2400" baseline="-25000"/>
            </a:p>
          </p:txBody>
        </p:sp>
        <p:sp>
          <p:nvSpPr>
            <p:cNvPr id="18452" name="Rectangle 68"/>
            <p:cNvSpPr>
              <a:spLocks noChangeArrowheads="1"/>
            </p:cNvSpPr>
            <p:nvPr/>
          </p:nvSpPr>
          <p:spPr bwMode="auto">
            <a:xfrm>
              <a:off x="1728" y="1692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5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6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7</a:t>
              </a:r>
              <a:endParaRPr lang="en-US" altLang="zh-CN" sz="2400" baseline="-25000"/>
            </a:p>
          </p:txBody>
        </p:sp>
        <p:sp>
          <p:nvSpPr>
            <p:cNvPr id="18453" name="Rectangle 69"/>
            <p:cNvSpPr>
              <a:spLocks noChangeArrowheads="1"/>
            </p:cNvSpPr>
            <p:nvPr/>
          </p:nvSpPr>
          <p:spPr bwMode="auto">
            <a:xfrm>
              <a:off x="2954" y="1692"/>
              <a:ext cx="9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8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9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11</a:t>
              </a:r>
              <a:endParaRPr lang="en-US" altLang="zh-CN" sz="2400" baseline="-25000"/>
            </a:p>
          </p:txBody>
        </p:sp>
        <p:sp>
          <p:nvSpPr>
            <p:cNvPr id="18454" name="Rectangle 70"/>
            <p:cNvSpPr>
              <a:spLocks noChangeArrowheads="1"/>
            </p:cNvSpPr>
            <p:nvPr/>
          </p:nvSpPr>
          <p:spPr bwMode="auto">
            <a:xfrm>
              <a:off x="4272" y="1692"/>
              <a:ext cx="11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12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13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15</a:t>
              </a:r>
              <a:endParaRPr lang="en-US" altLang="zh-CN" sz="2400" baseline="-25000"/>
            </a:p>
          </p:txBody>
        </p:sp>
        <p:sp>
          <p:nvSpPr>
            <p:cNvPr id="744519" name="Text Box 71"/>
            <p:cNvSpPr txBox="1">
              <a:spLocks noChangeArrowheads="1"/>
            </p:cNvSpPr>
            <p:nvPr/>
          </p:nvSpPr>
          <p:spPr bwMode="auto">
            <a:xfrm>
              <a:off x="480" y="1440"/>
              <a:ext cx="672" cy="288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</a:t>
              </a: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低位</a:t>
              </a: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)</a:t>
              </a:r>
              <a:endPara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744521" name="Rectangle 73"/>
          <p:cNvSpPr>
            <a:spLocks noChangeArrowheads="1"/>
          </p:cNvSpPr>
          <p:nvPr/>
        </p:nvSpPr>
        <p:spPr bwMode="auto">
          <a:xfrm>
            <a:off x="1487488" y="4686300"/>
            <a:ext cx="7366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片间进位信号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逐片传递，造成计数频率不能很高！</a:t>
            </a: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28625" y="3214688"/>
            <a:ext cx="641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“1”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514" grpId="0" autoUpdateAnimBg="0"/>
      <p:bldP spid="744521" grpId="0" autoUpdateAnimBg="0"/>
      <p:bldP spid="7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05625" y="60150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F303526-AF36-48B0-8FF7-20524B8222BE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3" name="组合 239"/>
          <p:cNvGrpSpPr/>
          <p:nvPr/>
        </p:nvGrpSpPr>
        <p:grpSpPr bwMode="auto">
          <a:xfrm>
            <a:off x="635000" y="4940300"/>
            <a:ext cx="7294563" cy="292100"/>
            <a:chOff x="1143000" y="5854700"/>
            <a:chExt cx="7294584" cy="292117"/>
          </a:xfrm>
        </p:grpSpPr>
        <p:sp>
          <p:nvSpPr>
            <p:cNvPr id="19652" name="Line 3"/>
            <p:cNvSpPr>
              <a:spLocks noChangeShapeType="1"/>
            </p:cNvSpPr>
            <p:nvPr/>
          </p:nvSpPr>
          <p:spPr bwMode="auto">
            <a:xfrm flipV="1">
              <a:off x="1143000" y="6143625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653" name="Group 4"/>
            <p:cNvGrpSpPr/>
            <p:nvPr/>
          </p:nvGrpSpPr>
          <p:grpSpPr bwMode="auto">
            <a:xfrm>
              <a:off x="1574800" y="5854700"/>
              <a:ext cx="865188" cy="288925"/>
              <a:chOff x="657" y="1570"/>
              <a:chExt cx="545" cy="182"/>
            </a:xfrm>
          </p:grpSpPr>
          <p:sp>
            <p:nvSpPr>
              <p:cNvPr id="19689" name="Line 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90" name="Line 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91" name="Line 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92" name="Line 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4" name="Group 9"/>
            <p:cNvGrpSpPr/>
            <p:nvPr/>
          </p:nvGrpSpPr>
          <p:grpSpPr bwMode="auto">
            <a:xfrm>
              <a:off x="2438400" y="5854700"/>
              <a:ext cx="865188" cy="288925"/>
              <a:chOff x="657" y="1570"/>
              <a:chExt cx="545" cy="182"/>
            </a:xfrm>
          </p:grpSpPr>
          <p:sp>
            <p:nvSpPr>
              <p:cNvPr id="19685" name="Line 1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6" name="Line 1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7" name="Line 1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8" name="Line 1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5" name="Group 14"/>
            <p:cNvGrpSpPr/>
            <p:nvPr/>
          </p:nvGrpSpPr>
          <p:grpSpPr bwMode="auto">
            <a:xfrm>
              <a:off x="3303588" y="5854700"/>
              <a:ext cx="865187" cy="288925"/>
              <a:chOff x="657" y="1570"/>
              <a:chExt cx="545" cy="182"/>
            </a:xfrm>
          </p:grpSpPr>
          <p:sp>
            <p:nvSpPr>
              <p:cNvPr id="19681" name="Line 1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2" name="Line 1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3" name="Line 1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4" name="Line 1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6" name="Group 19"/>
            <p:cNvGrpSpPr/>
            <p:nvPr/>
          </p:nvGrpSpPr>
          <p:grpSpPr bwMode="auto">
            <a:xfrm>
              <a:off x="4143375" y="5854700"/>
              <a:ext cx="865188" cy="288925"/>
              <a:chOff x="657" y="1570"/>
              <a:chExt cx="545" cy="182"/>
            </a:xfrm>
          </p:grpSpPr>
          <p:sp>
            <p:nvSpPr>
              <p:cNvPr id="19677" name="Line 2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8" name="Line 2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9" name="Line 2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0" name="Line 2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7" name="Group 24"/>
            <p:cNvGrpSpPr/>
            <p:nvPr/>
          </p:nvGrpSpPr>
          <p:grpSpPr bwMode="auto">
            <a:xfrm>
              <a:off x="5000625" y="5854700"/>
              <a:ext cx="865188" cy="288925"/>
              <a:chOff x="657" y="1570"/>
              <a:chExt cx="545" cy="182"/>
            </a:xfrm>
          </p:grpSpPr>
          <p:sp>
            <p:nvSpPr>
              <p:cNvPr id="19673" name="Line 2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4" name="Line 2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5" name="Line 2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6" name="Line 2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8" name="Group 29"/>
            <p:cNvGrpSpPr/>
            <p:nvPr/>
          </p:nvGrpSpPr>
          <p:grpSpPr bwMode="auto">
            <a:xfrm>
              <a:off x="5857875" y="5854700"/>
              <a:ext cx="865188" cy="288925"/>
              <a:chOff x="657" y="1570"/>
              <a:chExt cx="545" cy="182"/>
            </a:xfrm>
          </p:grpSpPr>
          <p:sp>
            <p:nvSpPr>
              <p:cNvPr id="19669" name="Line 3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0" name="Line 3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1" name="Line 3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2" name="Line 3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9" name="Group 34"/>
            <p:cNvGrpSpPr/>
            <p:nvPr/>
          </p:nvGrpSpPr>
          <p:grpSpPr bwMode="auto">
            <a:xfrm>
              <a:off x="6715125" y="5854700"/>
              <a:ext cx="865188" cy="288925"/>
              <a:chOff x="657" y="1570"/>
              <a:chExt cx="545" cy="182"/>
            </a:xfrm>
          </p:grpSpPr>
          <p:sp>
            <p:nvSpPr>
              <p:cNvPr id="19665" name="Line 3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6" name="Line 3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7" name="Line 3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8" name="Line 3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60" name="Group 39"/>
            <p:cNvGrpSpPr/>
            <p:nvPr/>
          </p:nvGrpSpPr>
          <p:grpSpPr bwMode="auto">
            <a:xfrm>
              <a:off x="7572396" y="5857892"/>
              <a:ext cx="865188" cy="288925"/>
              <a:chOff x="657" y="1570"/>
              <a:chExt cx="545" cy="182"/>
            </a:xfrm>
          </p:grpSpPr>
          <p:sp>
            <p:nvSpPr>
              <p:cNvPr id="19661" name="Line 4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2" name="Line 4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3" name="Line 4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4" name="Line 4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27"/>
          <p:cNvGrpSpPr/>
          <p:nvPr/>
        </p:nvGrpSpPr>
        <p:grpSpPr bwMode="auto">
          <a:xfrm>
            <a:off x="1500188" y="476250"/>
            <a:ext cx="5145087" cy="5000625"/>
            <a:chOff x="1571625" y="2230438"/>
            <a:chExt cx="5145088" cy="4198937"/>
          </a:xfrm>
        </p:grpSpPr>
        <p:cxnSp>
          <p:nvCxnSpPr>
            <p:cNvPr id="365" name="直接连接符 364"/>
            <p:cNvCxnSpPr/>
            <p:nvPr/>
          </p:nvCxnSpPr>
          <p:spPr>
            <a:xfrm rot="5400000">
              <a:off x="1223442" y="4293122"/>
              <a:ext cx="4126955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/>
            <p:cNvCxnSpPr/>
            <p:nvPr/>
          </p:nvCxnSpPr>
          <p:spPr>
            <a:xfrm rot="5400000">
              <a:off x="2938609" y="4293788"/>
              <a:ext cx="4125622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/>
          </p:nvCxnSpPr>
          <p:spPr>
            <a:xfrm rot="5400000">
              <a:off x="-491059" y="4365103"/>
              <a:ext cx="4126955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/>
            <p:cNvCxnSpPr/>
            <p:nvPr/>
          </p:nvCxnSpPr>
          <p:spPr>
            <a:xfrm rot="5400000">
              <a:off x="4723757" y="4293788"/>
              <a:ext cx="3984325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461"/>
          <p:cNvGrpSpPr/>
          <p:nvPr/>
        </p:nvGrpSpPr>
        <p:grpSpPr bwMode="auto">
          <a:xfrm>
            <a:off x="1285875" y="3135313"/>
            <a:ext cx="6643688" cy="358775"/>
            <a:chOff x="1357290" y="3659212"/>
            <a:chExt cx="6643734" cy="358778"/>
          </a:xfrm>
        </p:grpSpPr>
        <p:cxnSp>
          <p:nvCxnSpPr>
            <p:cNvPr id="406" name="直接连接符 405"/>
            <p:cNvCxnSpPr/>
            <p:nvPr/>
          </p:nvCxnSpPr>
          <p:spPr>
            <a:xfrm>
              <a:off x="1357290" y="4016402"/>
              <a:ext cx="2428892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/>
            <p:cNvCxnSpPr/>
            <p:nvPr/>
          </p:nvCxnSpPr>
          <p:spPr>
            <a:xfrm rot="5400000">
              <a:off x="3608381" y="3837012"/>
              <a:ext cx="355603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/>
            <p:cNvCxnSpPr/>
            <p:nvPr/>
          </p:nvCxnSpPr>
          <p:spPr>
            <a:xfrm>
              <a:off x="3786182" y="3659212"/>
              <a:ext cx="1643074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/>
            <p:cNvCxnSpPr/>
            <p:nvPr/>
          </p:nvCxnSpPr>
          <p:spPr>
            <a:xfrm rot="5400000">
              <a:off x="5287173" y="3801294"/>
              <a:ext cx="284165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/>
            <p:cNvCxnSpPr/>
            <p:nvPr/>
          </p:nvCxnSpPr>
          <p:spPr>
            <a:xfrm>
              <a:off x="5429256" y="3944964"/>
              <a:ext cx="257176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463"/>
          <p:cNvGrpSpPr/>
          <p:nvPr/>
        </p:nvGrpSpPr>
        <p:grpSpPr bwMode="auto">
          <a:xfrm>
            <a:off x="1285875" y="3563938"/>
            <a:ext cx="7143750" cy="358775"/>
            <a:chOff x="1357290" y="4087840"/>
            <a:chExt cx="7143800" cy="358778"/>
          </a:xfrm>
        </p:grpSpPr>
        <p:cxnSp>
          <p:nvCxnSpPr>
            <p:cNvPr id="417" name="直接连接符 416"/>
            <p:cNvCxnSpPr/>
            <p:nvPr/>
          </p:nvCxnSpPr>
          <p:spPr>
            <a:xfrm rot="5400000">
              <a:off x="4108447" y="4265640"/>
              <a:ext cx="355603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638" name="组合 462"/>
            <p:cNvGrpSpPr/>
            <p:nvPr/>
          </p:nvGrpSpPr>
          <p:grpSpPr bwMode="auto">
            <a:xfrm>
              <a:off x="1357290" y="4087840"/>
              <a:ext cx="7143800" cy="358778"/>
              <a:chOff x="1357290" y="4087840"/>
              <a:chExt cx="7143800" cy="358778"/>
            </a:xfrm>
          </p:grpSpPr>
          <p:cxnSp>
            <p:nvCxnSpPr>
              <p:cNvPr id="416" name="直接连接符 415"/>
              <p:cNvCxnSpPr/>
              <p:nvPr/>
            </p:nvCxnSpPr>
            <p:spPr>
              <a:xfrm>
                <a:off x="1357290" y="4445030"/>
                <a:ext cx="2928959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接连接符 417"/>
              <p:cNvCxnSpPr/>
              <p:nvPr/>
            </p:nvCxnSpPr>
            <p:spPr>
              <a:xfrm>
                <a:off x="4286249" y="4087840"/>
                <a:ext cx="1131881" cy="19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直接连接符 418"/>
              <p:cNvCxnSpPr/>
              <p:nvPr/>
            </p:nvCxnSpPr>
            <p:spPr>
              <a:xfrm rot="5400000">
                <a:off x="5277634" y="4241828"/>
                <a:ext cx="284165" cy="317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直接连接符 419"/>
              <p:cNvCxnSpPr/>
              <p:nvPr/>
            </p:nvCxnSpPr>
            <p:spPr>
              <a:xfrm>
                <a:off x="5418129" y="4375179"/>
                <a:ext cx="30829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组合 464"/>
          <p:cNvGrpSpPr/>
          <p:nvPr/>
        </p:nvGrpSpPr>
        <p:grpSpPr bwMode="auto">
          <a:xfrm>
            <a:off x="1285875" y="3974226"/>
            <a:ext cx="7643813" cy="377114"/>
            <a:chOff x="1357290" y="4498129"/>
            <a:chExt cx="7643866" cy="377117"/>
          </a:xfrm>
        </p:grpSpPr>
        <p:cxnSp>
          <p:nvCxnSpPr>
            <p:cNvPr id="422" name="直接连接符 421"/>
            <p:cNvCxnSpPr/>
            <p:nvPr/>
          </p:nvCxnSpPr>
          <p:spPr>
            <a:xfrm>
              <a:off x="1357290" y="4873658"/>
              <a:ext cx="3429024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/>
            <p:cNvCxnSpPr/>
            <p:nvPr/>
          </p:nvCxnSpPr>
          <p:spPr>
            <a:xfrm rot="5400000">
              <a:off x="4608513" y="4692681"/>
              <a:ext cx="355603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/>
            <p:cNvCxnSpPr/>
            <p:nvPr/>
          </p:nvCxnSpPr>
          <p:spPr>
            <a:xfrm>
              <a:off x="4786314" y="4514880"/>
              <a:ext cx="65038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/>
            <p:cNvCxnSpPr/>
            <p:nvPr/>
          </p:nvCxnSpPr>
          <p:spPr>
            <a:xfrm rot="5400000">
              <a:off x="5287173" y="4638623"/>
              <a:ext cx="284164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/>
            <p:cNvCxnSpPr/>
            <p:nvPr/>
          </p:nvCxnSpPr>
          <p:spPr>
            <a:xfrm>
              <a:off x="5418129" y="4779994"/>
              <a:ext cx="3583027" cy="222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35" name="TextBox 427"/>
          <p:cNvSpPr txBox="1">
            <a:spLocks noChangeArrowheads="1"/>
          </p:cNvSpPr>
          <p:nvPr/>
        </p:nvSpPr>
        <p:spPr bwMode="auto">
          <a:xfrm>
            <a:off x="214313" y="3262313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RCI(TII)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0936" name="TextBox 428"/>
          <p:cNvSpPr txBox="1">
            <a:spLocks noChangeArrowheads="1"/>
          </p:cNvSpPr>
          <p:nvPr/>
        </p:nvSpPr>
        <p:spPr bwMode="auto">
          <a:xfrm>
            <a:off x="142875" y="3719513"/>
            <a:ext cx="1214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RCII(III)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0937" name="TextBox 429"/>
          <p:cNvSpPr txBox="1">
            <a:spLocks noChangeArrowheads="1"/>
          </p:cNvSpPr>
          <p:nvPr/>
        </p:nvSpPr>
        <p:spPr bwMode="auto">
          <a:xfrm>
            <a:off x="71438" y="4119563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RCIII(IV)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20" name="组合 126"/>
          <p:cNvGrpSpPr/>
          <p:nvPr/>
        </p:nvGrpSpPr>
        <p:grpSpPr bwMode="auto">
          <a:xfrm>
            <a:off x="357188" y="1119188"/>
            <a:ext cx="8001000" cy="539750"/>
            <a:chOff x="428625" y="3071813"/>
            <a:chExt cx="8001000" cy="539750"/>
          </a:xfrm>
        </p:grpSpPr>
        <p:grpSp>
          <p:nvGrpSpPr>
            <p:cNvPr id="19599" name="组合 393"/>
            <p:cNvGrpSpPr/>
            <p:nvPr/>
          </p:nvGrpSpPr>
          <p:grpSpPr bwMode="auto">
            <a:xfrm>
              <a:off x="1571625" y="3087688"/>
              <a:ext cx="1714500" cy="523875"/>
              <a:chOff x="1142976" y="4500567"/>
              <a:chExt cx="1714512" cy="638687"/>
            </a:xfrm>
          </p:grpSpPr>
          <p:cxnSp>
            <p:nvCxnSpPr>
              <p:cNvPr id="380" name="直接连接符 379"/>
              <p:cNvCxnSpPr/>
              <p:nvPr/>
            </p:nvCxnSpPr>
            <p:spPr>
              <a:xfrm>
                <a:off x="1214413" y="4500567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/>
              <p:cNvCxnSpPr/>
              <p:nvPr/>
            </p:nvCxnSpPr>
            <p:spPr>
              <a:xfrm>
                <a:off x="1214413" y="4999904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/>
              <p:cNvCxnSpPr/>
              <p:nvPr/>
            </p:nvCxnSpPr>
            <p:spPr>
              <a:xfrm rot="5400000">
                <a:off x="1035475" y="4608068"/>
                <a:ext cx="286441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/>
              <p:cNvCxnSpPr/>
              <p:nvPr/>
            </p:nvCxnSpPr>
            <p:spPr>
              <a:xfrm rot="16200000" flipH="1">
                <a:off x="1072247" y="4857738"/>
                <a:ext cx="21289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/>
              <p:cNvCxnSpPr/>
              <p:nvPr/>
            </p:nvCxnSpPr>
            <p:spPr>
              <a:xfrm rot="16200000" flipH="1">
                <a:off x="2678548" y="4608068"/>
                <a:ext cx="28644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/>
              <p:cNvCxnSpPr/>
              <p:nvPr/>
            </p:nvCxnSpPr>
            <p:spPr>
              <a:xfrm rot="5400000">
                <a:off x="2715320" y="4857738"/>
                <a:ext cx="212896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31" name="TextBox 391"/>
              <p:cNvSpPr txBox="1">
                <a:spLocks noChangeArrowheads="1"/>
              </p:cNvSpPr>
              <p:nvPr/>
            </p:nvSpPr>
            <p:spPr bwMode="auto">
              <a:xfrm>
                <a:off x="1571604" y="4500567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600" name="组合 394"/>
            <p:cNvGrpSpPr/>
            <p:nvPr/>
          </p:nvGrpSpPr>
          <p:grpSpPr bwMode="auto">
            <a:xfrm>
              <a:off x="3286125" y="3087688"/>
              <a:ext cx="1714500" cy="428625"/>
              <a:chOff x="2857488" y="4500570"/>
              <a:chExt cx="1714512" cy="523220"/>
            </a:xfrm>
          </p:grpSpPr>
          <p:cxnSp>
            <p:nvCxnSpPr>
              <p:cNvPr id="368" name="直接连接符 367"/>
              <p:cNvCxnSpPr/>
              <p:nvPr/>
            </p:nvCxnSpPr>
            <p:spPr>
              <a:xfrm>
                <a:off x="2928925" y="4500570"/>
                <a:ext cx="1571636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/>
              <p:cNvCxnSpPr/>
              <p:nvPr/>
            </p:nvCxnSpPr>
            <p:spPr>
              <a:xfrm>
                <a:off x="2928925" y="5000536"/>
                <a:ext cx="1571636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/>
              <p:cNvCxnSpPr/>
              <p:nvPr/>
            </p:nvCxnSpPr>
            <p:spPr>
              <a:xfrm rot="5400000">
                <a:off x="2750775" y="4607282"/>
                <a:ext cx="284864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/>
              <p:cNvCxnSpPr/>
              <p:nvPr/>
            </p:nvCxnSpPr>
            <p:spPr>
              <a:xfrm rot="16200000" flipH="1">
                <a:off x="2785656" y="4857266"/>
                <a:ext cx="215102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/>
              <p:cNvCxnSpPr/>
              <p:nvPr/>
            </p:nvCxnSpPr>
            <p:spPr>
              <a:xfrm rot="16200000" flipH="1">
                <a:off x="4393849" y="4607283"/>
                <a:ext cx="284864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/>
              <p:cNvCxnSpPr/>
              <p:nvPr/>
            </p:nvCxnSpPr>
            <p:spPr>
              <a:xfrm rot="5400000">
                <a:off x="4428729" y="4857266"/>
                <a:ext cx="215102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24" name="TextBox 392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601" name="组合 396"/>
            <p:cNvGrpSpPr/>
            <p:nvPr/>
          </p:nvGrpSpPr>
          <p:grpSpPr bwMode="auto">
            <a:xfrm>
              <a:off x="5000625" y="3087688"/>
              <a:ext cx="1714500" cy="523875"/>
              <a:chOff x="2857488" y="4500570"/>
              <a:chExt cx="1714512" cy="638687"/>
            </a:xfrm>
          </p:grpSpPr>
          <p:cxnSp>
            <p:nvCxnSpPr>
              <p:cNvPr id="398" name="直接连接符 397"/>
              <p:cNvCxnSpPr/>
              <p:nvPr/>
            </p:nvCxnSpPr>
            <p:spPr>
              <a:xfrm>
                <a:off x="2928925" y="4500570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直接连接符 398"/>
              <p:cNvCxnSpPr/>
              <p:nvPr/>
            </p:nvCxnSpPr>
            <p:spPr>
              <a:xfrm>
                <a:off x="2928925" y="4999907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接连接符 399"/>
              <p:cNvCxnSpPr/>
              <p:nvPr/>
            </p:nvCxnSpPr>
            <p:spPr>
              <a:xfrm rot="5400000">
                <a:off x="2749987" y="4608071"/>
                <a:ext cx="286441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/>
              <p:cNvCxnSpPr/>
              <p:nvPr/>
            </p:nvCxnSpPr>
            <p:spPr>
              <a:xfrm rot="16200000" flipH="1">
                <a:off x="2786759" y="4857741"/>
                <a:ext cx="21289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/>
              <p:cNvCxnSpPr/>
              <p:nvPr/>
            </p:nvCxnSpPr>
            <p:spPr>
              <a:xfrm rot="16200000" flipH="1">
                <a:off x="4393060" y="4608071"/>
                <a:ext cx="28644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连接符 402"/>
              <p:cNvCxnSpPr/>
              <p:nvPr/>
            </p:nvCxnSpPr>
            <p:spPr>
              <a:xfrm rot="5400000">
                <a:off x="4429832" y="4857741"/>
                <a:ext cx="212896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17" name="TextBox 403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602" name="Rectangle 67"/>
            <p:cNvSpPr>
              <a:spLocks noChangeArrowheads="1"/>
            </p:cNvSpPr>
            <p:nvPr/>
          </p:nvSpPr>
          <p:spPr bwMode="auto">
            <a:xfrm>
              <a:off x="428625" y="3071813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3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2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0</a:t>
              </a:r>
              <a:endParaRPr lang="en-US" altLang="zh-CN" sz="1800" baseline="-25000"/>
            </a:p>
          </p:txBody>
        </p:sp>
        <p:grpSp>
          <p:nvGrpSpPr>
            <p:cNvPr id="19603" name="组合 431"/>
            <p:cNvGrpSpPr/>
            <p:nvPr/>
          </p:nvGrpSpPr>
          <p:grpSpPr bwMode="auto">
            <a:xfrm>
              <a:off x="6715125" y="3071813"/>
              <a:ext cx="1714500" cy="523875"/>
              <a:chOff x="2857488" y="4500570"/>
              <a:chExt cx="1714512" cy="638687"/>
            </a:xfrm>
          </p:grpSpPr>
          <p:cxnSp>
            <p:nvCxnSpPr>
              <p:cNvPr id="433" name="直接连接符 432"/>
              <p:cNvCxnSpPr/>
              <p:nvPr/>
            </p:nvCxnSpPr>
            <p:spPr>
              <a:xfrm>
                <a:off x="2928925" y="4500570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直接连接符 433"/>
              <p:cNvCxnSpPr/>
              <p:nvPr/>
            </p:nvCxnSpPr>
            <p:spPr>
              <a:xfrm>
                <a:off x="2928925" y="4999907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直接连接符 434"/>
              <p:cNvCxnSpPr/>
              <p:nvPr/>
            </p:nvCxnSpPr>
            <p:spPr>
              <a:xfrm rot="5400000">
                <a:off x="2749987" y="4608071"/>
                <a:ext cx="286441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直接连接符 435"/>
              <p:cNvCxnSpPr/>
              <p:nvPr/>
            </p:nvCxnSpPr>
            <p:spPr>
              <a:xfrm rot="16200000" flipH="1">
                <a:off x="2786759" y="4857741"/>
                <a:ext cx="21289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直接连接符 436"/>
              <p:cNvCxnSpPr/>
              <p:nvPr/>
            </p:nvCxnSpPr>
            <p:spPr>
              <a:xfrm rot="16200000" flipH="1">
                <a:off x="4393060" y="4608071"/>
                <a:ext cx="28644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接连接符 437"/>
              <p:cNvCxnSpPr/>
              <p:nvPr/>
            </p:nvCxnSpPr>
            <p:spPr>
              <a:xfrm rot="5400000">
                <a:off x="4429832" y="4857741"/>
                <a:ext cx="212896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10" name="TextBox 438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5" name="组合 465"/>
          <p:cNvGrpSpPr/>
          <p:nvPr/>
        </p:nvGrpSpPr>
        <p:grpSpPr bwMode="auto">
          <a:xfrm>
            <a:off x="1245799" y="4411905"/>
            <a:ext cx="7564826" cy="406398"/>
            <a:chOff x="1428728" y="4908803"/>
            <a:chExt cx="7564879" cy="406401"/>
          </a:xfrm>
        </p:grpSpPr>
        <p:cxnSp>
          <p:nvCxnSpPr>
            <p:cNvPr id="440" name="直接连接符 439"/>
            <p:cNvCxnSpPr/>
            <p:nvPr/>
          </p:nvCxnSpPr>
          <p:spPr>
            <a:xfrm>
              <a:off x="1428728" y="5286388"/>
              <a:ext cx="3786213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直接连接符 440"/>
            <p:cNvCxnSpPr/>
            <p:nvPr/>
          </p:nvCxnSpPr>
          <p:spPr>
            <a:xfrm rot="5400000">
              <a:off x="5037140" y="5106999"/>
              <a:ext cx="35719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/>
            <p:cNvCxnSpPr/>
            <p:nvPr/>
          </p:nvCxnSpPr>
          <p:spPr>
            <a:xfrm>
              <a:off x="5214941" y="4929198"/>
              <a:ext cx="31194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/>
            <p:cNvCxnSpPr/>
            <p:nvPr/>
          </p:nvCxnSpPr>
          <p:spPr>
            <a:xfrm flipH="1">
              <a:off x="5537364" y="4908803"/>
              <a:ext cx="1587" cy="4064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/>
            <p:cNvCxnSpPr/>
            <p:nvPr/>
          </p:nvCxnSpPr>
          <p:spPr>
            <a:xfrm>
              <a:off x="5537364" y="5302262"/>
              <a:ext cx="34562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41" name="TextBox 444"/>
          <p:cNvSpPr txBox="1">
            <a:spLocks noChangeArrowheads="1"/>
          </p:cNvSpPr>
          <p:nvPr/>
        </p:nvSpPr>
        <p:spPr bwMode="auto">
          <a:xfrm>
            <a:off x="0" y="4505325"/>
            <a:ext cx="1428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RC(</a:t>
            </a:r>
            <a:r>
              <a:rPr lang="en-US" altLang="zh-CN" sz="1600">
                <a:latin typeface="Times New Roman" panose="02020603050405020304" pitchFamily="18" charset="0"/>
              </a:rPr>
              <a:t>IV</a:t>
            </a:r>
            <a:r>
              <a:rPr lang="zh-CN" altLang="en-US" sz="1600">
                <a:latin typeface="Times New Roman" panose="02020603050405020304" pitchFamily="18" charset="0"/>
              </a:rPr>
              <a:t>输出</a:t>
            </a:r>
            <a:r>
              <a:rPr lang="en-US" altLang="zh-CN" sz="2000">
                <a:latin typeface="Times New Roman" panose="02020603050405020304" pitchFamily="18" charset="0"/>
              </a:rPr>
              <a:t>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130" name="直接连接符 129"/>
          <p:cNvCxnSpPr/>
          <p:nvPr/>
        </p:nvCxnSpPr>
        <p:spPr>
          <a:xfrm rot="5400000" flipH="1" flipV="1">
            <a:off x="3356769" y="3405982"/>
            <a:ext cx="714375" cy="15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3214688" y="3262313"/>
            <a:ext cx="500062" cy="1587"/>
          </a:xfrm>
          <a:prstGeom prst="straightConnector1">
            <a:avLst/>
          </a:prstGeom>
          <a:ln w="254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133"/>
          <p:cNvGrpSpPr/>
          <p:nvPr/>
        </p:nvGrpSpPr>
        <p:grpSpPr bwMode="auto">
          <a:xfrm>
            <a:off x="357188" y="1579563"/>
            <a:ext cx="8001000" cy="539750"/>
            <a:chOff x="428625" y="3071813"/>
            <a:chExt cx="8001000" cy="539750"/>
          </a:xfrm>
        </p:grpSpPr>
        <p:grpSp>
          <p:nvGrpSpPr>
            <p:cNvPr id="19561" name="组合 393"/>
            <p:cNvGrpSpPr/>
            <p:nvPr/>
          </p:nvGrpSpPr>
          <p:grpSpPr bwMode="auto">
            <a:xfrm>
              <a:off x="1571622" y="3087322"/>
              <a:ext cx="1714499" cy="523824"/>
              <a:chOff x="1142975" y="4500566"/>
              <a:chExt cx="1714513" cy="638688"/>
            </a:xfrm>
          </p:grpSpPr>
          <p:cxnSp>
            <p:nvCxnSpPr>
              <p:cNvPr id="161" name="直接连接符 160"/>
              <p:cNvCxnSpPr/>
              <p:nvPr/>
            </p:nvCxnSpPr>
            <p:spPr>
              <a:xfrm>
                <a:off x="1214416" y="4501012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>
                <a:off x="1214416" y="5000399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rot="5400000">
                <a:off x="1035462" y="4608528"/>
                <a:ext cx="286470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rot="16200000" flipH="1">
                <a:off x="1072238" y="4858222"/>
                <a:ext cx="212917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 rot="16200000" flipH="1">
                <a:off x="2678538" y="4608528"/>
                <a:ext cx="286470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 rot="5400000">
                <a:off x="2715314" y="4858222"/>
                <a:ext cx="212917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93" name="TextBox 391"/>
              <p:cNvSpPr txBox="1">
                <a:spLocks noChangeArrowheads="1"/>
              </p:cNvSpPr>
              <p:nvPr/>
            </p:nvSpPr>
            <p:spPr bwMode="auto">
              <a:xfrm>
                <a:off x="1571604" y="4500567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62" name="组合 394"/>
            <p:cNvGrpSpPr/>
            <p:nvPr/>
          </p:nvGrpSpPr>
          <p:grpSpPr bwMode="auto">
            <a:xfrm>
              <a:off x="3286120" y="3088145"/>
              <a:ext cx="1714499" cy="428679"/>
              <a:chOff x="2857487" y="4500569"/>
              <a:chExt cx="1714513" cy="523221"/>
            </a:xfrm>
          </p:grpSpPr>
          <p:cxnSp>
            <p:nvCxnSpPr>
              <p:cNvPr id="154" name="直接连接符 153"/>
              <p:cNvCxnSpPr/>
              <p:nvPr/>
            </p:nvCxnSpPr>
            <p:spPr>
              <a:xfrm>
                <a:off x="2928930" y="4500011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2928930" y="4999915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rot="5400000">
                <a:off x="2750797" y="4606706"/>
                <a:ext cx="284828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rot="16200000" flipH="1">
                <a:off x="2785673" y="4856658"/>
                <a:ext cx="21507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rot="16200000" flipH="1">
                <a:off x="4393873" y="4606706"/>
                <a:ext cx="284828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 rot="5400000">
                <a:off x="4428748" y="4856659"/>
                <a:ext cx="21507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86" name="TextBox 392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63" name="组合 396"/>
            <p:cNvGrpSpPr/>
            <p:nvPr/>
          </p:nvGrpSpPr>
          <p:grpSpPr bwMode="auto">
            <a:xfrm>
              <a:off x="5000620" y="3087322"/>
              <a:ext cx="1714499" cy="523824"/>
              <a:chOff x="2857487" y="4500569"/>
              <a:chExt cx="1714513" cy="638688"/>
            </a:xfrm>
          </p:grpSpPr>
          <p:cxnSp>
            <p:nvCxnSpPr>
              <p:cNvPr id="147" name="直接连接符 146"/>
              <p:cNvCxnSpPr/>
              <p:nvPr/>
            </p:nvCxnSpPr>
            <p:spPr>
              <a:xfrm>
                <a:off x="2928930" y="4501015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2928930" y="5000402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 rot="5400000">
                <a:off x="2749976" y="4608531"/>
                <a:ext cx="286470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rot="16200000" flipH="1">
                <a:off x="2786752" y="4858225"/>
                <a:ext cx="212917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 rot="16200000" flipH="1">
                <a:off x="4393052" y="4608531"/>
                <a:ext cx="286470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 rot="5400000">
                <a:off x="4429828" y="4858225"/>
                <a:ext cx="212917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79" name="TextBox 403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564" name="Rectangle 67"/>
            <p:cNvSpPr>
              <a:spLocks noChangeArrowheads="1"/>
            </p:cNvSpPr>
            <p:nvPr/>
          </p:nvSpPr>
          <p:spPr bwMode="auto">
            <a:xfrm>
              <a:off x="428625" y="3071813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7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6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5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grpSp>
          <p:nvGrpSpPr>
            <p:cNvPr id="19565" name="组合 431"/>
            <p:cNvGrpSpPr/>
            <p:nvPr/>
          </p:nvGrpSpPr>
          <p:grpSpPr bwMode="auto">
            <a:xfrm>
              <a:off x="6715120" y="3071447"/>
              <a:ext cx="1714499" cy="523824"/>
              <a:chOff x="2857487" y="4500569"/>
              <a:chExt cx="1714513" cy="638688"/>
            </a:xfrm>
          </p:grpSpPr>
          <p:cxnSp>
            <p:nvCxnSpPr>
              <p:cNvPr id="140" name="直接连接符 139"/>
              <p:cNvCxnSpPr/>
              <p:nvPr/>
            </p:nvCxnSpPr>
            <p:spPr>
              <a:xfrm>
                <a:off x="2928930" y="4501015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2928930" y="5000402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 rot="5400000">
                <a:off x="2749976" y="4608531"/>
                <a:ext cx="286470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 rot="16200000" flipH="1">
                <a:off x="2786752" y="4858225"/>
                <a:ext cx="212917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 rot="16200000" flipH="1">
                <a:off x="4393052" y="4608531"/>
                <a:ext cx="286470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 rot="5400000">
                <a:off x="4429828" y="4858225"/>
                <a:ext cx="212917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72" name="TextBox 438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" name="组合 203"/>
          <p:cNvGrpSpPr/>
          <p:nvPr/>
        </p:nvGrpSpPr>
        <p:grpSpPr bwMode="auto">
          <a:xfrm>
            <a:off x="142875" y="2047875"/>
            <a:ext cx="8215313" cy="539750"/>
            <a:chOff x="214282" y="3000006"/>
            <a:chExt cx="8215302" cy="539922"/>
          </a:xfrm>
        </p:grpSpPr>
        <p:grpSp>
          <p:nvGrpSpPr>
            <p:cNvPr id="19528" name="组合 393"/>
            <p:cNvGrpSpPr/>
            <p:nvPr/>
          </p:nvGrpSpPr>
          <p:grpSpPr bwMode="auto">
            <a:xfrm>
              <a:off x="1571591" y="3000371"/>
              <a:ext cx="1714497" cy="523823"/>
              <a:chOff x="1142975" y="4481656"/>
              <a:chExt cx="1714513" cy="638687"/>
            </a:xfrm>
          </p:grpSpPr>
          <p:cxnSp>
            <p:nvCxnSpPr>
              <p:cNvPr id="196" name="直接连接符 195"/>
              <p:cNvCxnSpPr/>
              <p:nvPr/>
            </p:nvCxnSpPr>
            <p:spPr>
              <a:xfrm>
                <a:off x="1214415" y="4500573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1214415" y="5000119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 rot="5400000">
                <a:off x="1035416" y="4608134"/>
                <a:ext cx="286561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 rot="16200000" flipH="1">
                <a:off x="1072203" y="4857908"/>
                <a:ext cx="21298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 rot="16200000" flipH="1">
                <a:off x="2678491" y="4608134"/>
                <a:ext cx="28656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 rot="5400000">
                <a:off x="2715279" y="4857908"/>
                <a:ext cx="21298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60" name="TextBox 391"/>
              <p:cNvSpPr txBox="1">
                <a:spLocks noChangeArrowheads="1"/>
              </p:cNvSpPr>
              <p:nvPr/>
            </p:nvSpPr>
            <p:spPr bwMode="auto">
              <a:xfrm>
                <a:off x="1571620" y="4481656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29" name="组合 394"/>
            <p:cNvGrpSpPr/>
            <p:nvPr/>
          </p:nvGrpSpPr>
          <p:grpSpPr bwMode="auto">
            <a:xfrm>
              <a:off x="3286087" y="3016707"/>
              <a:ext cx="1714497" cy="523221"/>
              <a:chOff x="2857487" y="4500569"/>
              <a:chExt cx="1714513" cy="638613"/>
            </a:xfrm>
          </p:grpSpPr>
          <p:cxnSp>
            <p:nvCxnSpPr>
              <p:cNvPr id="189" name="直接连接符 188"/>
              <p:cNvCxnSpPr/>
              <p:nvPr/>
            </p:nvCxnSpPr>
            <p:spPr>
              <a:xfrm>
                <a:off x="2928929" y="4501505"/>
                <a:ext cx="1571638" cy="19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2928929" y="5001568"/>
                <a:ext cx="1571638" cy="19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rot="5400000">
                <a:off x="2750751" y="4608246"/>
                <a:ext cx="284919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rot="16200000" flipH="1">
                <a:off x="2785638" y="4858278"/>
                <a:ext cx="215144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 rot="16200000" flipH="1">
                <a:off x="4393826" y="4608246"/>
                <a:ext cx="284919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 rot="5400000">
                <a:off x="4428713" y="4858278"/>
                <a:ext cx="215144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53" name="TextBox 392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30" name="组合 396"/>
            <p:cNvGrpSpPr/>
            <p:nvPr/>
          </p:nvGrpSpPr>
          <p:grpSpPr bwMode="auto">
            <a:xfrm>
              <a:off x="5000587" y="3015881"/>
              <a:ext cx="1714497" cy="523824"/>
              <a:chOff x="2857487" y="4500569"/>
              <a:chExt cx="1714513" cy="638688"/>
            </a:xfrm>
          </p:grpSpPr>
          <p:cxnSp>
            <p:nvCxnSpPr>
              <p:cNvPr id="182" name="直接连接符 181"/>
              <p:cNvCxnSpPr/>
              <p:nvPr/>
            </p:nvCxnSpPr>
            <p:spPr>
              <a:xfrm>
                <a:off x="2928927" y="4500575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2928927" y="5000121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rot="5400000">
                <a:off x="2749928" y="4608136"/>
                <a:ext cx="286561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rot="16200000" flipH="1">
                <a:off x="2786715" y="4857910"/>
                <a:ext cx="21298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rot="16200000" flipH="1">
                <a:off x="4393003" y="4608136"/>
                <a:ext cx="28656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 rot="5400000">
                <a:off x="4429791" y="4857910"/>
                <a:ext cx="21298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46" name="TextBox 403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531" name="Rectangle 67"/>
            <p:cNvSpPr>
              <a:spLocks noChangeArrowheads="1"/>
            </p:cNvSpPr>
            <p:nvPr/>
          </p:nvSpPr>
          <p:spPr bwMode="auto">
            <a:xfrm>
              <a:off x="214282" y="3000372"/>
              <a:ext cx="14287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11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10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9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8</a:t>
              </a:r>
              <a:endParaRPr lang="en-US" altLang="zh-CN" sz="1800" baseline="-25000"/>
            </a:p>
          </p:txBody>
        </p:sp>
        <p:grpSp>
          <p:nvGrpSpPr>
            <p:cNvPr id="19532" name="组合 431"/>
            <p:cNvGrpSpPr/>
            <p:nvPr/>
          </p:nvGrpSpPr>
          <p:grpSpPr bwMode="auto">
            <a:xfrm>
              <a:off x="6715087" y="3000006"/>
              <a:ext cx="1714497" cy="523824"/>
              <a:chOff x="2857487" y="4500569"/>
              <a:chExt cx="1714513" cy="638688"/>
            </a:xfrm>
          </p:grpSpPr>
          <p:cxnSp>
            <p:nvCxnSpPr>
              <p:cNvPr id="175" name="直接连接符 174"/>
              <p:cNvCxnSpPr/>
              <p:nvPr/>
            </p:nvCxnSpPr>
            <p:spPr>
              <a:xfrm>
                <a:off x="2928924" y="4500569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>
                <a:off x="2928924" y="5000115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rot="5400000">
                <a:off x="2749925" y="4608130"/>
                <a:ext cx="286561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 rot="16200000" flipH="1">
                <a:off x="2786712" y="4857904"/>
                <a:ext cx="21298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 rot="16200000" flipH="1">
                <a:off x="4393000" y="4608130"/>
                <a:ext cx="28656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rot="5400000">
                <a:off x="4429788" y="4857904"/>
                <a:ext cx="21298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39" name="TextBox 438"/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0965" name="组合 238"/>
          <p:cNvGrpSpPr/>
          <p:nvPr/>
        </p:nvGrpSpPr>
        <p:grpSpPr bwMode="auto">
          <a:xfrm>
            <a:off x="0" y="2476500"/>
            <a:ext cx="8358188" cy="571500"/>
            <a:chOff x="71438" y="3429000"/>
            <a:chExt cx="8358155" cy="571504"/>
          </a:xfrm>
        </p:grpSpPr>
        <p:sp>
          <p:nvSpPr>
            <p:cNvPr id="19494" name="Rectangle 67"/>
            <p:cNvSpPr>
              <a:spLocks noChangeArrowheads="1"/>
            </p:cNvSpPr>
            <p:nvPr/>
          </p:nvSpPr>
          <p:spPr bwMode="auto">
            <a:xfrm>
              <a:off x="71438" y="3429000"/>
              <a:ext cx="1643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15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14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13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12</a:t>
              </a:r>
              <a:endParaRPr lang="en-US" altLang="zh-CN" sz="1800" baseline="-25000"/>
            </a:p>
          </p:txBody>
        </p:sp>
        <p:grpSp>
          <p:nvGrpSpPr>
            <p:cNvPr id="19495" name="组合 204"/>
            <p:cNvGrpSpPr/>
            <p:nvPr/>
          </p:nvGrpSpPr>
          <p:grpSpPr bwMode="auto">
            <a:xfrm>
              <a:off x="1571604" y="3460805"/>
              <a:ext cx="6857989" cy="539699"/>
              <a:chOff x="1571590" y="3000006"/>
              <a:chExt cx="6857989" cy="539699"/>
            </a:xfrm>
          </p:grpSpPr>
          <p:grpSp>
            <p:nvGrpSpPr>
              <p:cNvPr id="19496" name="组合 393"/>
              <p:cNvGrpSpPr/>
              <p:nvPr/>
            </p:nvGrpSpPr>
            <p:grpSpPr bwMode="auto">
              <a:xfrm>
                <a:off x="1571590" y="3015881"/>
                <a:ext cx="1714495" cy="523824"/>
                <a:chOff x="1142975" y="4500566"/>
                <a:chExt cx="1714513" cy="638688"/>
              </a:xfrm>
            </p:grpSpPr>
            <p:cxnSp>
              <p:nvCxnSpPr>
                <p:cNvPr id="232" name="直接连接符 231"/>
                <p:cNvCxnSpPr/>
                <p:nvPr/>
              </p:nvCxnSpPr>
              <p:spPr>
                <a:xfrm>
                  <a:off x="1214428" y="4500499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连接符 232"/>
                <p:cNvCxnSpPr/>
                <p:nvPr/>
              </p:nvCxnSpPr>
              <p:spPr>
                <a:xfrm>
                  <a:off x="1214428" y="4999889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连接符 233"/>
                <p:cNvCxnSpPr/>
                <p:nvPr/>
              </p:nvCxnSpPr>
              <p:spPr>
                <a:xfrm rot="5400000">
                  <a:off x="1035474" y="4608016"/>
                  <a:ext cx="286472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连接符 234"/>
                <p:cNvCxnSpPr/>
                <p:nvPr/>
              </p:nvCxnSpPr>
              <p:spPr>
                <a:xfrm rot="16200000" flipH="1">
                  <a:off x="1072251" y="4857711"/>
                  <a:ext cx="212918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/>
                <p:cNvCxnSpPr/>
                <p:nvPr/>
              </p:nvCxnSpPr>
              <p:spPr>
                <a:xfrm rot="16200000" flipH="1">
                  <a:off x="2678547" y="4608016"/>
                  <a:ext cx="286472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接连接符 236"/>
                <p:cNvCxnSpPr/>
                <p:nvPr/>
              </p:nvCxnSpPr>
              <p:spPr>
                <a:xfrm rot="5400000">
                  <a:off x="2715323" y="4857711"/>
                  <a:ext cx="212918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27" name="TextBox 391"/>
                <p:cNvSpPr txBox="1">
                  <a:spLocks noChangeArrowheads="1"/>
                </p:cNvSpPr>
                <p:nvPr/>
              </p:nvSpPr>
              <p:spPr bwMode="auto">
                <a:xfrm>
                  <a:off x="1571604" y="4500567"/>
                  <a:ext cx="1214446" cy="6386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497" name="组合 394"/>
              <p:cNvGrpSpPr/>
              <p:nvPr/>
            </p:nvGrpSpPr>
            <p:grpSpPr bwMode="auto">
              <a:xfrm>
                <a:off x="3286084" y="3016704"/>
                <a:ext cx="1714495" cy="428679"/>
                <a:chOff x="2857487" y="4500569"/>
                <a:chExt cx="1714513" cy="523221"/>
              </a:xfrm>
            </p:grpSpPr>
            <p:cxnSp>
              <p:nvCxnSpPr>
                <p:cNvPr id="225" name="直接连接符 224"/>
                <p:cNvCxnSpPr/>
                <p:nvPr/>
              </p:nvCxnSpPr>
              <p:spPr>
                <a:xfrm>
                  <a:off x="2928939" y="4501436"/>
                  <a:ext cx="1571635" cy="19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接连接符 225"/>
                <p:cNvCxnSpPr/>
                <p:nvPr/>
              </p:nvCxnSpPr>
              <p:spPr>
                <a:xfrm>
                  <a:off x="2928939" y="5001343"/>
                  <a:ext cx="1571635" cy="19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连接符 226"/>
                <p:cNvCxnSpPr/>
                <p:nvPr/>
              </p:nvCxnSpPr>
              <p:spPr>
                <a:xfrm rot="5400000">
                  <a:off x="2750806" y="4608131"/>
                  <a:ext cx="284830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/>
                <p:cNvCxnSpPr/>
                <p:nvPr/>
              </p:nvCxnSpPr>
              <p:spPr>
                <a:xfrm rot="16200000" flipH="1">
                  <a:off x="2785682" y="4858086"/>
                  <a:ext cx="215077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/>
                <p:cNvCxnSpPr/>
                <p:nvPr/>
              </p:nvCxnSpPr>
              <p:spPr>
                <a:xfrm rot="16200000" flipH="1">
                  <a:off x="4393879" y="4608131"/>
                  <a:ext cx="284830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/>
                <p:cNvCxnSpPr/>
                <p:nvPr/>
              </p:nvCxnSpPr>
              <p:spPr>
                <a:xfrm rot="5400000">
                  <a:off x="4428755" y="4858086"/>
                  <a:ext cx="215077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20" name="TextBox 392"/>
                <p:cNvSpPr txBox="1">
                  <a:spLocks noChangeArrowheads="1"/>
                </p:cNvSpPr>
                <p:nvPr/>
              </p:nvSpPr>
              <p:spPr bwMode="auto">
                <a:xfrm>
                  <a:off x="3143240" y="4500570"/>
                  <a:ext cx="1214446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498" name="组合 396"/>
              <p:cNvGrpSpPr/>
              <p:nvPr/>
            </p:nvGrpSpPr>
            <p:grpSpPr bwMode="auto">
              <a:xfrm>
                <a:off x="5000584" y="3015881"/>
                <a:ext cx="1714495" cy="523824"/>
                <a:chOff x="2857487" y="4500569"/>
                <a:chExt cx="1714513" cy="638688"/>
              </a:xfrm>
            </p:grpSpPr>
            <p:cxnSp>
              <p:nvCxnSpPr>
                <p:cNvPr id="218" name="直接连接符 217"/>
                <p:cNvCxnSpPr/>
                <p:nvPr/>
              </p:nvCxnSpPr>
              <p:spPr>
                <a:xfrm>
                  <a:off x="2928933" y="450050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连接符 218"/>
                <p:cNvCxnSpPr/>
                <p:nvPr/>
              </p:nvCxnSpPr>
              <p:spPr>
                <a:xfrm>
                  <a:off x="2928933" y="499989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连接符 219"/>
                <p:cNvCxnSpPr/>
                <p:nvPr/>
              </p:nvCxnSpPr>
              <p:spPr>
                <a:xfrm rot="5400000">
                  <a:off x="2749979" y="4608019"/>
                  <a:ext cx="286472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连接符 220"/>
                <p:cNvCxnSpPr/>
                <p:nvPr/>
              </p:nvCxnSpPr>
              <p:spPr>
                <a:xfrm rot="16200000" flipH="1">
                  <a:off x="2786756" y="4857714"/>
                  <a:ext cx="212918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连接符 221"/>
                <p:cNvCxnSpPr/>
                <p:nvPr/>
              </p:nvCxnSpPr>
              <p:spPr>
                <a:xfrm rot="16200000" flipH="1">
                  <a:off x="4393052" y="4608019"/>
                  <a:ext cx="286472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接连接符 222"/>
                <p:cNvCxnSpPr/>
                <p:nvPr/>
              </p:nvCxnSpPr>
              <p:spPr>
                <a:xfrm rot="5400000">
                  <a:off x="4429828" y="4857714"/>
                  <a:ext cx="212918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13" name="TextBox 403"/>
                <p:cNvSpPr txBox="1">
                  <a:spLocks noChangeArrowheads="1"/>
                </p:cNvSpPr>
                <p:nvPr/>
              </p:nvSpPr>
              <p:spPr bwMode="auto">
                <a:xfrm>
                  <a:off x="3143240" y="4500570"/>
                  <a:ext cx="1214446" cy="6386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499" name="组合 431"/>
              <p:cNvGrpSpPr/>
              <p:nvPr/>
            </p:nvGrpSpPr>
            <p:grpSpPr bwMode="auto">
              <a:xfrm>
                <a:off x="6715084" y="3000006"/>
                <a:ext cx="1714495" cy="523824"/>
                <a:chOff x="2857487" y="4500569"/>
                <a:chExt cx="1714513" cy="638688"/>
              </a:xfrm>
            </p:grpSpPr>
            <p:cxnSp>
              <p:nvCxnSpPr>
                <p:cNvPr id="211" name="直接连接符 210"/>
                <p:cNvCxnSpPr/>
                <p:nvPr/>
              </p:nvCxnSpPr>
              <p:spPr>
                <a:xfrm>
                  <a:off x="2928926" y="450050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直接连接符 211"/>
                <p:cNvCxnSpPr/>
                <p:nvPr/>
              </p:nvCxnSpPr>
              <p:spPr>
                <a:xfrm>
                  <a:off x="2928926" y="499989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接连接符 212"/>
                <p:cNvCxnSpPr/>
                <p:nvPr/>
              </p:nvCxnSpPr>
              <p:spPr>
                <a:xfrm rot="5400000">
                  <a:off x="2749972" y="4608019"/>
                  <a:ext cx="286472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连接符 213"/>
                <p:cNvCxnSpPr/>
                <p:nvPr/>
              </p:nvCxnSpPr>
              <p:spPr>
                <a:xfrm rot="16200000" flipH="1">
                  <a:off x="2786749" y="4857714"/>
                  <a:ext cx="212918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连接符 214"/>
                <p:cNvCxnSpPr/>
                <p:nvPr/>
              </p:nvCxnSpPr>
              <p:spPr>
                <a:xfrm rot="16200000" flipH="1">
                  <a:off x="4393045" y="4608019"/>
                  <a:ext cx="286472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接连接符 215"/>
                <p:cNvCxnSpPr/>
                <p:nvPr/>
              </p:nvCxnSpPr>
              <p:spPr>
                <a:xfrm rot="5400000">
                  <a:off x="4429821" y="4857714"/>
                  <a:ext cx="212918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06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3143240" y="4500570"/>
                  <a:ext cx="1214446" cy="6386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5" name="组合 4"/>
          <p:cNvGrpSpPr/>
          <p:nvPr/>
        </p:nvGrpSpPr>
        <p:grpSpPr bwMode="auto">
          <a:xfrm>
            <a:off x="635000" y="733425"/>
            <a:ext cx="7766050" cy="288925"/>
            <a:chOff x="635000" y="734107"/>
            <a:chExt cx="7766840" cy="288925"/>
          </a:xfrm>
        </p:grpSpPr>
        <p:sp>
          <p:nvSpPr>
            <p:cNvPr id="19477" name="Line 45"/>
            <p:cNvSpPr>
              <a:spLocks noChangeShapeType="1"/>
            </p:cNvSpPr>
            <p:nvPr/>
          </p:nvSpPr>
          <p:spPr bwMode="auto">
            <a:xfrm>
              <a:off x="236218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Line 46"/>
            <p:cNvSpPr>
              <a:spLocks noChangeShapeType="1"/>
            </p:cNvSpPr>
            <p:nvPr/>
          </p:nvSpPr>
          <p:spPr bwMode="auto">
            <a:xfrm>
              <a:off x="236218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Line 47"/>
            <p:cNvSpPr>
              <a:spLocks noChangeShapeType="1"/>
            </p:cNvSpPr>
            <p:nvPr/>
          </p:nvSpPr>
          <p:spPr bwMode="auto">
            <a:xfrm>
              <a:off x="321943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Line 48"/>
            <p:cNvSpPr>
              <a:spLocks noChangeShapeType="1"/>
            </p:cNvSpPr>
            <p:nvPr/>
          </p:nvSpPr>
          <p:spPr bwMode="auto">
            <a:xfrm>
              <a:off x="3219432" y="1019857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Line 54"/>
            <p:cNvSpPr>
              <a:spLocks noChangeShapeType="1"/>
            </p:cNvSpPr>
            <p:nvPr/>
          </p:nvSpPr>
          <p:spPr bwMode="auto">
            <a:xfrm>
              <a:off x="407668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Line 55"/>
            <p:cNvSpPr>
              <a:spLocks noChangeShapeType="1"/>
            </p:cNvSpPr>
            <p:nvPr/>
          </p:nvSpPr>
          <p:spPr bwMode="auto">
            <a:xfrm>
              <a:off x="407668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Line 56"/>
            <p:cNvSpPr>
              <a:spLocks noChangeShapeType="1"/>
            </p:cNvSpPr>
            <p:nvPr/>
          </p:nvSpPr>
          <p:spPr bwMode="auto">
            <a:xfrm>
              <a:off x="493393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Line 57"/>
            <p:cNvSpPr>
              <a:spLocks noChangeShapeType="1"/>
            </p:cNvSpPr>
            <p:nvPr/>
          </p:nvSpPr>
          <p:spPr bwMode="auto">
            <a:xfrm>
              <a:off x="4933932" y="1019857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5" name="Line 58"/>
            <p:cNvSpPr>
              <a:spLocks noChangeShapeType="1"/>
            </p:cNvSpPr>
            <p:nvPr/>
          </p:nvSpPr>
          <p:spPr bwMode="auto">
            <a:xfrm>
              <a:off x="579118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6" name="Line 59"/>
            <p:cNvSpPr>
              <a:spLocks noChangeShapeType="1"/>
            </p:cNvSpPr>
            <p:nvPr/>
          </p:nvSpPr>
          <p:spPr bwMode="auto">
            <a:xfrm>
              <a:off x="579118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Line 60"/>
            <p:cNvSpPr>
              <a:spLocks noChangeShapeType="1"/>
            </p:cNvSpPr>
            <p:nvPr/>
          </p:nvSpPr>
          <p:spPr bwMode="auto">
            <a:xfrm>
              <a:off x="6643670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Line 61"/>
            <p:cNvSpPr>
              <a:spLocks noChangeShapeType="1"/>
            </p:cNvSpPr>
            <p:nvPr/>
          </p:nvSpPr>
          <p:spPr bwMode="auto">
            <a:xfrm>
              <a:off x="1504932" y="1019857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Line 62"/>
            <p:cNvSpPr>
              <a:spLocks noChangeShapeType="1"/>
            </p:cNvSpPr>
            <p:nvPr/>
          </p:nvSpPr>
          <p:spPr bwMode="auto">
            <a:xfrm flipV="1">
              <a:off x="6645257" y="1019823"/>
              <a:ext cx="889790" cy="32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Line 54"/>
            <p:cNvSpPr>
              <a:spLocks noChangeShapeType="1"/>
            </p:cNvSpPr>
            <p:nvPr/>
          </p:nvSpPr>
          <p:spPr bwMode="auto">
            <a:xfrm>
              <a:off x="753665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Line 55"/>
            <p:cNvSpPr>
              <a:spLocks noChangeShapeType="1"/>
            </p:cNvSpPr>
            <p:nvPr/>
          </p:nvSpPr>
          <p:spPr bwMode="auto">
            <a:xfrm>
              <a:off x="753665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Line 56"/>
            <p:cNvSpPr>
              <a:spLocks noChangeShapeType="1"/>
            </p:cNvSpPr>
            <p:nvPr/>
          </p:nvSpPr>
          <p:spPr bwMode="auto">
            <a:xfrm>
              <a:off x="150493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55"/>
            <p:cNvSpPr>
              <a:spLocks noChangeShapeType="1"/>
            </p:cNvSpPr>
            <p:nvPr/>
          </p:nvSpPr>
          <p:spPr bwMode="auto">
            <a:xfrm>
              <a:off x="635000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8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35" grpId="0"/>
      <p:bldP spid="80936" grpId="0"/>
      <p:bldP spid="80937" grpId="0"/>
      <p:bldP spid="809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21507" name="Text Box 55"/>
          <p:cNvSpPr>
            <a:spLocks noGrp="1" noChangeArrowheads="1"/>
          </p:cNvSpPr>
          <p:nvPr>
            <p:ph idx="1"/>
          </p:nvPr>
        </p:nvSpPr>
        <p:spPr>
          <a:xfrm>
            <a:off x="633413" y="450850"/>
            <a:ext cx="2667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ffectLst/>
                <a:latin typeface="Georgia" panose="02040502050405020303" pitchFamily="18" charset="0"/>
              </a:rPr>
              <a:t>第二种：快速扩展</a:t>
            </a:r>
            <a:endParaRPr lang="zh-CN" altLang="en-US" sz="2400" b="1">
              <a:effectLst/>
              <a:latin typeface="Georgia" panose="02040502050405020303" pitchFamily="18" charset="0"/>
            </a:endParaRPr>
          </a:p>
        </p:txBody>
      </p:sp>
      <p:sp>
        <p:nvSpPr>
          <p:cNvPr id="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96113" y="63023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7BAAD82-E885-4AC1-849C-E458F0BD4691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40196" y="4545281"/>
            <a:ext cx="1752600" cy="1158875"/>
            <a:chOff x="192" y="1680"/>
            <a:chExt cx="1104" cy="730"/>
          </a:xfrm>
        </p:grpSpPr>
        <p:sp>
          <p:nvSpPr>
            <p:cNvPr id="21577" name="Rectangle 4"/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78" name="Text Box 5"/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21579" name="Text Box 6"/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21580" name="Text Box 7"/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21581" name="Line 8"/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2" name="Line 9"/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3" name="Text Box 10"/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  <p:sp>
          <p:nvSpPr>
            <p:cNvPr id="21584" name="Line 11"/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2702396" y="4545281"/>
            <a:ext cx="1752600" cy="1158875"/>
            <a:chOff x="192" y="1680"/>
            <a:chExt cx="1104" cy="730"/>
          </a:xfrm>
        </p:grpSpPr>
        <p:sp>
          <p:nvSpPr>
            <p:cNvPr id="21569" name="Rectangle 13"/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70" name="Text Box 14"/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21571" name="Text Box 15"/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21572" name="Text Box 16"/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21573" name="Line 17"/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4" name="Line 18"/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5" name="Text Box 19"/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  <p:sp>
          <p:nvSpPr>
            <p:cNvPr id="21576" name="Line 20"/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4912196" y="4545281"/>
            <a:ext cx="1752600" cy="1158875"/>
            <a:chOff x="192" y="1680"/>
            <a:chExt cx="1104" cy="730"/>
          </a:xfrm>
        </p:grpSpPr>
        <p:sp>
          <p:nvSpPr>
            <p:cNvPr id="21561" name="Rectangle 22"/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62" name="Text Box 23"/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21563" name="Text Box 24"/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21564" name="Text Box 25"/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21565" name="Line 26"/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6" name="Line 27"/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7" name="Text Box 28"/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  <p:sp>
          <p:nvSpPr>
            <p:cNvPr id="21568" name="Line 29"/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0"/>
          <p:cNvGrpSpPr/>
          <p:nvPr/>
        </p:nvGrpSpPr>
        <p:grpSpPr bwMode="auto">
          <a:xfrm>
            <a:off x="7274396" y="4545281"/>
            <a:ext cx="1752600" cy="1158875"/>
            <a:chOff x="192" y="1680"/>
            <a:chExt cx="1104" cy="730"/>
          </a:xfrm>
        </p:grpSpPr>
        <p:sp>
          <p:nvSpPr>
            <p:cNvPr id="21553" name="Rectangle 31"/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54" name="Text Box 32"/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sp>
          <p:nvSpPr>
            <p:cNvPr id="21555" name="Text Box 33"/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  <a:endParaRPr lang="en-US" altLang="zh-CN" sz="2000"/>
            </a:p>
          </p:txBody>
        </p:sp>
        <p:sp>
          <p:nvSpPr>
            <p:cNvPr id="21556" name="Text Box 34"/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21557" name="Line 35"/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8" name="Line 36"/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9" name="Text Box 37"/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  <p:sp>
          <p:nvSpPr>
            <p:cNvPr id="21560" name="Line 38"/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39"/>
          <p:cNvGrpSpPr/>
          <p:nvPr/>
        </p:nvGrpSpPr>
        <p:grpSpPr bwMode="auto">
          <a:xfrm>
            <a:off x="2016596" y="4164281"/>
            <a:ext cx="5257800" cy="838200"/>
            <a:chOff x="1248" y="1440"/>
            <a:chExt cx="3312" cy="528"/>
          </a:xfrm>
        </p:grpSpPr>
        <p:grpSp>
          <p:nvGrpSpPr>
            <p:cNvPr id="21544" name="Group 40"/>
            <p:cNvGrpSpPr/>
            <p:nvPr/>
          </p:nvGrpSpPr>
          <p:grpSpPr bwMode="auto">
            <a:xfrm>
              <a:off x="1296" y="1872"/>
              <a:ext cx="384" cy="96"/>
              <a:chOff x="1296" y="1872"/>
              <a:chExt cx="384" cy="96"/>
            </a:xfrm>
          </p:grpSpPr>
          <p:sp>
            <p:nvSpPr>
              <p:cNvPr id="21551" name="Line 41"/>
              <p:cNvSpPr>
                <a:spLocks noChangeShapeType="1"/>
              </p:cNvSpPr>
              <p:nvPr/>
            </p:nvSpPr>
            <p:spPr bwMode="auto">
              <a:xfrm flipV="1">
                <a:off x="1296" y="187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2" name="Line 42"/>
              <p:cNvSpPr>
                <a:spLocks noChangeShapeType="1"/>
              </p:cNvSpPr>
              <p:nvPr/>
            </p:nvSpPr>
            <p:spPr bwMode="auto">
              <a:xfrm>
                <a:off x="1296" y="187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45" name="Line 43"/>
            <p:cNvSpPr>
              <a:spLocks noChangeShapeType="1"/>
            </p:cNvSpPr>
            <p:nvPr/>
          </p:nvSpPr>
          <p:spPr bwMode="auto">
            <a:xfrm flipV="1">
              <a:off x="1296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Line 44"/>
            <p:cNvSpPr>
              <a:spLocks noChangeShapeType="1"/>
            </p:cNvSpPr>
            <p:nvPr/>
          </p:nvSpPr>
          <p:spPr bwMode="auto">
            <a:xfrm>
              <a:off x="1296" y="1488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7" name="Line 45"/>
            <p:cNvSpPr>
              <a:spLocks noChangeShapeType="1"/>
            </p:cNvSpPr>
            <p:nvPr/>
          </p:nvSpPr>
          <p:spPr bwMode="auto">
            <a:xfrm>
              <a:off x="3072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8" name="Line 46"/>
            <p:cNvSpPr>
              <a:spLocks noChangeShapeType="1"/>
            </p:cNvSpPr>
            <p:nvPr/>
          </p:nvSpPr>
          <p:spPr bwMode="auto">
            <a:xfrm>
              <a:off x="4560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9" name="Oval 47"/>
            <p:cNvSpPr>
              <a:spLocks noChangeArrowheads="1"/>
            </p:cNvSpPr>
            <p:nvPr/>
          </p:nvSpPr>
          <p:spPr bwMode="auto">
            <a:xfrm>
              <a:off x="1248" y="18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50" name="Oval 48"/>
            <p:cNvSpPr>
              <a:spLocks noChangeArrowheads="1"/>
            </p:cNvSpPr>
            <p:nvPr/>
          </p:nvSpPr>
          <p:spPr bwMode="auto">
            <a:xfrm>
              <a:off x="3024" y="14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49"/>
          <p:cNvGrpSpPr/>
          <p:nvPr/>
        </p:nvGrpSpPr>
        <p:grpSpPr bwMode="auto">
          <a:xfrm>
            <a:off x="4454996" y="5002481"/>
            <a:ext cx="457200" cy="228600"/>
            <a:chOff x="2784" y="1968"/>
            <a:chExt cx="288" cy="144"/>
          </a:xfrm>
        </p:grpSpPr>
        <p:sp>
          <p:nvSpPr>
            <p:cNvPr id="21542" name="Line 50"/>
            <p:cNvSpPr>
              <a:spLocks noChangeShapeType="1"/>
            </p:cNvSpPr>
            <p:nvPr/>
          </p:nvSpPr>
          <p:spPr bwMode="auto">
            <a:xfrm>
              <a:off x="2784" y="19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3" name="Line 51"/>
            <p:cNvSpPr>
              <a:spLocks noChangeShapeType="1"/>
            </p:cNvSpPr>
            <p:nvPr/>
          </p:nvSpPr>
          <p:spPr bwMode="auto">
            <a:xfrm>
              <a:off x="2784" y="21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52"/>
          <p:cNvGrpSpPr/>
          <p:nvPr/>
        </p:nvGrpSpPr>
        <p:grpSpPr bwMode="auto">
          <a:xfrm>
            <a:off x="6664796" y="5002481"/>
            <a:ext cx="609600" cy="228600"/>
            <a:chOff x="4176" y="1968"/>
            <a:chExt cx="384" cy="144"/>
          </a:xfrm>
        </p:grpSpPr>
        <p:sp>
          <p:nvSpPr>
            <p:cNvPr id="21540" name="Line 53"/>
            <p:cNvSpPr>
              <a:spLocks noChangeShapeType="1"/>
            </p:cNvSpPr>
            <p:nvPr/>
          </p:nvSpPr>
          <p:spPr bwMode="auto">
            <a:xfrm>
              <a:off x="4176" y="19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1" name="Line 54"/>
            <p:cNvSpPr>
              <a:spLocks noChangeShapeType="1"/>
            </p:cNvSpPr>
            <p:nvPr/>
          </p:nvSpPr>
          <p:spPr bwMode="auto">
            <a:xfrm>
              <a:off x="4176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6552" name="Text Box 56"/>
          <p:cNvSpPr txBox="1">
            <a:spLocks noChangeArrowheads="1"/>
          </p:cNvSpPr>
          <p:nvPr/>
        </p:nvSpPr>
        <p:spPr bwMode="auto">
          <a:xfrm>
            <a:off x="1025996" y="477388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6553" name="Text Box 57"/>
          <p:cNvSpPr txBox="1">
            <a:spLocks noChangeArrowheads="1"/>
          </p:cNvSpPr>
          <p:nvPr/>
        </p:nvSpPr>
        <p:spPr bwMode="auto">
          <a:xfrm>
            <a:off x="3388196" y="477388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6554" name="Text Box 58"/>
          <p:cNvSpPr txBox="1">
            <a:spLocks noChangeArrowheads="1"/>
          </p:cNvSpPr>
          <p:nvPr/>
        </p:nvSpPr>
        <p:spPr bwMode="auto">
          <a:xfrm>
            <a:off x="5521796" y="477388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III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6555" name="Text Box 59"/>
          <p:cNvSpPr txBox="1">
            <a:spLocks noChangeArrowheads="1"/>
          </p:cNvSpPr>
          <p:nvPr/>
        </p:nvSpPr>
        <p:spPr bwMode="auto">
          <a:xfrm>
            <a:off x="7807796" y="477388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IV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746557" name="Rectangle 61"/>
          <p:cNvSpPr>
            <a:spLocks noChangeArrowheads="1"/>
          </p:cNvSpPr>
          <p:nvPr/>
        </p:nvSpPr>
        <p:spPr bwMode="auto">
          <a:xfrm>
            <a:off x="644996" y="4148406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0</a:t>
            </a:r>
            <a:r>
              <a:rPr lang="en-US" altLang="zh-CN" sz="2000"/>
              <a:t>Q</a:t>
            </a:r>
            <a:r>
              <a:rPr lang="en-US" altLang="zh-CN" sz="2400" baseline="-25000"/>
              <a:t>1</a:t>
            </a:r>
            <a:r>
              <a:rPr lang="en-US" altLang="zh-CN" sz="2000"/>
              <a:t>Q</a:t>
            </a:r>
            <a:r>
              <a:rPr lang="en-US" altLang="zh-CN" sz="2400" baseline="-25000"/>
              <a:t>2</a:t>
            </a:r>
            <a:r>
              <a:rPr lang="en-US" altLang="zh-CN" sz="2000"/>
              <a:t>Q</a:t>
            </a:r>
            <a:r>
              <a:rPr lang="en-US" altLang="zh-CN" sz="2400" baseline="-25000"/>
              <a:t>3</a:t>
            </a:r>
            <a:endParaRPr lang="en-US" altLang="zh-CN" sz="2400" baseline="-25000"/>
          </a:p>
        </p:txBody>
      </p:sp>
      <p:sp>
        <p:nvSpPr>
          <p:cNvPr id="746558" name="Rectangle 62"/>
          <p:cNvSpPr>
            <a:spLocks noChangeArrowheads="1"/>
          </p:cNvSpPr>
          <p:nvPr/>
        </p:nvSpPr>
        <p:spPr bwMode="auto">
          <a:xfrm>
            <a:off x="2930996" y="4164281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4</a:t>
            </a:r>
            <a:r>
              <a:rPr lang="en-US" altLang="zh-CN" sz="2000"/>
              <a:t>Q</a:t>
            </a:r>
            <a:r>
              <a:rPr lang="en-US" altLang="zh-CN" sz="2400" baseline="-25000"/>
              <a:t>5</a:t>
            </a:r>
            <a:r>
              <a:rPr lang="en-US" altLang="zh-CN" sz="2000"/>
              <a:t>Q</a:t>
            </a:r>
            <a:r>
              <a:rPr lang="en-US" altLang="zh-CN" sz="2400" baseline="-25000"/>
              <a:t>6</a:t>
            </a:r>
            <a:r>
              <a:rPr lang="en-US" altLang="zh-CN" sz="2000"/>
              <a:t>Q</a:t>
            </a:r>
            <a:r>
              <a:rPr lang="en-US" altLang="zh-CN" sz="2400" baseline="-25000"/>
              <a:t>7</a:t>
            </a:r>
            <a:endParaRPr lang="en-US" altLang="zh-CN" sz="2400" baseline="-25000"/>
          </a:p>
        </p:txBody>
      </p:sp>
      <p:sp>
        <p:nvSpPr>
          <p:cNvPr id="746559" name="Rectangle 63"/>
          <p:cNvSpPr>
            <a:spLocks noChangeArrowheads="1"/>
          </p:cNvSpPr>
          <p:nvPr/>
        </p:nvSpPr>
        <p:spPr bwMode="auto">
          <a:xfrm>
            <a:off x="5020146" y="4164281"/>
            <a:ext cx="1568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8</a:t>
            </a:r>
            <a:r>
              <a:rPr lang="en-US" altLang="zh-CN" sz="2000"/>
              <a:t>Q</a:t>
            </a:r>
            <a:r>
              <a:rPr lang="en-US" altLang="zh-CN" sz="2400" baseline="-25000"/>
              <a:t>9</a:t>
            </a:r>
            <a:r>
              <a:rPr lang="en-US" altLang="zh-CN" sz="2000"/>
              <a:t>Q</a:t>
            </a:r>
            <a:r>
              <a:rPr lang="en-US" altLang="zh-CN" sz="2400" baseline="-25000"/>
              <a:t>10</a:t>
            </a:r>
            <a:r>
              <a:rPr lang="en-US" altLang="zh-CN" sz="2000"/>
              <a:t>Q</a:t>
            </a:r>
            <a:r>
              <a:rPr lang="en-US" altLang="zh-CN" sz="2400" baseline="-25000"/>
              <a:t>11</a:t>
            </a:r>
            <a:endParaRPr lang="en-US" altLang="zh-CN" sz="2400" baseline="-25000"/>
          </a:p>
        </p:txBody>
      </p:sp>
      <p:sp>
        <p:nvSpPr>
          <p:cNvPr id="746560" name="Rectangle 64"/>
          <p:cNvSpPr>
            <a:spLocks noChangeArrowheads="1"/>
          </p:cNvSpPr>
          <p:nvPr/>
        </p:nvSpPr>
        <p:spPr bwMode="auto">
          <a:xfrm>
            <a:off x="7236296" y="4164281"/>
            <a:ext cx="179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12</a:t>
            </a:r>
            <a:r>
              <a:rPr lang="en-US" altLang="zh-CN" sz="2000"/>
              <a:t>Q</a:t>
            </a:r>
            <a:r>
              <a:rPr lang="en-US" altLang="zh-CN" sz="2400" baseline="-25000"/>
              <a:t>13</a:t>
            </a:r>
            <a:r>
              <a:rPr lang="en-US" altLang="zh-CN" sz="2000"/>
              <a:t>Q</a:t>
            </a:r>
            <a:r>
              <a:rPr lang="en-US" altLang="zh-CN" sz="2400" baseline="-25000"/>
              <a:t>14</a:t>
            </a:r>
            <a:r>
              <a:rPr lang="en-US" altLang="zh-CN" sz="2000"/>
              <a:t>Q</a:t>
            </a:r>
            <a:r>
              <a:rPr lang="en-US" altLang="zh-CN" sz="2400" baseline="-25000"/>
              <a:t>15</a:t>
            </a:r>
            <a:endParaRPr lang="en-US" altLang="zh-CN" sz="2400" baseline="-25000"/>
          </a:p>
        </p:txBody>
      </p:sp>
      <p:sp>
        <p:nvSpPr>
          <p:cNvPr id="746563" name="Rectangle 67"/>
          <p:cNvSpPr>
            <a:spLocks noChangeArrowheads="1"/>
          </p:cNvSpPr>
          <p:nvPr/>
        </p:nvSpPr>
        <p:spPr bwMode="auto">
          <a:xfrm>
            <a:off x="2092796" y="5062806"/>
            <a:ext cx="641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“1”</a:t>
            </a:r>
            <a:endParaRPr lang="en-US" altLang="zh-CN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46564" name="Rectangle 68"/>
          <p:cNvSpPr>
            <a:spLocks noChangeArrowheads="1"/>
          </p:cNvSpPr>
          <p:nvPr/>
        </p:nvSpPr>
        <p:spPr bwMode="auto">
          <a:xfrm>
            <a:off x="35396" y="4834206"/>
            <a:ext cx="641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“1”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0" name="Group 69"/>
          <p:cNvGrpSpPr/>
          <p:nvPr/>
        </p:nvGrpSpPr>
        <p:grpSpPr bwMode="auto">
          <a:xfrm>
            <a:off x="340196" y="5672406"/>
            <a:ext cx="7772400" cy="473075"/>
            <a:chOff x="192" y="2160"/>
            <a:chExt cx="4896" cy="298"/>
          </a:xfrm>
        </p:grpSpPr>
        <p:grpSp>
          <p:nvGrpSpPr>
            <p:cNvPr id="21530" name="Group 70"/>
            <p:cNvGrpSpPr/>
            <p:nvPr/>
          </p:nvGrpSpPr>
          <p:grpSpPr bwMode="auto">
            <a:xfrm>
              <a:off x="192" y="2170"/>
              <a:ext cx="4896" cy="288"/>
              <a:chOff x="192" y="2400"/>
              <a:chExt cx="4560" cy="288"/>
            </a:xfrm>
          </p:grpSpPr>
          <p:sp>
            <p:nvSpPr>
              <p:cNvPr id="21532" name="Line 71"/>
              <p:cNvSpPr>
                <a:spLocks noChangeShapeType="1"/>
              </p:cNvSpPr>
              <p:nvPr/>
            </p:nvSpPr>
            <p:spPr bwMode="auto">
              <a:xfrm>
                <a:off x="192" y="2640"/>
                <a:ext cx="45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3" name="Line 72"/>
              <p:cNvSpPr>
                <a:spLocks noChangeShapeType="1"/>
              </p:cNvSpPr>
              <p:nvPr/>
            </p:nvSpPr>
            <p:spPr bwMode="auto">
              <a:xfrm flipV="1">
                <a:off x="4752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4" name="Line 73"/>
              <p:cNvSpPr>
                <a:spLocks noChangeShapeType="1"/>
              </p:cNvSpPr>
              <p:nvPr/>
            </p:nvSpPr>
            <p:spPr bwMode="auto">
              <a:xfrm flipV="1">
                <a:off x="3456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5" name="Line 74"/>
              <p:cNvSpPr>
                <a:spLocks noChangeShapeType="1"/>
              </p:cNvSpPr>
              <p:nvPr/>
            </p:nvSpPr>
            <p:spPr bwMode="auto">
              <a:xfrm flipV="1">
                <a:off x="2160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6" name="Line 75"/>
              <p:cNvSpPr>
                <a:spLocks noChangeShapeType="1"/>
              </p:cNvSpPr>
              <p:nvPr/>
            </p:nvSpPr>
            <p:spPr bwMode="auto">
              <a:xfrm flipV="1">
                <a:off x="864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7" name="Oval 76"/>
              <p:cNvSpPr>
                <a:spLocks noChangeArrowheads="1"/>
              </p:cNvSpPr>
              <p:nvPr/>
            </p:nvSpPr>
            <p:spPr bwMode="auto">
              <a:xfrm>
                <a:off x="816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8" name="Oval 77"/>
              <p:cNvSpPr>
                <a:spLocks noChangeArrowheads="1"/>
              </p:cNvSpPr>
              <p:nvPr/>
            </p:nvSpPr>
            <p:spPr bwMode="auto">
              <a:xfrm>
                <a:off x="2112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9" name="Oval 78"/>
              <p:cNvSpPr>
                <a:spLocks noChangeArrowheads="1"/>
              </p:cNvSpPr>
              <p:nvPr/>
            </p:nvSpPr>
            <p:spPr bwMode="auto">
              <a:xfrm>
                <a:off x="3408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31" name="Rectangle 79"/>
            <p:cNvSpPr>
              <a:spLocks noChangeArrowheads="1"/>
            </p:cNvSpPr>
            <p:nvPr/>
          </p:nvSpPr>
          <p:spPr bwMode="auto">
            <a:xfrm>
              <a:off x="192" y="2160"/>
              <a:ext cx="3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</p:grpSp>
      <p:sp>
        <p:nvSpPr>
          <p:cNvPr id="746578" name="Text Box 82"/>
          <p:cNvSpPr txBox="1">
            <a:spLocks noChangeArrowheads="1"/>
          </p:cNvSpPr>
          <p:nvPr/>
        </p:nvSpPr>
        <p:spPr bwMode="auto">
          <a:xfrm>
            <a:off x="481013" y="908050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76250" indent="-4762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分析产生进位的条件：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）当所有低位片的输出都为</a:t>
            </a:r>
            <a:r>
              <a:rPr lang="zh-CN" altLang="en-US" sz="2400" b="1" dirty="0">
                <a:latin typeface="Georgia" panose="02040502050405020303" pitchFamily="18" charset="0"/>
              </a:rPr>
              <a:t>“</a:t>
            </a:r>
            <a:r>
              <a:rPr lang="en-US" altLang="zh-CN" sz="2400" b="1" dirty="0">
                <a:latin typeface="宋体" panose="02010600030101010101" pitchFamily="2" charset="-122"/>
              </a:rPr>
              <a:t>1111</a:t>
            </a:r>
            <a:r>
              <a:rPr lang="en-US" altLang="zh-CN" sz="2400" b="1" dirty="0">
                <a:latin typeface="Georgia" panose="02040502050405020303" pitchFamily="18" charset="0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且在来一个约定时钟时，本片才计数一次。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46579" name="Rectangle 83"/>
          <p:cNvSpPr>
            <a:spLocks noChangeArrowheads="1"/>
          </p:cNvSpPr>
          <p:nvPr/>
        </p:nvSpPr>
        <p:spPr bwMode="auto">
          <a:xfrm>
            <a:off x="481013" y="2051050"/>
            <a:ext cx="8382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）要想大家同时进位，计数器需要再增加一个控制端</a:t>
            </a:r>
            <a:r>
              <a:rPr lang="en-US" altLang="zh-CN" sz="2400" b="1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，配合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宋体" panose="02010600030101010101" pitchFamily="2" charset="-122"/>
              </a:rPr>
              <a:t>一齐使用，</a:t>
            </a:r>
            <a:r>
              <a:rPr lang="en-US" altLang="zh-CN" sz="2400" b="1" dirty="0">
                <a:latin typeface="宋体" panose="02010600030101010101" pitchFamily="2" charset="-122"/>
              </a:rPr>
              <a:t>P=0</a:t>
            </a:r>
            <a:r>
              <a:rPr lang="zh-CN" altLang="en-US" sz="2400" b="1" dirty="0">
                <a:latin typeface="宋体" panose="02010600030101010101" pitchFamily="2" charset="-122"/>
              </a:rPr>
              <a:t>时，本片保持。只有当</a:t>
            </a:r>
            <a:r>
              <a:rPr lang="en-US" altLang="zh-CN" sz="2400" b="1" dirty="0">
                <a:latin typeface="宋体" panose="02010600030101010101" pitchFamily="2" charset="-122"/>
              </a:rPr>
              <a:t>P=</a:t>
            </a:r>
            <a:r>
              <a:rPr lang="en-US" altLang="zh-CN" sz="2400" b="1" dirty="0">
                <a:latin typeface="Georgia" panose="02040502050405020303" pitchFamily="18" charset="0"/>
              </a:rPr>
              <a:t>“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且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宋体" panose="02010600030101010101" pitchFamily="2" charset="-122"/>
              </a:rPr>
              <a:t>＝</a:t>
            </a:r>
            <a:r>
              <a:rPr lang="zh-CN" altLang="en-US" sz="2400" b="1" dirty="0">
                <a:latin typeface="Georgia" panose="02040502050405020303" pitchFamily="18" charset="0"/>
              </a:rPr>
              <a:t>”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时，本片才计数。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46580" name="Rectangle 84"/>
          <p:cNvSpPr>
            <a:spLocks noChangeArrowheads="1"/>
          </p:cNvSpPr>
          <p:nvPr/>
        </p:nvSpPr>
        <p:spPr bwMode="auto">
          <a:xfrm>
            <a:off x="492596" y="3280043"/>
            <a:ext cx="8077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）最低位片的</a:t>
            </a:r>
            <a:r>
              <a:rPr lang="en-US" altLang="zh-CN" sz="2400" b="1" dirty="0">
                <a:latin typeface="宋体" panose="02010600030101010101" pitchFamily="2" charset="-122"/>
              </a:rPr>
              <a:t>RC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相连，当最低位片有进位且本片的上一个</a:t>
            </a:r>
            <a:r>
              <a:rPr lang="en-US" altLang="zh-CN" sz="2400" b="1" dirty="0">
                <a:latin typeface="宋体" panose="02010600030101010101" pitchFamily="2" charset="-122"/>
              </a:rPr>
              <a:t>RC</a:t>
            </a:r>
            <a:r>
              <a:rPr lang="zh-CN" altLang="en-US" sz="2400" b="1" dirty="0">
                <a:latin typeface="宋体" panose="02010600030101010101" pitchFamily="2" charset="-122"/>
              </a:rPr>
              <a:t>也为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时，本片进位。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4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4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4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4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4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4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4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4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4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4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4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52" grpId="0" autoUpdateAnimBg="0"/>
      <p:bldP spid="746553" grpId="0" autoUpdateAnimBg="0"/>
      <p:bldP spid="746554" grpId="0" autoUpdateAnimBg="0"/>
      <p:bldP spid="746555" grpId="0" autoUpdateAnimBg="0"/>
      <p:bldP spid="746557" grpId="0" autoUpdateAnimBg="0"/>
      <p:bldP spid="746558" grpId="0" autoUpdateAnimBg="0"/>
      <p:bldP spid="746559" grpId="0" autoUpdateAnimBg="0"/>
      <p:bldP spid="746560" grpId="0" autoUpdateAnimBg="0"/>
      <p:bldP spid="746563" grpId="0" autoUpdateAnimBg="0"/>
      <p:bldP spid="746564" grpId="0" autoUpdateAnimBg="0"/>
      <p:bldP spid="746578" grpId="0" autoUpdateAnimBg="0"/>
      <p:bldP spid="746579" grpId="0" autoUpdateAnimBg="0"/>
      <p:bldP spid="74658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5DF45D79-685B-4296-BA70-C1881BBD3363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47582" name="Text Box 62"/>
          <p:cNvSpPr txBox="1">
            <a:spLocks noChangeArrowheads="1"/>
          </p:cNvSpPr>
          <p:nvPr/>
        </p:nvSpPr>
        <p:spPr bwMode="auto">
          <a:xfrm>
            <a:off x="228600" y="4533900"/>
            <a:ext cx="8610600" cy="89535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特点：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）最低位片的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RC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连接所有其他片的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端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）扩展中使用了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端，计数频率可以很高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2533" name="Group 81"/>
          <p:cNvGrpSpPr/>
          <p:nvPr/>
        </p:nvGrpSpPr>
        <p:grpSpPr bwMode="auto">
          <a:xfrm>
            <a:off x="76200" y="2438400"/>
            <a:ext cx="8991600" cy="1997075"/>
            <a:chOff x="48" y="1248"/>
            <a:chExt cx="5664" cy="1258"/>
          </a:xfrm>
        </p:grpSpPr>
        <p:grpSp>
          <p:nvGrpSpPr>
            <p:cNvPr id="22535" name="Group 6"/>
            <p:cNvGrpSpPr/>
            <p:nvPr/>
          </p:nvGrpSpPr>
          <p:grpSpPr bwMode="auto">
            <a:xfrm>
              <a:off x="240" y="1498"/>
              <a:ext cx="1104" cy="730"/>
              <a:chOff x="192" y="1680"/>
              <a:chExt cx="1104" cy="730"/>
            </a:xfrm>
          </p:grpSpPr>
          <p:sp>
            <p:nvSpPr>
              <p:cNvPr id="22600" name="Rectangle 7"/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1" name="Text Box 8"/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22602" name="Text Box 9"/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22603" name="Text Box 10"/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22604" name="Line 11"/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05" name="Line 12"/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06" name="Text Box 13"/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  <a:endParaRPr lang="en-US" altLang="zh-CN" sz="2000"/>
              </a:p>
            </p:txBody>
          </p:sp>
          <p:sp>
            <p:nvSpPr>
              <p:cNvPr id="22607" name="Line 14"/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6" name="Group 15"/>
            <p:cNvGrpSpPr/>
            <p:nvPr/>
          </p:nvGrpSpPr>
          <p:grpSpPr bwMode="auto">
            <a:xfrm>
              <a:off x="1728" y="1498"/>
              <a:ext cx="1104" cy="730"/>
              <a:chOff x="192" y="1680"/>
              <a:chExt cx="1104" cy="730"/>
            </a:xfrm>
          </p:grpSpPr>
          <p:sp>
            <p:nvSpPr>
              <p:cNvPr id="22592" name="Rectangle 16"/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3" name="Text Box 17"/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22594" name="Text Box 18"/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22595" name="Text Box 19"/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22596" name="Line 20"/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7" name="Line 21"/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8" name="Text Box 22"/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  <a:endParaRPr lang="en-US" altLang="zh-CN" sz="2000"/>
              </a:p>
            </p:txBody>
          </p:sp>
          <p:sp>
            <p:nvSpPr>
              <p:cNvPr id="22599" name="Line 23"/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7" name="Group 24"/>
            <p:cNvGrpSpPr/>
            <p:nvPr/>
          </p:nvGrpSpPr>
          <p:grpSpPr bwMode="auto">
            <a:xfrm>
              <a:off x="3120" y="1498"/>
              <a:ext cx="1104" cy="730"/>
              <a:chOff x="192" y="1680"/>
              <a:chExt cx="1104" cy="730"/>
            </a:xfrm>
          </p:grpSpPr>
          <p:sp>
            <p:nvSpPr>
              <p:cNvPr id="22584" name="Rectangle 25"/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85" name="Text Box 26"/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22586" name="Text Box 27"/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22587" name="Text Box 28"/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22588" name="Line 29"/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9" name="Line 30"/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0" name="Text Box 31"/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  <a:endParaRPr lang="en-US" altLang="zh-CN" sz="2000"/>
              </a:p>
            </p:txBody>
          </p:sp>
          <p:sp>
            <p:nvSpPr>
              <p:cNvPr id="22591" name="Line 32"/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8" name="Group 33"/>
            <p:cNvGrpSpPr/>
            <p:nvPr/>
          </p:nvGrpSpPr>
          <p:grpSpPr bwMode="auto">
            <a:xfrm>
              <a:off x="4608" y="1498"/>
              <a:ext cx="1104" cy="730"/>
              <a:chOff x="192" y="1680"/>
              <a:chExt cx="1104" cy="730"/>
            </a:xfrm>
          </p:grpSpPr>
          <p:sp>
            <p:nvSpPr>
              <p:cNvPr id="22576" name="Rectangle 34"/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77" name="Text Box 35"/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22578" name="Text Box 36"/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  <p:sp>
            <p:nvSpPr>
              <p:cNvPr id="22579" name="Text Box 37"/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22580" name="Line 38"/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1" name="Line 39"/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2" name="Text Box 40"/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  <a:endParaRPr lang="en-US" altLang="zh-CN" sz="2000"/>
              </a:p>
            </p:txBody>
          </p:sp>
          <p:sp>
            <p:nvSpPr>
              <p:cNvPr id="22583" name="Line 41"/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9" name="Group 42"/>
            <p:cNvGrpSpPr/>
            <p:nvPr/>
          </p:nvGrpSpPr>
          <p:grpSpPr bwMode="auto">
            <a:xfrm>
              <a:off x="1296" y="1258"/>
              <a:ext cx="3312" cy="528"/>
              <a:chOff x="1248" y="1440"/>
              <a:chExt cx="3312" cy="528"/>
            </a:xfrm>
          </p:grpSpPr>
          <p:grpSp>
            <p:nvGrpSpPr>
              <p:cNvPr id="22567" name="Group 43"/>
              <p:cNvGrpSpPr/>
              <p:nvPr/>
            </p:nvGrpSpPr>
            <p:grpSpPr bwMode="auto">
              <a:xfrm>
                <a:off x="1296" y="1872"/>
                <a:ext cx="384" cy="96"/>
                <a:chOff x="1296" y="1872"/>
                <a:chExt cx="384" cy="96"/>
              </a:xfrm>
            </p:grpSpPr>
            <p:sp>
              <p:nvSpPr>
                <p:cNvPr id="22574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1296" y="187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75" name="Line 45"/>
                <p:cNvSpPr>
                  <a:spLocks noChangeShapeType="1"/>
                </p:cNvSpPr>
                <p:nvPr/>
              </p:nvSpPr>
              <p:spPr bwMode="auto">
                <a:xfrm>
                  <a:off x="1296" y="1872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568" name="Line 46"/>
              <p:cNvSpPr>
                <a:spLocks noChangeShapeType="1"/>
              </p:cNvSpPr>
              <p:nvPr/>
            </p:nvSpPr>
            <p:spPr bwMode="auto">
              <a:xfrm flipV="1">
                <a:off x="1296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9" name="Line 47"/>
              <p:cNvSpPr>
                <a:spLocks noChangeShapeType="1"/>
              </p:cNvSpPr>
              <p:nvPr/>
            </p:nvSpPr>
            <p:spPr bwMode="auto">
              <a:xfrm>
                <a:off x="1296" y="1488"/>
                <a:ext cx="32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0" name="Line 48"/>
              <p:cNvSpPr>
                <a:spLocks noChangeShapeType="1"/>
              </p:cNvSpPr>
              <p:nvPr/>
            </p:nvSpPr>
            <p:spPr bwMode="auto">
              <a:xfrm>
                <a:off x="3072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1" name="Line 49"/>
              <p:cNvSpPr>
                <a:spLocks noChangeShapeType="1"/>
              </p:cNvSpPr>
              <p:nvPr/>
            </p:nvSpPr>
            <p:spPr bwMode="auto">
              <a:xfrm>
                <a:off x="4560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2" name="Oval 50"/>
              <p:cNvSpPr>
                <a:spLocks noChangeArrowheads="1"/>
              </p:cNvSpPr>
              <p:nvPr/>
            </p:nvSpPr>
            <p:spPr bwMode="auto">
              <a:xfrm>
                <a:off x="1248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73" name="Oval 51"/>
              <p:cNvSpPr>
                <a:spLocks noChangeArrowheads="1"/>
              </p:cNvSpPr>
              <p:nvPr/>
            </p:nvSpPr>
            <p:spPr bwMode="auto">
              <a:xfrm>
                <a:off x="3024" y="14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2540" name="Group 52"/>
            <p:cNvGrpSpPr/>
            <p:nvPr/>
          </p:nvGrpSpPr>
          <p:grpSpPr bwMode="auto">
            <a:xfrm>
              <a:off x="2832" y="1786"/>
              <a:ext cx="288" cy="144"/>
              <a:chOff x="2784" y="1968"/>
              <a:chExt cx="288" cy="144"/>
            </a:xfrm>
          </p:grpSpPr>
          <p:sp>
            <p:nvSpPr>
              <p:cNvPr id="22565" name="Line 53"/>
              <p:cNvSpPr>
                <a:spLocks noChangeShapeType="1"/>
              </p:cNvSpPr>
              <p:nvPr/>
            </p:nvSpPr>
            <p:spPr bwMode="auto">
              <a:xfrm>
                <a:off x="2784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6" name="Line 54"/>
              <p:cNvSpPr>
                <a:spLocks noChangeShapeType="1"/>
              </p:cNvSpPr>
              <p:nvPr/>
            </p:nvSpPr>
            <p:spPr bwMode="auto">
              <a:xfrm>
                <a:off x="2784" y="211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41" name="Group 55"/>
            <p:cNvGrpSpPr/>
            <p:nvPr/>
          </p:nvGrpSpPr>
          <p:grpSpPr bwMode="auto">
            <a:xfrm>
              <a:off x="4224" y="1786"/>
              <a:ext cx="401" cy="144"/>
              <a:chOff x="4176" y="1968"/>
              <a:chExt cx="401" cy="144"/>
            </a:xfrm>
          </p:grpSpPr>
          <p:sp>
            <p:nvSpPr>
              <p:cNvPr id="22563" name="Line 56"/>
              <p:cNvSpPr>
                <a:spLocks noChangeShapeType="1"/>
              </p:cNvSpPr>
              <p:nvPr/>
            </p:nvSpPr>
            <p:spPr bwMode="auto">
              <a:xfrm>
                <a:off x="4176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4" name="Line 57"/>
              <p:cNvSpPr>
                <a:spLocks noChangeShapeType="1"/>
              </p:cNvSpPr>
              <p:nvPr/>
            </p:nvSpPr>
            <p:spPr bwMode="auto">
              <a:xfrm>
                <a:off x="4193" y="211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2542" name="Text Box 58"/>
            <p:cNvSpPr txBox="1">
              <a:spLocks noChangeArrowheads="1"/>
            </p:cNvSpPr>
            <p:nvPr/>
          </p:nvSpPr>
          <p:spPr bwMode="auto">
            <a:xfrm>
              <a:off x="672" y="164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22543" name="Text Box 59"/>
            <p:cNvSpPr txBox="1">
              <a:spLocks noChangeArrowheads="1"/>
            </p:cNvSpPr>
            <p:nvPr/>
          </p:nvSpPr>
          <p:spPr bwMode="auto">
            <a:xfrm>
              <a:off x="2160" y="164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22544" name="Text Box 60"/>
            <p:cNvSpPr txBox="1">
              <a:spLocks noChangeArrowheads="1"/>
            </p:cNvSpPr>
            <p:nvPr/>
          </p:nvSpPr>
          <p:spPr bwMode="auto">
            <a:xfrm>
              <a:off x="3504" y="164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III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22545" name="Text Box 61"/>
            <p:cNvSpPr txBox="1">
              <a:spLocks noChangeArrowheads="1"/>
            </p:cNvSpPr>
            <p:nvPr/>
          </p:nvSpPr>
          <p:spPr bwMode="auto">
            <a:xfrm>
              <a:off x="4944" y="164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IV</a:t>
              </a:r>
              <a:endParaRPr lang="en-US" altLang="zh-CN" sz="2800">
                <a:solidFill>
                  <a:srgbClr val="FFFF00"/>
                </a:solidFill>
              </a:endParaRPr>
            </a:p>
          </p:txBody>
        </p:sp>
        <p:sp>
          <p:nvSpPr>
            <p:cNvPr id="22546" name="Rectangle 63"/>
            <p:cNvSpPr>
              <a:spLocks noChangeArrowheads="1"/>
            </p:cNvSpPr>
            <p:nvPr/>
          </p:nvSpPr>
          <p:spPr bwMode="auto">
            <a:xfrm>
              <a:off x="432" y="1248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3</a:t>
              </a:r>
              <a:endParaRPr lang="en-US" altLang="zh-CN" sz="2400" baseline="-25000"/>
            </a:p>
          </p:txBody>
        </p:sp>
        <p:sp>
          <p:nvSpPr>
            <p:cNvPr id="22547" name="Rectangle 64"/>
            <p:cNvSpPr>
              <a:spLocks noChangeArrowheads="1"/>
            </p:cNvSpPr>
            <p:nvPr/>
          </p:nvSpPr>
          <p:spPr bwMode="auto">
            <a:xfrm>
              <a:off x="1872" y="1258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5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6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7</a:t>
              </a:r>
              <a:endParaRPr lang="en-US" altLang="zh-CN" sz="2400" baseline="-25000"/>
            </a:p>
          </p:txBody>
        </p:sp>
        <p:sp>
          <p:nvSpPr>
            <p:cNvPr id="22548" name="Rectangle 65"/>
            <p:cNvSpPr>
              <a:spLocks noChangeArrowheads="1"/>
            </p:cNvSpPr>
            <p:nvPr/>
          </p:nvSpPr>
          <p:spPr bwMode="auto">
            <a:xfrm>
              <a:off x="3188" y="1258"/>
              <a:ext cx="9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8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9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11</a:t>
              </a:r>
              <a:endParaRPr lang="en-US" altLang="zh-CN" sz="2400" baseline="-25000"/>
            </a:p>
          </p:txBody>
        </p:sp>
        <p:sp>
          <p:nvSpPr>
            <p:cNvPr id="22549" name="Rectangle 66"/>
            <p:cNvSpPr>
              <a:spLocks noChangeArrowheads="1"/>
            </p:cNvSpPr>
            <p:nvPr/>
          </p:nvSpPr>
          <p:spPr bwMode="auto">
            <a:xfrm>
              <a:off x="4584" y="1258"/>
              <a:ext cx="11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12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13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15</a:t>
              </a:r>
              <a:endParaRPr lang="en-US" altLang="zh-CN" sz="2400" baseline="-25000"/>
            </a:p>
          </p:txBody>
        </p:sp>
        <p:sp>
          <p:nvSpPr>
            <p:cNvPr id="747587" name="Rectangle 67"/>
            <p:cNvSpPr>
              <a:spLocks noChangeArrowheads="1"/>
            </p:cNvSpPr>
            <p:nvPr/>
          </p:nvSpPr>
          <p:spPr bwMode="auto">
            <a:xfrm>
              <a:off x="1344" y="1824"/>
              <a:ext cx="40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“1”</a:t>
              </a:r>
              <a:endPara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47588" name="Rectangle 68"/>
            <p:cNvSpPr>
              <a:spLocks noChangeArrowheads="1"/>
            </p:cNvSpPr>
            <p:nvPr/>
          </p:nvSpPr>
          <p:spPr bwMode="auto">
            <a:xfrm>
              <a:off x="48" y="1680"/>
              <a:ext cx="40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“1”</a:t>
              </a:r>
              <a:endPara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22552" name="Group 69"/>
            <p:cNvGrpSpPr/>
            <p:nvPr/>
          </p:nvGrpSpPr>
          <p:grpSpPr bwMode="auto">
            <a:xfrm>
              <a:off x="240" y="2208"/>
              <a:ext cx="4896" cy="298"/>
              <a:chOff x="192" y="2160"/>
              <a:chExt cx="4896" cy="298"/>
            </a:xfrm>
          </p:grpSpPr>
          <p:grpSp>
            <p:nvGrpSpPr>
              <p:cNvPr id="22553" name="Group 70"/>
              <p:cNvGrpSpPr/>
              <p:nvPr/>
            </p:nvGrpSpPr>
            <p:grpSpPr bwMode="auto">
              <a:xfrm>
                <a:off x="192" y="2170"/>
                <a:ext cx="4896" cy="288"/>
                <a:chOff x="192" y="2400"/>
                <a:chExt cx="4560" cy="288"/>
              </a:xfrm>
            </p:grpSpPr>
            <p:sp>
              <p:nvSpPr>
                <p:cNvPr id="22555" name="Line 71"/>
                <p:cNvSpPr>
                  <a:spLocks noChangeShapeType="1"/>
                </p:cNvSpPr>
                <p:nvPr/>
              </p:nvSpPr>
              <p:spPr bwMode="auto">
                <a:xfrm>
                  <a:off x="192" y="2640"/>
                  <a:ext cx="45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6" name="Line 72"/>
                <p:cNvSpPr>
                  <a:spLocks noChangeShapeType="1"/>
                </p:cNvSpPr>
                <p:nvPr/>
              </p:nvSpPr>
              <p:spPr bwMode="auto">
                <a:xfrm flipV="1">
                  <a:off x="4752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7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3456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8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2160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9" name="Line 75"/>
                <p:cNvSpPr>
                  <a:spLocks noChangeShapeType="1"/>
                </p:cNvSpPr>
                <p:nvPr/>
              </p:nvSpPr>
              <p:spPr bwMode="auto">
                <a:xfrm flipV="1">
                  <a:off x="864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60" name="Oval 76"/>
                <p:cNvSpPr>
                  <a:spLocks noChangeArrowheads="1"/>
                </p:cNvSpPr>
                <p:nvPr/>
              </p:nvSpPr>
              <p:spPr bwMode="auto">
                <a:xfrm>
                  <a:off x="816" y="25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61" name="Oval 77"/>
                <p:cNvSpPr>
                  <a:spLocks noChangeArrowheads="1"/>
                </p:cNvSpPr>
                <p:nvPr/>
              </p:nvSpPr>
              <p:spPr bwMode="auto">
                <a:xfrm>
                  <a:off x="2112" y="25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62" name="Oval 78"/>
                <p:cNvSpPr>
                  <a:spLocks noChangeArrowheads="1"/>
                </p:cNvSpPr>
                <p:nvPr/>
              </p:nvSpPr>
              <p:spPr bwMode="auto">
                <a:xfrm>
                  <a:off x="3408" y="25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554" name="Rectangle 79"/>
              <p:cNvSpPr>
                <a:spLocks noChangeArrowheads="1"/>
              </p:cNvSpPr>
              <p:nvPr/>
            </p:nvSpPr>
            <p:spPr bwMode="auto">
              <a:xfrm>
                <a:off x="192" y="2160"/>
                <a:ext cx="3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</p:grpSp>
      </p:grpSp>
      <p:sp>
        <p:nvSpPr>
          <p:cNvPr id="22534" name="Text Box 80"/>
          <p:cNvSpPr txBox="1">
            <a:spLocks noChangeArrowheads="1"/>
          </p:cNvSpPr>
          <p:nvPr/>
        </p:nvSpPr>
        <p:spPr bwMode="auto">
          <a:xfrm>
            <a:off x="381000" y="1676400"/>
            <a:ext cx="792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第二种：快速扩展，最低位片的</a:t>
            </a:r>
            <a:r>
              <a:rPr lang="en-US" altLang="zh-CN" sz="2400" b="1">
                <a:latin typeface="Georgia" panose="02040502050405020303" pitchFamily="18" charset="0"/>
              </a:rPr>
              <a:t>RC</a:t>
            </a:r>
            <a:r>
              <a:rPr lang="zh-CN" altLang="en-US" sz="2400" b="1">
                <a:latin typeface="Georgia" panose="02040502050405020303" pitchFamily="18" charset="0"/>
              </a:rPr>
              <a:t>与所有芯片的</a:t>
            </a:r>
            <a:r>
              <a:rPr lang="en-US" altLang="zh-CN" sz="2400" b="1">
                <a:latin typeface="Georgia" panose="02040502050405020303" pitchFamily="18" charset="0"/>
              </a:rPr>
              <a:t>P</a:t>
            </a:r>
            <a:r>
              <a:rPr lang="zh-CN" altLang="en-US" sz="2400" b="1">
                <a:latin typeface="Georgia" panose="02040502050405020303" pitchFamily="18" charset="0"/>
              </a:rPr>
              <a:t>端相连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6563" y="6242050"/>
            <a:ext cx="1905000" cy="457200"/>
          </a:xfrm>
          <a:ln w="25400">
            <a:prstDash val="dash"/>
          </a:ln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05A4EDC1-891C-4841-8AD7-7E351B3B7F0E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171798" y="989806"/>
            <a:ext cx="7615238" cy="298450"/>
            <a:chOff x="1117600" y="278607"/>
            <a:chExt cx="7615237" cy="299833"/>
          </a:xfrm>
        </p:grpSpPr>
        <p:cxnSp>
          <p:nvCxnSpPr>
            <p:cNvPr id="245" name="直接连接符 244"/>
            <p:cNvCxnSpPr/>
            <p:nvPr/>
          </p:nvCxnSpPr>
          <p:spPr bwMode="auto">
            <a:xfrm>
              <a:off x="1508125" y="575250"/>
              <a:ext cx="347663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 bwMode="auto">
            <a:xfrm rot="5400000">
              <a:off x="1711457" y="430919"/>
              <a:ext cx="28707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 bwMode="auto">
            <a:xfrm>
              <a:off x="1855788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 bwMode="auto">
            <a:xfrm rot="5400000">
              <a:off x="2069442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 bwMode="auto">
            <a:xfrm>
              <a:off x="2212975" y="575250"/>
              <a:ext cx="357188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 bwMode="auto">
            <a:xfrm rot="5400000">
              <a:off x="2427420" y="430919"/>
              <a:ext cx="28707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 bwMode="auto">
            <a:xfrm>
              <a:off x="2570163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 bwMode="auto">
            <a:xfrm rot="5400000">
              <a:off x="2783817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 bwMode="auto">
            <a:xfrm>
              <a:off x="2927350" y="575250"/>
              <a:ext cx="357188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 bwMode="auto">
            <a:xfrm rot="5400000">
              <a:off x="3141795" y="430919"/>
              <a:ext cx="28707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 bwMode="auto">
            <a:xfrm>
              <a:off x="3284538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 bwMode="auto">
            <a:xfrm rot="5400000">
              <a:off x="3498192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 bwMode="auto">
            <a:xfrm>
              <a:off x="3641725" y="575250"/>
              <a:ext cx="357188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 bwMode="auto">
            <a:xfrm rot="5400000">
              <a:off x="3856170" y="430919"/>
              <a:ext cx="28707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 bwMode="auto">
            <a:xfrm>
              <a:off x="3998913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 bwMode="auto">
            <a:xfrm rot="5400000">
              <a:off x="4212567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 bwMode="auto">
            <a:xfrm>
              <a:off x="1117600" y="308910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 bwMode="auto">
            <a:xfrm rot="5400000">
              <a:off x="1366180" y="434907"/>
              <a:ext cx="285479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 bwMode="auto">
            <a:xfrm>
              <a:off x="8375649" y="283392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 bwMode="auto">
            <a:xfrm rot="5400000">
              <a:off x="5024576" y="421351"/>
              <a:ext cx="28388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 bwMode="auto">
            <a:xfrm>
              <a:off x="5165724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 bwMode="auto">
            <a:xfrm rot="5400000">
              <a:off x="5380966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 bwMode="auto">
            <a:xfrm>
              <a:off x="5522912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 bwMode="auto">
            <a:xfrm rot="5400000">
              <a:off x="5738951" y="421351"/>
              <a:ext cx="28388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 bwMode="auto">
            <a:xfrm>
              <a:off x="5880099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 bwMode="auto">
            <a:xfrm rot="5400000">
              <a:off x="6095341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/>
            <p:cNvCxnSpPr/>
            <p:nvPr/>
          </p:nvCxnSpPr>
          <p:spPr bwMode="auto">
            <a:xfrm>
              <a:off x="6237287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/>
            <p:cNvCxnSpPr/>
            <p:nvPr/>
          </p:nvCxnSpPr>
          <p:spPr bwMode="auto">
            <a:xfrm rot="5400000">
              <a:off x="6453326" y="421351"/>
              <a:ext cx="28388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/>
            <p:nvPr/>
          </p:nvCxnSpPr>
          <p:spPr bwMode="auto">
            <a:xfrm>
              <a:off x="6594474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/>
            <p:cNvCxnSpPr/>
            <p:nvPr/>
          </p:nvCxnSpPr>
          <p:spPr bwMode="auto">
            <a:xfrm rot="5400000">
              <a:off x="6809716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/>
            <p:cNvCxnSpPr/>
            <p:nvPr/>
          </p:nvCxnSpPr>
          <p:spPr bwMode="auto">
            <a:xfrm>
              <a:off x="6951662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 bwMode="auto">
            <a:xfrm rot="5400000">
              <a:off x="7166907" y="420557"/>
              <a:ext cx="283884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 bwMode="auto">
            <a:xfrm>
              <a:off x="7308849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 bwMode="auto">
            <a:xfrm rot="5400000">
              <a:off x="7524091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/>
            <p:cNvCxnSpPr/>
            <p:nvPr/>
          </p:nvCxnSpPr>
          <p:spPr bwMode="auto">
            <a:xfrm>
              <a:off x="7666037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/>
            <p:nvPr/>
          </p:nvCxnSpPr>
          <p:spPr bwMode="auto">
            <a:xfrm rot="5400000">
              <a:off x="7880488" y="421351"/>
              <a:ext cx="28388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/>
            <p:cNvCxnSpPr/>
            <p:nvPr/>
          </p:nvCxnSpPr>
          <p:spPr bwMode="auto">
            <a:xfrm>
              <a:off x="8023224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/>
            <p:cNvCxnSpPr/>
            <p:nvPr/>
          </p:nvCxnSpPr>
          <p:spPr bwMode="auto">
            <a:xfrm rot="5400000">
              <a:off x="8238466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772"/>
          <p:cNvGrpSpPr/>
          <p:nvPr/>
        </p:nvGrpSpPr>
        <p:grpSpPr bwMode="auto">
          <a:xfrm>
            <a:off x="409798" y="1400969"/>
            <a:ext cx="8442325" cy="401637"/>
            <a:chOff x="357158" y="1071546"/>
            <a:chExt cx="8441592" cy="401698"/>
          </a:xfrm>
        </p:grpSpPr>
        <p:sp>
          <p:nvSpPr>
            <p:cNvPr id="23837" name="Rectangle 67"/>
            <p:cNvSpPr>
              <a:spLocks noChangeArrowheads="1"/>
            </p:cNvSpPr>
            <p:nvPr/>
          </p:nvSpPr>
          <p:spPr bwMode="auto">
            <a:xfrm>
              <a:off x="357158" y="1071546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3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2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0</a:t>
              </a:r>
              <a:endParaRPr lang="en-US" altLang="zh-CN" sz="1800" baseline="-25000"/>
            </a:p>
          </p:txBody>
        </p:sp>
        <p:grpSp>
          <p:nvGrpSpPr>
            <p:cNvPr id="23838" name="组合 335"/>
            <p:cNvGrpSpPr/>
            <p:nvPr/>
          </p:nvGrpSpPr>
          <p:grpSpPr bwMode="auto">
            <a:xfrm>
              <a:off x="1512074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37" name="直接连接符 336"/>
              <p:cNvCxnSpPr/>
              <p:nvPr/>
            </p:nvCxnSpPr>
            <p:spPr bwMode="auto">
              <a:xfrm flipV="1">
                <a:off x="7468301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接连接符 337"/>
              <p:cNvCxnSpPr/>
              <p:nvPr/>
            </p:nvCxnSpPr>
            <p:spPr bwMode="auto">
              <a:xfrm>
                <a:off x="7501636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 338"/>
              <p:cNvCxnSpPr/>
              <p:nvPr/>
            </p:nvCxnSpPr>
            <p:spPr bwMode="auto">
              <a:xfrm rot="5400000">
                <a:off x="7342079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直接连接符 339"/>
              <p:cNvCxnSpPr/>
              <p:nvPr/>
            </p:nvCxnSpPr>
            <p:spPr bwMode="auto">
              <a:xfrm rot="16200000" flipH="1">
                <a:off x="7394471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接连接符 340"/>
              <p:cNvCxnSpPr/>
              <p:nvPr/>
            </p:nvCxnSpPr>
            <p:spPr bwMode="auto">
              <a:xfrm rot="16200000" flipH="1">
                <a:off x="7984961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/>
              <p:cNvCxnSpPr/>
              <p:nvPr/>
            </p:nvCxnSpPr>
            <p:spPr bwMode="auto">
              <a:xfrm rot="5400000">
                <a:off x="8020686" y="2195497"/>
                <a:ext cx="142897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09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39" name="组合 343"/>
            <p:cNvGrpSpPr/>
            <p:nvPr/>
          </p:nvGrpSpPr>
          <p:grpSpPr bwMode="auto">
            <a:xfrm>
              <a:off x="2214546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45" name="直接连接符 344"/>
              <p:cNvCxnSpPr/>
              <p:nvPr/>
            </p:nvCxnSpPr>
            <p:spPr bwMode="auto">
              <a:xfrm flipV="1">
                <a:off x="7467443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连接符 345"/>
              <p:cNvCxnSpPr/>
              <p:nvPr/>
            </p:nvCxnSpPr>
            <p:spPr bwMode="auto">
              <a:xfrm>
                <a:off x="7500778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接连接符 346"/>
              <p:cNvCxnSpPr/>
              <p:nvPr/>
            </p:nvCxnSpPr>
            <p:spPr bwMode="auto">
              <a:xfrm rot="5400000">
                <a:off x="7341221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347"/>
              <p:cNvCxnSpPr/>
              <p:nvPr/>
            </p:nvCxnSpPr>
            <p:spPr bwMode="auto">
              <a:xfrm rot="16200000" flipH="1">
                <a:off x="7393613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直接连接符 348"/>
              <p:cNvCxnSpPr/>
              <p:nvPr/>
            </p:nvCxnSpPr>
            <p:spPr bwMode="auto">
              <a:xfrm rot="16200000" flipH="1">
                <a:off x="7984897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/>
              <p:cNvCxnSpPr/>
              <p:nvPr/>
            </p:nvCxnSpPr>
            <p:spPr bwMode="auto">
              <a:xfrm rot="5400000">
                <a:off x="8020622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02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0" name="组合 351"/>
            <p:cNvGrpSpPr/>
            <p:nvPr/>
          </p:nvGrpSpPr>
          <p:grpSpPr bwMode="auto">
            <a:xfrm>
              <a:off x="2928926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53" name="直接连接符 352"/>
              <p:cNvCxnSpPr/>
              <p:nvPr/>
            </p:nvCxnSpPr>
            <p:spPr bwMode="auto">
              <a:xfrm flipV="1">
                <a:off x="7467376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/>
              <p:cNvCxnSpPr/>
              <p:nvPr/>
            </p:nvCxnSpPr>
            <p:spPr bwMode="auto">
              <a:xfrm>
                <a:off x="7500711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/>
              <p:cNvCxnSpPr/>
              <p:nvPr/>
            </p:nvCxnSpPr>
            <p:spPr bwMode="auto">
              <a:xfrm rot="5400000">
                <a:off x="7341154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/>
              <p:cNvCxnSpPr/>
              <p:nvPr/>
            </p:nvCxnSpPr>
            <p:spPr bwMode="auto">
              <a:xfrm rot="16200000" flipH="1">
                <a:off x="7393546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直接连接符 356"/>
              <p:cNvCxnSpPr/>
              <p:nvPr/>
            </p:nvCxnSpPr>
            <p:spPr bwMode="auto">
              <a:xfrm rot="16200000" flipH="1">
                <a:off x="7984830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接连接符 357"/>
              <p:cNvCxnSpPr/>
              <p:nvPr/>
            </p:nvCxnSpPr>
            <p:spPr bwMode="auto">
              <a:xfrm rot="5400000">
                <a:off x="8020555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95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1" name="组合 359"/>
            <p:cNvGrpSpPr/>
            <p:nvPr/>
          </p:nvGrpSpPr>
          <p:grpSpPr bwMode="auto">
            <a:xfrm>
              <a:off x="3643306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61" name="直接连接符 360"/>
              <p:cNvCxnSpPr/>
              <p:nvPr/>
            </p:nvCxnSpPr>
            <p:spPr bwMode="auto">
              <a:xfrm flipV="1">
                <a:off x="7467309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接连接符 361"/>
              <p:cNvCxnSpPr/>
              <p:nvPr/>
            </p:nvCxnSpPr>
            <p:spPr bwMode="auto">
              <a:xfrm>
                <a:off x="7500644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接连接符 362"/>
              <p:cNvCxnSpPr/>
              <p:nvPr/>
            </p:nvCxnSpPr>
            <p:spPr bwMode="auto">
              <a:xfrm rot="5400000">
                <a:off x="7341087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接连接符 363"/>
              <p:cNvCxnSpPr/>
              <p:nvPr/>
            </p:nvCxnSpPr>
            <p:spPr bwMode="auto">
              <a:xfrm rot="16200000" flipH="1">
                <a:off x="7393479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接连接符 364"/>
              <p:cNvCxnSpPr/>
              <p:nvPr/>
            </p:nvCxnSpPr>
            <p:spPr bwMode="auto">
              <a:xfrm rot="16200000" flipH="1">
                <a:off x="7984763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365"/>
              <p:cNvCxnSpPr/>
              <p:nvPr/>
            </p:nvCxnSpPr>
            <p:spPr bwMode="auto">
              <a:xfrm rot="5400000">
                <a:off x="8020488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88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2" name="组合 367"/>
            <p:cNvGrpSpPr/>
            <p:nvPr/>
          </p:nvGrpSpPr>
          <p:grpSpPr bwMode="auto">
            <a:xfrm>
              <a:off x="516732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69" name="直接连接符 368"/>
              <p:cNvCxnSpPr/>
              <p:nvPr/>
            </p:nvCxnSpPr>
            <p:spPr bwMode="auto">
              <a:xfrm flipV="1">
                <a:off x="7467162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/>
              <p:cNvCxnSpPr/>
              <p:nvPr/>
            </p:nvCxnSpPr>
            <p:spPr bwMode="auto">
              <a:xfrm>
                <a:off x="7500497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370"/>
              <p:cNvCxnSpPr/>
              <p:nvPr/>
            </p:nvCxnSpPr>
            <p:spPr bwMode="auto">
              <a:xfrm rot="5400000">
                <a:off x="7340940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/>
              <p:cNvCxnSpPr/>
              <p:nvPr/>
            </p:nvCxnSpPr>
            <p:spPr bwMode="auto">
              <a:xfrm rot="16200000" flipH="1">
                <a:off x="7393332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/>
              <p:cNvCxnSpPr/>
              <p:nvPr/>
            </p:nvCxnSpPr>
            <p:spPr bwMode="auto">
              <a:xfrm rot="16200000" flipH="1">
                <a:off x="7984616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接连接符 373"/>
              <p:cNvCxnSpPr/>
              <p:nvPr/>
            </p:nvCxnSpPr>
            <p:spPr bwMode="auto">
              <a:xfrm rot="5400000">
                <a:off x="8020341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81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3" name="组合 375"/>
            <p:cNvGrpSpPr/>
            <p:nvPr/>
          </p:nvGrpSpPr>
          <p:grpSpPr bwMode="auto">
            <a:xfrm>
              <a:off x="588170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77" name="直接连接符 376"/>
              <p:cNvCxnSpPr/>
              <p:nvPr/>
            </p:nvCxnSpPr>
            <p:spPr bwMode="auto">
              <a:xfrm flipV="1">
                <a:off x="7467095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/>
              <p:cNvCxnSpPr/>
              <p:nvPr/>
            </p:nvCxnSpPr>
            <p:spPr bwMode="auto">
              <a:xfrm>
                <a:off x="7500430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/>
              <p:cNvCxnSpPr/>
              <p:nvPr/>
            </p:nvCxnSpPr>
            <p:spPr bwMode="auto">
              <a:xfrm rot="5400000">
                <a:off x="7340873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/>
              <p:cNvCxnSpPr/>
              <p:nvPr/>
            </p:nvCxnSpPr>
            <p:spPr bwMode="auto">
              <a:xfrm rot="16200000" flipH="1">
                <a:off x="7393265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/>
              <p:cNvCxnSpPr/>
              <p:nvPr/>
            </p:nvCxnSpPr>
            <p:spPr bwMode="auto">
              <a:xfrm rot="16200000" flipH="1">
                <a:off x="7984549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/>
              <p:cNvCxnSpPr/>
              <p:nvPr/>
            </p:nvCxnSpPr>
            <p:spPr bwMode="auto">
              <a:xfrm rot="5400000">
                <a:off x="8020274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74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4" name="组合 383"/>
            <p:cNvGrpSpPr/>
            <p:nvPr/>
          </p:nvGrpSpPr>
          <p:grpSpPr bwMode="auto">
            <a:xfrm>
              <a:off x="659608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85" name="直接连接符 384"/>
              <p:cNvCxnSpPr/>
              <p:nvPr/>
            </p:nvCxnSpPr>
            <p:spPr bwMode="auto">
              <a:xfrm flipV="1">
                <a:off x="7467028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/>
              <p:cNvCxnSpPr/>
              <p:nvPr/>
            </p:nvCxnSpPr>
            <p:spPr bwMode="auto">
              <a:xfrm>
                <a:off x="7500363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/>
              <p:cNvCxnSpPr/>
              <p:nvPr/>
            </p:nvCxnSpPr>
            <p:spPr bwMode="auto">
              <a:xfrm rot="5400000">
                <a:off x="7340806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/>
              <p:cNvCxnSpPr/>
              <p:nvPr/>
            </p:nvCxnSpPr>
            <p:spPr bwMode="auto">
              <a:xfrm rot="16200000" flipH="1">
                <a:off x="7393198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/>
              <p:cNvCxnSpPr/>
              <p:nvPr/>
            </p:nvCxnSpPr>
            <p:spPr bwMode="auto">
              <a:xfrm rot="16200000" flipH="1">
                <a:off x="7984482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/>
              <p:cNvCxnSpPr/>
              <p:nvPr/>
            </p:nvCxnSpPr>
            <p:spPr bwMode="auto">
              <a:xfrm rot="5400000">
                <a:off x="8020207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67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5" name="组合 391"/>
            <p:cNvGrpSpPr/>
            <p:nvPr/>
          </p:nvGrpSpPr>
          <p:grpSpPr bwMode="auto">
            <a:xfrm>
              <a:off x="731046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93" name="直接连接符 392"/>
              <p:cNvCxnSpPr/>
              <p:nvPr/>
            </p:nvCxnSpPr>
            <p:spPr bwMode="auto">
              <a:xfrm flipV="1">
                <a:off x="7466961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接连接符 393"/>
              <p:cNvCxnSpPr/>
              <p:nvPr/>
            </p:nvCxnSpPr>
            <p:spPr bwMode="auto">
              <a:xfrm>
                <a:off x="7500296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连接符 394"/>
              <p:cNvCxnSpPr/>
              <p:nvPr/>
            </p:nvCxnSpPr>
            <p:spPr bwMode="auto">
              <a:xfrm rot="5400000">
                <a:off x="7340739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直接连接符 395"/>
              <p:cNvCxnSpPr/>
              <p:nvPr/>
            </p:nvCxnSpPr>
            <p:spPr bwMode="auto">
              <a:xfrm rot="16200000" flipH="1">
                <a:off x="7393131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直接连接符 396"/>
              <p:cNvCxnSpPr/>
              <p:nvPr/>
            </p:nvCxnSpPr>
            <p:spPr bwMode="auto">
              <a:xfrm rot="16200000" flipH="1">
                <a:off x="7984415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接连接符 397"/>
              <p:cNvCxnSpPr/>
              <p:nvPr/>
            </p:nvCxnSpPr>
            <p:spPr bwMode="auto">
              <a:xfrm rot="5400000">
                <a:off x="8020140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60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6" name="组合 399"/>
            <p:cNvGrpSpPr/>
            <p:nvPr/>
          </p:nvGrpSpPr>
          <p:grpSpPr bwMode="auto">
            <a:xfrm>
              <a:off x="802484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401" name="直接连接符 400"/>
              <p:cNvCxnSpPr/>
              <p:nvPr/>
            </p:nvCxnSpPr>
            <p:spPr bwMode="auto">
              <a:xfrm flipV="1">
                <a:off x="7466894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/>
              <p:cNvCxnSpPr/>
              <p:nvPr/>
            </p:nvCxnSpPr>
            <p:spPr bwMode="auto">
              <a:xfrm>
                <a:off x="7500229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连接符 402"/>
              <p:cNvCxnSpPr/>
              <p:nvPr/>
            </p:nvCxnSpPr>
            <p:spPr bwMode="auto">
              <a:xfrm rot="5400000">
                <a:off x="7340672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直接连接符 403"/>
              <p:cNvCxnSpPr/>
              <p:nvPr/>
            </p:nvCxnSpPr>
            <p:spPr bwMode="auto">
              <a:xfrm rot="16200000" flipH="1">
                <a:off x="7393064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直接连接符 404"/>
              <p:cNvCxnSpPr/>
              <p:nvPr/>
            </p:nvCxnSpPr>
            <p:spPr bwMode="auto">
              <a:xfrm rot="16200000" flipH="1">
                <a:off x="7984348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/>
              <p:cNvCxnSpPr/>
              <p:nvPr/>
            </p:nvCxnSpPr>
            <p:spPr bwMode="auto">
              <a:xfrm rot="5400000">
                <a:off x="8020073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53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组合 785"/>
          <p:cNvGrpSpPr/>
          <p:nvPr/>
        </p:nvGrpSpPr>
        <p:grpSpPr bwMode="auto">
          <a:xfrm>
            <a:off x="1552798" y="900906"/>
            <a:ext cx="7240588" cy="4929188"/>
            <a:chOff x="1500166" y="500041"/>
            <a:chExt cx="7240642" cy="4929225"/>
          </a:xfrm>
        </p:grpSpPr>
        <p:cxnSp>
          <p:nvCxnSpPr>
            <p:cNvPr id="297" name="直接连接符 296"/>
            <p:cNvCxnSpPr/>
            <p:nvPr/>
          </p:nvCxnSpPr>
          <p:spPr>
            <a:xfrm rot="5400000">
              <a:off x="-927139" y="2928934"/>
              <a:ext cx="4856198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 rot="5400000">
              <a:off x="-249272" y="2963859"/>
              <a:ext cx="4929225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>
            <a:xfrm rot="5400000">
              <a:off x="500827" y="2928140"/>
              <a:ext cx="4857786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>
            <a:xfrm rot="5400000">
              <a:off x="1179488" y="2963859"/>
              <a:ext cx="4929225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>
            <a:xfrm rot="5400000">
              <a:off x="1929588" y="2928140"/>
              <a:ext cx="4857786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/>
            <p:cNvCxnSpPr/>
            <p:nvPr/>
          </p:nvCxnSpPr>
          <p:spPr>
            <a:xfrm rot="5400000">
              <a:off x="3441693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/>
            <p:nvPr/>
          </p:nvCxnSpPr>
          <p:spPr>
            <a:xfrm rot="5400000">
              <a:off x="4156074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>
            <a:xfrm rot="5400000">
              <a:off x="4870454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>
            <a:xfrm rot="5400000">
              <a:off x="5584834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/>
            <p:cNvCxnSpPr/>
            <p:nvPr/>
          </p:nvCxnSpPr>
          <p:spPr>
            <a:xfrm rot="5400000">
              <a:off x="6299215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连接符 420"/>
            <p:cNvCxnSpPr/>
            <p:nvPr/>
          </p:nvCxnSpPr>
          <p:spPr>
            <a:xfrm rot="5400000">
              <a:off x="2727313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773"/>
          <p:cNvGrpSpPr/>
          <p:nvPr/>
        </p:nvGrpSpPr>
        <p:grpSpPr bwMode="auto">
          <a:xfrm>
            <a:off x="481236" y="1829594"/>
            <a:ext cx="8358187" cy="428625"/>
            <a:chOff x="428596" y="1500174"/>
            <a:chExt cx="8358246" cy="428628"/>
          </a:xfrm>
        </p:grpSpPr>
        <p:sp>
          <p:nvSpPr>
            <p:cNvPr id="23753" name="Rectangle 67"/>
            <p:cNvSpPr>
              <a:spLocks noChangeArrowheads="1"/>
            </p:cNvSpPr>
            <p:nvPr/>
          </p:nvSpPr>
          <p:spPr bwMode="auto">
            <a:xfrm>
              <a:off x="428596" y="1500174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7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6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5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grpSp>
          <p:nvGrpSpPr>
            <p:cNvPr id="23754" name="组合 426"/>
            <p:cNvGrpSpPr/>
            <p:nvPr/>
          </p:nvGrpSpPr>
          <p:grpSpPr bwMode="auto">
            <a:xfrm>
              <a:off x="1512074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28" name="直接连接符 427"/>
              <p:cNvCxnSpPr/>
              <p:nvPr/>
            </p:nvCxnSpPr>
            <p:spPr bwMode="auto">
              <a:xfrm flipV="1">
                <a:off x="7468412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接连接符 428"/>
              <p:cNvCxnSpPr/>
              <p:nvPr/>
            </p:nvCxnSpPr>
            <p:spPr bwMode="auto">
              <a:xfrm>
                <a:off x="7501750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接连接符 429"/>
              <p:cNvCxnSpPr/>
              <p:nvPr/>
            </p:nvCxnSpPr>
            <p:spPr bwMode="auto">
              <a:xfrm rot="5400000">
                <a:off x="734220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直接连接符 430"/>
              <p:cNvCxnSpPr/>
              <p:nvPr/>
            </p:nvCxnSpPr>
            <p:spPr bwMode="auto">
              <a:xfrm rot="16200000" flipH="1">
                <a:off x="7394593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直接连接符 431"/>
              <p:cNvCxnSpPr/>
              <p:nvPr/>
            </p:nvCxnSpPr>
            <p:spPr bwMode="auto">
              <a:xfrm rot="16200000" flipH="1">
                <a:off x="7985147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直接连接符 432"/>
              <p:cNvCxnSpPr/>
              <p:nvPr/>
            </p:nvCxnSpPr>
            <p:spPr bwMode="auto">
              <a:xfrm rot="5400000">
                <a:off x="8020866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25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5" name="组合 434"/>
            <p:cNvGrpSpPr/>
            <p:nvPr/>
          </p:nvGrpSpPr>
          <p:grpSpPr bwMode="auto">
            <a:xfrm>
              <a:off x="2214546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36" name="直接连接符 435"/>
              <p:cNvCxnSpPr/>
              <p:nvPr/>
            </p:nvCxnSpPr>
            <p:spPr bwMode="auto">
              <a:xfrm flipV="1">
                <a:off x="7467620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直接连接符 436"/>
              <p:cNvCxnSpPr/>
              <p:nvPr/>
            </p:nvCxnSpPr>
            <p:spPr bwMode="auto">
              <a:xfrm>
                <a:off x="7500958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接连接符 437"/>
              <p:cNvCxnSpPr/>
              <p:nvPr/>
            </p:nvCxnSpPr>
            <p:spPr bwMode="auto">
              <a:xfrm rot="5400000">
                <a:off x="7341413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连接符 438"/>
              <p:cNvCxnSpPr/>
              <p:nvPr/>
            </p:nvCxnSpPr>
            <p:spPr bwMode="auto">
              <a:xfrm rot="16200000" flipH="1">
                <a:off x="7393801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/>
              <p:cNvCxnSpPr/>
              <p:nvPr/>
            </p:nvCxnSpPr>
            <p:spPr bwMode="auto">
              <a:xfrm rot="16200000" flipH="1">
                <a:off x="798435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直接连接符 440"/>
              <p:cNvCxnSpPr/>
              <p:nvPr/>
            </p:nvCxnSpPr>
            <p:spPr bwMode="auto">
              <a:xfrm rot="5400000">
                <a:off x="8020074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18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6" name="组合 442"/>
            <p:cNvGrpSpPr/>
            <p:nvPr/>
          </p:nvGrpSpPr>
          <p:grpSpPr bwMode="auto">
            <a:xfrm>
              <a:off x="2940834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44" name="直接连接符 443"/>
              <p:cNvCxnSpPr/>
              <p:nvPr/>
            </p:nvCxnSpPr>
            <p:spPr bwMode="auto">
              <a:xfrm flipV="1">
                <a:off x="7468412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/>
              <p:cNvCxnSpPr/>
              <p:nvPr/>
            </p:nvCxnSpPr>
            <p:spPr bwMode="auto">
              <a:xfrm>
                <a:off x="7501750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直接连接符 445"/>
              <p:cNvCxnSpPr/>
              <p:nvPr/>
            </p:nvCxnSpPr>
            <p:spPr bwMode="auto">
              <a:xfrm rot="5400000">
                <a:off x="734220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直接连接符 446"/>
              <p:cNvCxnSpPr/>
              <p:nvPr/>
            </p:nvCxnSpPr>
            <p:spPr bwMode="auto">
              <a:xfrm rot="16200000" flipH="1">
                <a:off x="7394593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接连接符 447"/>
              <p:cNvCxnSpPr/>
              <p:nvPr/>
            </p:nvCxnSpPr>
            <p:spPr bwMode="auto">
              <a:xfrm rot="16200000" flipH="1">
                <a:off x="7985147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接连接符 448"/>
              <p:cNvCxnSpPr/>
              <p:nvPr/>
            </p:nvCxnSpPr>
            <p:spPr bwMode="auto">
              <a:xfrm rot="5400000">
                <a:off x="8020866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11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7" name="组合 450"/>
            <p:cNvGrpSpPr/>
            <p:nvPr/>
          </p:nvGrpSpPr>
          <p:grpSpPr bwMode="auto">
            <a:xfrm>
              <a:off x="3643306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52" name="直接连接符 451"/>
              <p:cNvCxnSpPr/>
              <p:nvPr/>
            </p:nvCxnSpPr>
            <p:spPr bwMode="auto">
              <a:xfrm flipV="1">
                <a:off x="7467620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直接连接符 452"/>
              <p:cNvCxnSpPr/>
              <p:nvPr/>
            </p:nvCxnSpPr>
            <p:spPr bwMode="auto">
              <a:xfrm>
                <a:off x="7500958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直接连接符 453"/>
              <p:cNvCxnSpPr/>
              <p:nvPr/>
            </p:nvCxnSpPr>
            <p:spPr bwMode="auto">
              <a:xfrm rot="5400000">
                <a:off x="7341413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直接连接符 454"/>
              <p:cNvCxnSpPr/>
              <p:nvPr/>
            </p:nvCxnSpPr>
            <p:spPr bwMode="auto">
              <a:xfrm rot="16200000" flipH="1">
                <a:off x="7393801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直接连接符 455"/>
              <p:cNvCxnSpPr/>
              <p:nvPr/>
            </p:nvCxnSpPr>
            <p:spPr bwMode="auto">
              <a:xfrm rot="16200000" flipH="1">
                <a:off x="798435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直接连接符 456"/>
              <p:cNvCxnSpPr/>
              <p:nvPr/>
            </p:nvCxnSpPr>
            <p:spPr bwMode="auto">
              <a:xfrm rot="5400000">
                <a:off x="8020074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04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8" name="组合 458"/>
            <p:cNvGrpSpPr/>
            <p:nvPr/>
          </p:nvGrpSpPr>
          <p:grpSpPr bwMode="auto">
            <a:xfrm>
              <a:off x="515541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60" name="直接连接符 459"/>
              <p:cNvCxnSpPr/>
              <p:nvPr/>
            </p:nvCxnSpPr>
            <p:spPr bwMode="auto">
              <a:xfrm flipV="1">
                <a:off x="7468412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直接连接符 460"/>
              <p:cNvCxnSpPr/>
              <p:nvPr/>
            </p:nvCxnSpPr>
            <p:spPr bwMode="auto">
              <a:xfrm>
                <a:off x="7501749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直接连接符 461"/>
              <p:cNvCxnSpPr/>
              <p:nvPr/>
            </p:nvCxnSpPr>
            <p:spPr bwMode="auto">
              <a:xfrm rot="5400000">
                <a:off x="7342204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直接连接符 462"/>
              <p:cNvCxnSpPr/>
              <p:nvPr/>
            </p:nvCxnSpPr>
            <p:spPr bwMode="auto">
              <a:xfrm rot="16200000" flipH="1">
                <a:off x="7394593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接连接符 463"/>
              <p:cNvCxnSpPr/>
              <p:nvPr/>
            </p:nvCxnSpPr>
            <p:spPr bwMode="auto">
              <a:xfrm rot="16200000" flipH="1">
                <a:off x="798514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接连接符 464"/>
              <p:cNvCxnSpPr/>
              <p:nvPr/>
            </p:nvCxnSpPr>
            <p:spPr bwMode="auto">
              <a:xfrm rot="5400000">
                <a:off x="8020865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97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9" name="组合 466"/>
            <p:cNvGrpSpPr/>
            <p:nvPr/>
          </p:nvGrpSpPr>
          <p:grpSpPr bwMode="auto">
            <a:xfrm>
              <a:off x="586979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68" name="直接连接符 467"/>
              <p:cNvCxnSpPr/>
              <p:nvPr/>
            </p:nvCxnSpPr>
            <p:spPr bwMode="auto">
              <a:xfrm flipV="1">
                <a:off x="7468412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连接符 468"/>
              <p:cNvCxnSpPr/>
              <p:nvPr/>
            </p:nvCxnSpPr>
            <p:spPr bwMode="auto">
              <a:xfrm>
                <a:off x="7501749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接连接符 469"/>
              <p:cNvCxnSpPr/>
              <p:nvPr/>
            </p:nvCxnSpPr>
            <p:spPr bwMode="auto">
              <a:xfrm rot="5400000">
                <a:off x="7342204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接连接符 470"/>
              <p:cNvCxnSpPr/>
              <p:nvPr/>
            </p:nvCxnSpPr>
            <p:spPr bwMode="auto">
              <a:xfrm rot="16200000" flipH="1">
                <a:off x="7394593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连接符 471"/>
              <p:cNvCxnSpPr/>
              <p:nvPr/>
            </p:nvCxnSpPr>
            <p:spPr bwMode="auto">
              <a:xfrm rot="16200000" flipH="1">
                <a:off x="798514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接连接符 472"/>
              <p:cNvCxnSpPr/>
              <p:nvPr/>
            </p:nvCxnSpPr>
            <p:spPr bwMode="auto">
              <a:xfrm rot="5400000">
                <a:off x="8020865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90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60" name="组合 474"/>
            <p:cNvGrpSpPr/>
            <p:nvPr/>
          </p:nvGrpSpPr>
          <p:grpSpPr bwMode="auto">
            <a:xfrm>
              <a:off x="6596080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76" name="直接连接符 475"/>
              <p:cNvCxnSpPr/>
              <p:nvPr/>
            </p:nvCxnSpPr>
            <p:spPr bwMode="auto">
              <a:xfrm flipV="1">
                <a:off x="7467617" y="1928744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接连接符 476"/>
              <p:cNvCxnSpPr/>
              <p:nvPr/>
            </p:nvCxnSpPr>
            <p:spPr bwMode="auto">
              <a:xfrm>
                <a:off x="7500955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连接符 477"/>
              <p:cNvCxnSpPr/>
              <p:nvPr/>
            </p:nvCxnSpPr>
            <p:spPr bwMode="auto">
              <a:xfrm rot="5400000">
                <a:off x="7341409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接连接符 478"/>
              <p:cNvCxnSpPr/>
              <p:nvPr/>
            </p:nvCxnSpPr>
            <p:spPr bwMode="auto">
              <a:xfrm rot="16200000" flipH="1">
                <a:off x="7393798" y="2178778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接连接符 479"/>
              <p:cNvCxnSpPr/>
              <p:nvPr/>
            </p:nvCxnSpPr>
            <p:spPr bwMode="auto">
              <a:xfrm rot="16200000" flipH="1">
                <a:off x="7985145" y="2016058"/>
                <a:ext cx="214315" cy="396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接连接符 480"/>
              <p:cNvCxnSpPr/>
              <p:nvPr/>
            </p:nvCxnSpPr>
            <p:spPr bwMode="auto">
              <a:xfrm rot="5400000">
                <a:off x="8020865" y="2194653"/>
                <a:ext cx="142876" cy="396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83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61" name="组合 482"/>
            <p:cNvGrpSpPr/>
            <p:nvPr/>
          </p:nvGrpSpPr>
          <p:grpSpPr bwMode="auto">
            <a:xfrm>
              <a:off x="729855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84" name="直接连接符 483"/>
              <p:cNvCxnSpPr/>
              <p:nvPr/>
            </p:nvCxnSpPr>
            <p:spPr bwMode="auto">
              <a:xfrm flipV="1">
                <a:off x="7468412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直接连接符 484"/>
              <p:cNvCxnSpPr/>
              <p:nvPr/>
            </p:nvCxnSpPr>
            <p:spPr bwMode="auto">
              <a:xfrm>
                <a:off x="7501749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直接连接符 485"/>
              <p:cNvCxnSpPr/>
              <p:nvPr/>
            </p:nvCxnSpPr>
            <p:spPr bwMode="auto">
              <a:xfrm rot="5400000">
                <a:off x="7342204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直接连接符 486"/>
              <p:cNvCxnSpPr/>
              <p:nvPr/>
            </p:nvCxnSpPr>
            <p:spPr bwMode="auto">
              <a:xfrm rot="16200000" flipH="1">
                <a:off x="7394593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直接连接符 487"/>
              <p:cNvCxnSpPr/>
              <p:nvPr/>
            </p:nvCxnSpPr>
            <p:spPr bwMode="auto">
              <a:xfrm rot="16200000" flipH="1">
                <a:off x="798514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直接连接符 488"/>
              <p:cNvCxnSpPr/>
              <p:nvPr/>
            </p:nvCxnSpPr>
            <p:spPr bwMode="auto">
              <a:xfrm rot="5400000">
                <a:off x="8020865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76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62" name="组合 490"/>
            <p:cNvGrpSpPr/>
            <p:nvPr/>
          </p:nvGrpSpPr>
          <p:grpSpPr bwMode="auto">
            <a:xfrm>
              <a:off x="801293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92" name="直接连接符 491"/>
              <p:cNvCxnSpPr/>
              <p:nvPr/>
            </p:nvCxnSpPr>
            <p:spPr bwMode="auto">
              <a:xfrm flipV="1">
                <a:off x="7468413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直接连接符 492"/>
              <p:cNvCxnSpPr/>
              <p:nvPr/>
            </p:nvCxnSpPr>
            <p:spPr bwMode="auto">
              <a:xfrm>
                <a:off x="7501750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直接连接符 493"/>
              <p:cNvCxnSpPr/>
              <p:nvPr/>
            </p:nvCxnSpPr>
            <p:spPr bwMode="auto">
              <a:xfrm rot="5400000">
                <a:off x="734220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直接连接符 494"/>
              <p:cNvCxnSpPr/>
              <p:nvPr/>
            </p:nvCxnSpPr>
            <p:spPr bwMode="auto">
              <a:xfrm rot="16200000" flipH="1">
                <a:off x="7394594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直接连接符 495"/>
              <p:cNvCxnSpPr/>
              <p:nvPr/>
            </p:nvCxnSpPr>
            <p:spPr bwMode="auto">
              <a:xfrm rot="16200000" flipH="1">
                <a:off x="7985146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直接连接符 496"/>
              <p:cNvCxnSpPr/>
              <p:nvPr/>
            </p:nvCxnSpPr>
            <p:spPr bwMode="auto">
              <a:xfrm rot="5400000">
                <a:off x="8020866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69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5" name="组合 774"/>
          <p:cNvGrpSpPr/>
          <p:nvPr/>
        </p:nvGrpSpPr>
        <p:grpSpPr bwMode="auto">
          <a:xfrm>
            <a:off x="266923" y="2234406"/>
            <a:ext cx="8561388" cy="523875"/>
            <a:chOff x="214282" y="1905648"/>
            <a:chExt cx="8560652" cy="523220"/>
          </a:xfrm>
        </p:grpSpPr>
        <p:sp>
          <p:nvSpPr>
            <p:cNvPr id="23679" name="Rectangle 67"/>
            <p:cNvSpPr>
              <a:spLocks noChangeArrowheads="1"/>
            </p:cNvSpPr>
            <p:nvPr/>
          </p:nvSpPr>
          <p:spPr bwMode="auto">
            <a:xfrm>
              <a:off x="214282" y="1916660"/>
              <a:ext cx="14287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11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10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9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8</a:t>
              </a:r>
              <a:endParaRPr lang="en-US" altLang="zh-CN" sz="1800" baseline="-25000"/>
            </a:p>
          </p:txBody>
        </p:sp>
        <p:sp>
          <p:nvSpPr>
            <p:cNvPr id="23680" name="TextBox 424"/>
            <p:cNvSpPr txBox="1">
              <a:spLocks noChangeArrowheads="1"/>
            </p:cNvSpPr>
            <p:nvPr/>
          </p:nvSpPr>
          <p:spPr bwMode="auto">
            <a:xfrm>
              <a:off x="4357686" y="1905648"/>
              <a:ext cx="1071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……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3681" name="组合 498"/>
            <p:cNvGrpSpPr/>
            <p:nvPr/>
          </p:nvGrpSpPr>
          <p:grpSpPr bwMode="auto">
            <a:xfrm>
              <a:off x="1500166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00" name="直接连接符 499"/>
              <p:cNvCxnSpPr/>
              <p:nvPr/>
            </p:nvCxnSpPr>
            <p:spPr bwMode="auto">
              <a:xfrm flipV="1">
                <a:off x="7467497" y="1929344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直接连接符 500"/>
              <p:cNvCxnSpPr/>
              <p:nvPr/>
            </p:nvCxnSpPr>
            <p:spPr bwMode="auto">
              <a:xfrm>
                <a:off x="7500832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直接连接符 501"/>
              <p:cNvCxnSpPr/>
              <p:nvPr/>
            </p:nvCxnSpPr>
            <p:spPr bwMode="auto">
              <a:xfrm rot="5400000">
                <a:off x="7341426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直接连接符 502"/>
              <p:cNvCxnSpPr/>
              <p:nvPr/>
            </p:nvCxnSpPr>
            <p:spPr bwMode="auto">
              <a:xfrm rot="16200000" flipH="1">
                <a:off x="7393767" y="2179020"/>
                <a:ext cx="142696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直接连接符 503"/>
              <p:cNvCxnSpPr/>
              <p:nvPr/>
            </p:nvCxnSpPr>
            <p:spPr bwMode="auto">
              <a:xfrm rot="16200000" flipH="1">
                <a:off x="7985103" y="2016523"/>
                <a:ext cx="214044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直接连接符 504"/>
              <p:cNvCxnSpPr/>
              <p:nvPr/>
            </p:nvCxnSpPr>
            <p:spPr bwMode="auto">
              <a:xfrm rot="5400000">
                <a:off x="8020776" y="2194894"/>
                <a:ext cx="14269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52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2" name="组合 506"/>
            <p:cNvGrpSpPr/>
            <p:nvPr/>
          </p:nvGrpSpPr>
          <p:grpSpPr bwMode="auto">
            <a:xfrm>
              <a:off x="2202638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08" name="直接连接符 507"/>
              <p:cNvCxnSpPr/>
              <p:nvPr/>
            </p:nvCxnSpPr>
            <p:spPr bwMode="auto">
              <a:xfrm flipV="1">
                <a:off x="7468228" y="1929344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直接连接符 508"/>
              <p:cNvCxnSpPr/>
              <p:nvPr/>
            </p:nvCxnSpPr>
            <p:spPr bwMode="auto">
              <a:xfrm>
                <a:off x="7501562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/>
              <p:cNvCxnSpPr/>
              <p:nvPr/>
            </p:nvCxnSpPr>
            <p:spPr bwMode="auto">
              <a:xfrm rot="5400000">
                <a:off x="7342157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直接连接符 510"/>
              <p:cNvCxnSpPr/>
              <p:nvPr/>
            </p:nvCxnSpPr>
            <p:spPr bwMode="auto">
              <a:xfrm rot="16200000" flipH="1">
                <a:off x="7394498" y="2179020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直接连接符 511"/>
              <p:cNvCxnSpPr/>
              <p:nvPr/>
            </p:nvCxnSpPr>
            <p:spPr bwMode="auto">
              <a:xfrm rot="16200000" flipH="1">
                <a:off x="7985039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直接连接符 512"/>
              <p:cNvCxnSpPr/>
              <p:nvPr/>
            </p:nvCxnSpPr>
            <p:spPr bwMode="auto">
              <a:xfrm rot="5400000">
                <a:off x="8020712" y="2195688"/>
                <a:ext cx="14269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45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3" name="组合 514"/>
            <p:cNvGrpSpPr/>
            <p:nvPr/>
          </p:nvGrpSpPr>
          <p:grpSpPr bwMode="auto">
            <a:xfrm>
              <a:off x="2928926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16" name="直接连接符 515"/>
              <p:cNvCxnSpPr/>
              <p:nvPr/>
            </p:nvCxnSpPr>
            <p:spPr bwMode="auto">
              <a:xfrm flipV="1">
                <a:off x="7467365" y="1929344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直接连接符 516"/>
              <p:cNvCxnSpPr/>
              <p:nvPr/>
            </p:nvCxnSpPr>
            <p:spPr bwMode="auto">
              <a:xfrm>
                <a:off x="7500700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直接连接符 517"/>
              <p:cNvCxnSpPr/>
              <p:nvPr/>
            </p:nvCxnSpPr>
            <p:spPr bwMode="auto">
              <a:xfrm rot="5400000">
                <a:off x="7341294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直接连接符 518"/>
              <p:cNvCxnSpPr/>
              <p:nvPr/>
            </p:nvCxnSpPr>
            <p:spPr bwMode="auto">
              <a:xfrm rot="16200000" flipH="1">
                <a:off x="7393635" y="2179020"/>
                <a:ext cx="142696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直接连接符 519"/>
              <p:cNvCxnSpPr/>
              <p:nvPr/>
            </p:nvCxnSpPr>
            <p:spPr bwMode="auto">
              <a:xfrm rot="16200000" flipH="1">
                <a:off x="7984971" y="2016523"/>
                <a:ext cx="214044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直接连接符 520"/>
              <p:cNvCxnSpPr/>
              <p:nvPr/>
            </p:nvCxnSpPr>
            <p:spPr bwMode="auto">
              <a:xfrm rot="5400000">
                <a:off x="8020644" y="2194894"/>
                <a:ext cx="14269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38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4" name="组合 522"/>
            <p:cNvGrpSpPr/>
            <p:nvPr/>
          </p:nvGrpSpPr>
          <p:grpSpPr bwMode="auto">
            <a:xfrm>
              <a:off x="3631398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24" name="直接连接符 523"/>
              <p:cNvCxnSpPr/>
              <p:nvPr/>
            </p:nvCxnSpPr>
            <p:spPr bwMode="auto">
              <a:xfrm flipV="1">
                <a:off x="7468095" y="1929344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接连接符 524"/>
              <p:cNvCxnSpPr/>
              <p:nvPr/>
            </p:nvCxnSpPr>
            <p:spPr bwMode="auto">
              <a:xfrm>
                <a:off x="7501429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接连接符 525"/>
              <p:cNvCxnSpPr/>
              <p:nvPr/>
            </p:nvCxnSpPr>
            <p:spPr bwMode="auto">
              <a:xfrm rot="5400000">
                <a:off x="7342024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接连接符 526"/>
              <p:cNvCxnSpPr/>
              <p:nvPr/>
            </p:nvCxnSpPr>
            <p:spPr bwMode="auto">
              <a:xfrm rot="16200000" flipH="1">
                <a:off x="7394365" y="2179020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直接连接符 527"/>
              <p:cNvCxnSpPr/>
              <p:nvPr/>
            </p:nvCxnSpPr>
            <p:spPr bwMode="auto">
              <a:xfrm rot="16200000" flipH="1">
                <a:off x="7984906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接连接符 528"/>
              <p:cNvCxnSpPr/>
              <p:nvPr/>
            </p:nvCxnSpPr>
            <p:spPr bwMode="auto">
              <a:xfrm rot="5400000">
                <a:off x="8020579" y="2195688"/>
                <a:ext cx="14269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31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5" name="组合 530"/>
            <p:cNvGrpSpPr/>
            <p:nvPr/>
          </p:nvGrpSpPr>
          <p:grpSpPr bwMode="auto">
            <a:xfrm>
              <a:off x="514350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32" name="直接连接符 531"/>
              <p:cNvCxnSpPr/>
              <p:nvPr/>
            </p:nvCxnSpPr>
            <p:spPr bwMode="auto">
              <a:xfrm flipV="1">
                <a:off x="7467159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接连接符 532"/>
              <p:cNvCxnSpPr/>
              <p:nvPr/>
            </p:nvCxnSpPr>
            <p:spPr bwMode="auto">
              <a:xfrm>
                <a:off x="7500493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接连接符 533"/>
              <p:cNvCxnSpPr/>
              <p:nvPr/>
            </p:nvCxnSpPr>
            <p:spPr bwMode="auto">
              <a:xfrm rot="5400000">
                <a:off x="7341087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接连接符 534"/>
              <p:cNvCxnSpPr/>
              <p:nvPr/>
            </p:nvCxnSpPr>
            <p:spPr bwMode="auto">
              <a:xfrm rot="16200000" flipH="1">
                <a:off x="7393429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直接连接符 535"/>
              <p:cNvCxnSpPr/>
              <p:nvPr/>
            </p:nvCxnSpPr>
            <p:spPr bwMode="auto">
              <a:xfrm rot="16200000" flipH="1">
                <a:off x="7984763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直接连接符 536"/>
              <p:cNvCxnSpPr/>
              <p:nvPr/>
            </p:nvCxnSpPr>
            <p:spPr bwMode="auto">
              <a:xfrm rot="5400000">
                <a:off x="8020437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24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6" name="组合 538"/>
            <p:cNvGrpSpPr/>
            <p:nvPr/>
          </p:nvGrpSpPr>
          <p:grpSpPr bwMode="auto">
            <a:xfrm>
              <a:off x="585788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40" name="直接连接符 539"/>
              <p:cNvCxnSpPr/>
              <p:nvPr/>
            </p:nvCxnSpPr>
            <p:spPr bwMode="auto">
              <a:xfrm flipV="1">
                <a:off x="7467093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/>
              <p:cNvCxnSpPr/>
              <p:nvPr/>
            </p:nvCxnSpPr>
            <p:spPr bwMode="auto">
              <a:xfrm>
                <a:off x="7500427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直接连接符 541"/>
              <p:cNvCxnSpPr/>
              <p:nvPr/>
            </p:nvCxnSpPr>
            <p:spPr bwMode="auto">
              <a:xfrm rot="5400000">
                <a:off x="7341021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接连接符 542"/>
              <p:cNvCxnSpPr/>
              <p:nvPr/>
            </p:nvCxnSpPr>
            <p:spPr bwMode="auto">
              <a:xfrm rot="16200000" flipH="1">
                <a:off x="7393363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直接连接符 543"/>
              <p:cNvCxnSpPr/>
              <p:nvPr/>
            </p:nvCxnSpPr>
            <p:spPr bwMode="auto">
              <a:xfrm rot="16200000" flipH="1">
                <a:off x="7984697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接连接符 544"/>
              <p:cNvCxnSpPr/>
              <p:nvPr/>
            </p:nvCxnSpPr>
            <p:spPr bwMode="auto">
              <a:xfrm rot="5400000">
                <a:off x="8020371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17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7" name="组合 546"/>
            <p:cNvGrpSpPr/>
            <p:nvPr/>
          </p:nvGrpSpPr>
          <p:grpSpPr bwMode="auto">
            <a:xfrm>
              <a:off x="6584172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48" name="直接连接符 547"/>
              <p:cNvCxnSpPr/>
              <p:nvPr/>
            </p:nvCxnSpPr>
            <p:spPr bwMode="auto">
              <a:xfrm flipV="1">
                <a:off x="7467817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直接连接符 548"/>
              <p:cNvCxnSpPr/>
              <p:nvPr/>
            </p:nvCxnSpPr>
            <p:spPr bwMode="auto">
              <a:xfrm>
                <a:off x="7501151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直接连接符 549"/>
              <p:cNvCxnSpPr/>
              <p:nvPr/>
            </p:nvCxnSpPr>
            <p:spPr bwMode="auto">
              <a:xfrm rot="5400000">
                <a:off x="7341745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直接连接符 550"/>
              <p:cNvCxnSpPr/>
              <p:nvPr/>
            </p:nvCxnSpPr>
            <p:spPr bwMode="auto">
              <a:xfrm rot="16200000" flipH="1">
                <a:off x="7394087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直接连接符 551"/>
              <p:cNvCxnSpPr/>
              <p:nvPr/>
            </p:nvCxnSpPr>
            <p:spPr bwMode="auto">
              <a:xfrm rot="16200000" flipH="1">
                <a:off x="7984627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接连接符 552"/>
              <p:cNvCxnSpPr/>
              <p:nvPr/>
            </p:nvCxnSpPr>
            <p:spPr bwMode="auto">
              <a:xfrm rot="5400000">
                <a:off x="8020301" y="2195665"/>
                <a:ext cx="14269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10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8" name="组合 554"/>
            <p:cNvGrpSpPr/>
            <p:nvPr/>
          </p:nvGrpSpPr>
          <p:grpSpPr bwMode="auto">
            <a:xfrm>
              <a:off x="728664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56" name="直接连接符 555"/>
              <p:cNvCxnSpPr/>
              <p:nvPr/>
            </p:nvCxnSpPr>
            <p:spPr bwMode="auto">
              <a:xfrm flipV="1">
                <a:off x="7466960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直接连接符 556"/>
              <p:cNvCxnSpPr/>
              <p:nvPr/>
            </p:nvCxnSpPr>
            <p:spPr bwMode="auto">
              <a:xfrm>
                <a:off x="7500294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直接连接符 557"/>
              <p:cNvCxnSpPr/>
              <p:nvPr/>
            </p:nvCxnSpPr>
            <p:spPr bwMode="auto">
              <a:xfrm rot="5400000">
                <a:off x="7340888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直接连接符 558"/>
              <p:cNvCxnSpPr/>
              <p:nvPr/>
            </p:nvCxnSpPr>
            <p:spPr bwMode="auto">
              <a:xfrm rot="16200000" flipH="1">
                <a:off x="7393230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直接连接符 559"/>
              <p:cNvCxnSpPr/>
              <p:nvPr/>
            </p:nvCxnSpPr>
            <p:spPr bwMode="auto">
              <a:xfrm rot="16200000" flipH="1">
                <a:off x="7984564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接连接符 560"/>
              <p:cNvCxnSpPr/>
              <p:nvPr/>
            </p:nvCxnSpPr>
            <p:spPr bwMode="auto">
              <a:xfrm rot="5400000">
                <a:off x="8020238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03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9" name="组合 562"/>
            <p:cNvGrpSpPr/>
            <p:nvPr/>
          </p:nvGrpSpPr>
          <p:grpSpPr bwMode="auto">
            <a:xfrm>
              <a:off x="800102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64" name="直接连接符 563"/>
              <p:cNvCxnSpPr/>
              <p:nvPr/>
            </p:nvCxnSpPr>
            <p:spPr bwMode="auto">
              <a:xfrm flipV="1">
                <a:off x="7466894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直接连接符 564"/>
              <p:cNvCxnSpPr/>
              <p:nvPr/>
            </p:nvCxnSpPr>
            <p:spPr bwMode="auto">
              <a:xfrm>
                <a:off x="7500228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直接连接符 565"/>
              <p:cNvCxnSpPr/>
              <p:nvPr/>
            </p:nvCxnSpPr>
            <p:spPr bwMode="auto">
              <a:xfrm rot="5400000">
                <a:off x="7340822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直接连接符 566"/>
              <p:cNvCxnSpPr/>
              <p:nvPr/>
            </p:nvCxnSpPr>
            <p:spPr bwMode="auto">
              <a:xfrm rot="16200000" flipH="1">
                <a:off x="7393164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直接连接符 567"/>
              <p:cNvCxnSpPr/>
              <p:nvPr/>
            </p:nvCxnSpPr>
            <p:spPr bwMode="auto">
              <a:xfrm rot="16200000" flipH="1">
                <a:off x="7984498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直接连接符 568"/>
              <p:cNvCxnSpPr/>
              <p:nvPr/>
            </p:nvCxnSpPr>
            <p:spPr bwMode="auto">
              <a:xfrm rot="5400000">
                <a:off x="8020172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96" name="TextBox 438"/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39" name="组合 777"/>
          <p:cNvGrpSpPr/>
          <p:nvPr/>
        </p:nvGrpSpPr>
        <p:grpSpPr bwMode="auto">
          <a:xfrm>
            <a:off x="52610" y="2686844"/>
            <a:ext cx="8775701" cy="428625"/>
            <a:chOff x="0" y="2330500"/>
            <a:chExt cx="8774934" cy="428628"/>
          </a:xfrm>
        </p:grpSpPr>
        <p:grpSp>
          <p:nvGrpSpPr>
            <p:cNvPr id="23604" name="组合 775"/>
            <p:cNvGrpSpPr/>
            <p:nvPr/>
          </p:nvGrpSpPr>
          <p:grpSpPr bwMode="auto">
            <a:xfrm>
              <a:off x="0" y="2357430"/>
              <a:ext cx="4405308" cy="401698"/>
              <a:chOff x="0" y="2384360"/>
              <a:chExt cx="4405308" cy="401698"/>
            </a:xfrm>
          </p:grpSpPr>
          <p:sp>
            <p:nvSpPr>
              <p:cNvPr id="23646" name="Rectangle 67"/>
              <p:cNvSpPr>
                <a:spLocks noChangeArrowheads="1"/>
              </p:cNvSpPr>
              <p:nvPr/>
            </p:nvSpPr>
            <p:spPr bwMode="auto">
              <a:xfrm>
                <a:off x="0" y="2416726"/>
                <a:ext cx="164304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/>
                  <a:t>Q</a:t>
                </a:r>
                <a:r>
                  <a:rPr lang="en-US" altLang="zh-CN" sz="1800" baseline="-25000"/>
                  <a:t>15</a:t>
                </a:r>
                <a:r>
                  <a:rPr lang="en-US" altLang="zh-CN" sz="1800"/>
                  <a:t>Q</a:t>
                </a:r>
                <a:r>
                  <a:rPr lang="en-US" altLang="zh-CN" sz="1800" baseline="-25000"/>
                  <a:t>14</a:t>
                </a:r>
                <a:r>
                  <a:rPr lang="en-US" altLang="zh-CN" sz="1800"/>
                  <a:t>Q</a:t>
                </a:r>
                <a:r>
                  <a:rPr lang="en-US" altLang="zh-CN" sz="1800" baseline="-25000"/>
                  <a:t>13</a:t>
                </a:r>
                <a:r>
                  <a:rPr lang="en-US" altLang="zh-CN" sz="1800"/>
                  <a:t>Q</a:t>
                </a:r>
                <a:r>
                  <a:rPr lang="en-US" altLang="zh-CN" sz="1800" baseline="-25000"/>
                  <a:t>12</a:t>
                </a:r>
                <a:endParaRPr lang="en-US" altLang="zh-CN" sz="1800" baseline="-25000"/>
              </a:p>
            </p:txBody>
          </p:sp>
          <p:grpSp>
            <p:nvGrpSpPr>
              <p:cNvPr id="23647" name="组合 570"/>
              <p:cNvGrpSpPr/>
              <p:nvPr/>
            </p:nvGrpSpPr>
            <p:grpSpPr bwMode="auto">
              <a:xfrm>
                <a:off x="1500166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72" name="直接连接符 571"/>
                <p:cNvCxnSpPr/>
                <p:nvPr/>
              </p:nvCxnSpPr>
              <p:spPr bwMode="auto">
                <a:xfrm flipV="1">
                  <a:off x="7467508" y="1928802"/>
                  <a:ext cx="5746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直接连接符 572"/>
                <p:cNvCxnSpPr/>
                <p:nvPr/>
              </p:nvCxnSpPr>
              <p:spPr bwMode="auto">
                <a:xfrm>
                  <a:off x="7500843" y="2285992"/>
                  <a:ext cx="539703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直接连接符 573"/>
                <p:cNvCxnSpPr/>
                <p:nvPr/>
              </p:nvCxnSpPr>
              <p:spPr bwMode="auto">
                <a:xfrm rot="5400000">
                  <a:off x="7341303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直接连接符 574"/>
                <p:cNvCxnSpPr/>
                <p:nvPr/>
              </p:nvCxnSpPr>
              <p:spPr bwMode="auto">
                <a:xfrm rot="16200000" flipH="1">
                  <a:off x="7393688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" name="直接连接符 575"/>
                <p:cNvCxnSpPr/>
                <p:nvPr/>
              </p:nvCxnSpPr>
              <p:spPr bwMode="auto">
                <a:xfrm rot="16200000" flipH="1">
                  <a:off x="7933389" y="2035959"/>
                  <a:ext cx="21431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直接连接符 576"/>
                <p:cNvCxnSpPr/>
                <p:nvPr/>
              </p:nvCxnSpPr>
              <p:spPr bwMode="auto">
                <a:xfrm rot="5400000">
                  <a:off x="7969107" y="2214554"/>
                  <a:ext cx="14287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78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48" name="组合 578"/>
              <p:cNvGrpSpPr/>
              <p:nvPr/>
            </p:nvGrpSpPr>
            <p:grpSpPr bwMode="auto">
              <a:xfrm>
                <a:off x="2202638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80" name="直接连接符 579"/>
                <p:cNvCxnSpPr/>
                <p:nvPr/>
              </p:nvCxnSpPr>
              <p:spPr bwMode="auto">
                <a:xfrm flipV="1">
                  <a:off x="7380932" y="1928802"/>
                  <a:ext cx="69050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直接连接符 580"/>
                <p:cNvCxnSpPr/>
                <p:nvPr/>
              </p:nvCxnSpPr>
              <p:spPr bwMode="auto">
                <a:xfrm>
                  <a:off x="7414267" y="2285992"/>
                  <a:ext cx="657167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直接连接符 581"/>
                <p:cNvCxnSpPr/>
                <p:nvPr/>
              </p:nvCxnSpPr>
              <p:spPr bwMode="auto">
                <a:xfrm rot="5400000">
                  <a:off x="7254727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直接连接符 582"/>
                <p:cNvCxnSpPr/>
                <p:nvPr/>
              </p:nvCxnSpPr>
              <p:spPr bwMode="auto">
                <a:xfrm rot="16200000" flipH="1">
                  <a:off x="7307113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直接连接符 583"/>
                <p:cNvCxnSpPr/>
                <p:nvPr/>
              </p:nvCxnSpPr>
              <p:spPr bwMode="auto">
                <a:xfrm rot="16200000" flipH="1">
                  <a:off x="7984120" y="2016117"/>
                  <a:ext cx="214314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直接连接符 584"/>
                <p:cNvCxnSpPr/>
                <p:nvPr/>
              </p:nvCxnSpPr>
              <p:spPr bwMode="auto">
                <a:xfrm rot="5400000">
                  <a:off x="8019838" y="2194712"/>
                  <a:ext cx="142876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71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49" name="组合 586"/>
              <p:cNvGrpSpPr/>
              <p:nvPr/>
            </p:nvGrpSpPr>
            <p:grpSpPr bwMode="auto">
              <a:xfrm>
                <a:off x="2928926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88" name="直接连接符 587"/>
                <p:cNvCxnSpPr/>
                <p:nvPr/>
              </p:nvCxnSpPr>
              <p:spPr bwMode="auto">
                <a:xfrm flipV="1">
                  <a:off x="7467373" y="1928802"/>
                  <a:ext cx="5190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直接连接符 588"/>
                <p:cNvCxnSpPr/>
                <p:nvPr/>
              </p:nvCxnSpPr>
              <p:spPr bwMode="auto">
                <a:xfrm>
                  <a:off x="7500708" y="2285992"/>
                  <a:ext cx="485732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直接连接符 589"/>
                <p:cNvCxnSpPr/>
                <p:nvPr/>
              </p:nvCxnSpPr>
              <p:spPr bwMode="auto">
                <a:xfrm rot="5400000">
                  <a:off x="7341168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直接连接符 590"/>
                <p:cNvCxnSpPr/>
                <p:nvPr/>
              </p:nvCxnSpPr>
              <p:spPr bwMode="auto">
                <a:xfrm rot="16200000" flipH="1">
                  <a:off x="7393553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连接符 591"/>
                <p:cNvCxnSpPr/>
                <p:nvPr/>
              </p:nvCxnSpPr>
              <p:spPr bwMode="auto">
                <a:xfrm rot="16200000" flipH="1">
                  <a:off x="7898332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直接连接符 592"/>
                <p:cNvCxnSpPr/>
                <p:nvPr/>
              </p:nvCxnSpPr>
              <p:spPr bwMode="auto">
                <a:xfrm rot="5400000">
                  <a:off x="7934050" y="2195506"/>
                  <a:ext cx="142876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64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50" name="组合 594"/>
              <p:cNvGrpSpPr/>
              <p:nvPr/>
            </p:nvGrpSpPr>
            <p:grpSpPr bwMode="auto">
              <a:xfrm>
                <a:off x="3631398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96" name="直接连接符 595"/>
                <p:cNvCxnSpPr/>
                <p:nvPr/>
              </p:nvCxnSpPr>
              <p:spPr bwMode="auto">
                <a:xfrm flipV="1">
                  <a:off x="7380797" y="1928802"/>
                  <a:ext cx="69050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连接符 596"/>
                <p:cNvCxnSpPr/>
                <p:nvPr/>
              </p:nvCxnSpPr>
              <p:spPr bwMode="auto">
                <a:xfrm>
                  <a:off x="7414132" y="2285992"/>
                  <a:ext cx="657167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/>
                <p:cNvCxnSpPr/>
                <p:nvPr/>
              </p:nvCxnSpPr>
              <p:spPr bwMode="auto">
                <a:xfrm rot="5400000">
                  <a:off x="7254592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直接连接符 598"/>
                <p:cNvCxnSpPr/>
                <p:nvPr/>
              </p:nvCxnSpPr>
              <p:spPr bwMode="auto">
                <a:xfrm rot="16200000" flipH="1">
                  <a:off x="7306978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0" name="直接连接符 599"/>
                <p:cNvCxnSpPr/>
                <p:nvPr/>
              </p:nvCxnSpPr>
              <p:spPr bwMode="auto">
                <a:xfrm rot="16200000" flipH="1">
                  <a:off x="7983985" y="2016117"/>
                  <a:ext cx="214314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直接连接符 600"/>
                <p:cNvCxnSpPr/>
                <p:nvPr/>
              </p:nvCxnSpPr>
              <p:spPr bwMode="auto">
                <a:xfrm rot="5400000">
                  <a:off x="8019703" y="2194712"/>
                  <a:ext cx="142876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57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3605" name="组合 776"/>
            <p:cNvGrpSpPr/>
            <p:nvPr/>
          </p:nvGrpSpPr>
          <p:grpSpPr bwMode="auto">
            <a:xfrm>
              <a:off x="5143504" y="2330500"/>
              <a:ext cx="3631430" cy="401698"/>
              <a:chOff x="5143504" y="2357430"/>
              <a:chExt cx="3631430" cy="401698"/>
            </a:xfrm>
          </p:grpSpPr>
          <p:grpSp>
            <p:nvGrpSpPr>
              <p:cNvPr id="23606" name="组合 602"/>
              <p:cNvGrpSpPr/>
              <p:nvPr/>
            </p:nvGrpSpPr>
            <p:grpSpPr bwMode="auto">
              <a:xfrm>
                <a:off x="514350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04" name="直接连接符 603"/>
                <p:cNvCxnSpPr/>
                <p:nvPr/>
              </p:nvCxnSpPr>
              <p:spPr bwMode="auto">
                <a:xfrm flipV="1">
                  <a:off x="7467164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直接连接符 604"/>
                <p:cNvCxnSpPr/>
                <p:nvPr/>
              </p:nvCxnSpPr>
              <p:spPr bwMode="auto">
                <a:xfrm>
                  <a:off x="7500498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6" name="直接连接符 605"/>
                <p:cNvCxnSpPr/>
                <p:nvPr/>
              </p:nvCxnSpPr>
              <p:spPr bwMode="auto">
                <a:xfrm rot="5400000">
                  <a:off x="7340958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直接连接符 606"/>
                <p:cNvCxnSpPr/>
                <p:nvPr/>
              </p:nvCxnSpPr>
              <p:spPr bwMode="auto">
                <a:xfrm rot="16200000" flipH="1">
                  <a:off x="7393344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8" name="直接连接符 607"/>
                <p:cNvCxnSpPr/>
                <p:nvPr/>
              </p:nvCxnSpPr>
              <p:spPr bwMode="auto">
                <a:xfrm rot="16200000" flipH="1">
                  <a:off x="7984632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9" name="直接连接符 608"/>
                <p:cNvCxnSpPr/>
                <p:nvPr/>
              </p:nvCxnSpPr>
              <p:spPr bwMode="auto">
                <a:xfrm rot="5400000">
                  <a:off x="8020351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45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07" name="组合 610"/>
              <p:cNvGrpSpPr/>
              <p:nvPr/>
            </p:nvGrpSpPr>
            <p:grpSpPr bwMode="auto">
              <a:xfrm>
                <a:off x="585788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12" name="直接连接符 611"/>
                <p:cNvCxnSpPr/>
                <p:nvPr/>
              </p:nvCxnSpPr>
              <p:spPr bwMode="auto">
                <a:xfrm flipV="1">
                  <a:off x="7467097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3" name="直接连接符 612"/>
                <p:cNvCxnSpPr/>
                <p:nvPr/>
              </p:nvCxnSpPr>
              <p:spPr bwMode="auto">
                <a:xfrm>
                  <a:off x="7500431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4" name="直接连接符 613"/>
                <p:cNvCxnSpPr/>
                <p:nvPr/>
              </p:nvCxnSpPr>
              <p:spPr bwMode="auto">
                <a:xfrm rot="5400000">
                  <a:off x="7340891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5" name="直接连接符 614"/>
                <p:cNvCxnSpPr/>
                <p:nvPr/>
              </p:nvCxnSpPr>
              <p:spPr bwMode="auto">
                <a:xfrm rot="16200000" flipH="1">
                  <a:off x="7393277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连接符 615"/>
                <p:cNvCxnSpPr/>
                <p:nvPr/>
              </p:nvCxnSpPr>
              <p:spPr bwMode="auto">
                <a:xfrm rot="16200000" flipH="1">
                  <a:off x="7984565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连接符 616"/>
                <p:cNvCxnSpPr/>
                <p:nvPr/>
              </p:nvCxnSpPr>
              <p:spPr bwMode="auto">
                <a:xfrm rot="5400000">
                  <a:off x="8020284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38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08" name="组合 618"/>
              <p:cNvGrpSpPr/>
              <p:nvPr/>
            </p:nvGrpSpPr>
            <p:grpSpPr bwMode="auto">
              <a:xfrm>
                <a:off x="6584172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20" name="直接连接符 619"/>
                <p:cNvCxnSpPr/>
                <p:nvPr/>
              </p:nvCxnSpPr>
              <p:spPr bwMode="auto">
                <a:xfrm flipV="1">
                  <a:off x="7467820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1" name="直接连接符 620"/>
                <p:cNvCxnSpPr/>
                <p:nvPr/>
              </p:nvCxnSpPr>
              <p:spPr bwMode="auto">
                <a:xfrm>
                  <a:off x="7501154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2" name="直接连接符 621"/>
                <p:cNvCxnSpPr/>
                <p:nvPr/>
              </p:nvCxnSpPr>
              <p:spPr bwMode="auto">
                <a:xfrm rot="5400000">
                  <a:off x="7341614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直接连接符 622"/>
                <p:cNvCxnSpPr/>
                <p:nvPr/>
              </p:nvCxnSpPr>
              <p:spPr bwMode="auto">
                <a:xfrm rot="16200000" flipH="1">
                  <a:off x="7394000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直接连接符 623"/>
                <p:cNvCxnSpPr/>
                <p:nvPr/>
              </p:nvCxnSpPr>
              <p:spPr bwMode="auto">
                <a:xfrm rot="16200000" flipH="1">
                  <a:off x="7984494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5" name="直接连接符 624"/>
                <p:cNvCxnSpPr/>
                <p:nvPr/>
              </p:nvCxnSpPr>
              <p:spPr bwMode="auto">
                <a:xfrm rot="5400000">
                  <a:off x="8020213" y="2195449"/>
                  <a:ext cx="142876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31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09" name="组合 626"/>
              <p:cNvGrpSpPr/>
              <p:nvPr/>
            </p:nvGrpSpPr>
            <p:grpSpPr bwMode="auto">
              <a:xfrm>
                <a:off x="728664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28" name="直接连接符 627"/>
                <p:cNvCxnSpPr/>
                <p:nvPr/>
              </p:nvCxnSpPr>
              <p:spPr bwMode="auto">
                <a:xfrm flipV="1">
                  <a:off x="7466962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9" name="直接连接符 628"/>
                <p:cNvCxnSpPr/>
                <p:nvPr/>
              </p:nvCxnSpPr>
              <p:spPr bwMode="auto">
                <a:xfrm>
                  <a:off x="7500296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0" name="直接连接符 629"/>
                <p:cNvCxnSpPr/>
                <p:nvPr/>
              </p:nvCxnSpPr>
              <p:spPr bwMode="auto">
                <a:xfrm rot="5400000">
                  <a:off x="7340756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1" name="直接连接符 630"/>
                <p:cNvCxnSpPr/>
                <p:nvPr/>
              </p:nvCxnSpPr>
              <p:spPr bwMode="auto">
                <a:xfrm rot="16200000" flipH="1">
                  <a:off x="7393142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2" name="直接连接符 631"/>
                <p:cNvCxnSpPr/>
                <p:nvPr/>
              </p:nvCxnSpPr>
              <p:spPr bwMode="auto">
                <a:xfrm rot="16200000" flipH="1">
                  <a:off x="7984430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3" name="直接连接符 632"/>
                <p:cNvCxnSpPr/>
                <p:nvPr/>
              </p:nvCxnSpPr>
              <p:spPr bwMode="auto">
                <a:xfrm rot="5400000">
                  <a:off x="8020149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24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10" name="组合 634"/>
              <p:cNvGrpSpPr/>
              <p:nvPr/>
            </p:nvGrpSpPr>
            <p:grpSpPr bwMode="auto">
              <a:xfrm>
                <a:off x="800102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36" name="直接连接符 635"/>
                <p:cNvCxnSpPr/>
                <p:nvPr/>
              </p:nvCxnSpPr>
              <p:spPr bwMode="auto">
                <a:xfrm flipV="1">
                  <a:off x="7466895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7" name="直接连接符 636"/>
                <p:cNvCxnSpPr/>
                <p:nvPr/>
              </p:nvCxnSpPr>
              <p:spPr bwMode="auto">
                <a:xfrm>
                  <a:off x="7500229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8" name="直接连接符 637"/>
                <p:cNvCxnSpPr/>
                <p:nvPr/>
              </p:nvCxnSpPr>
              <p:spPr bwMode="auto">
                <a:xfrm rot="5400000">
                  <a:off x="7340689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直接连接符 638"/>
                <p:cNvCxnSpPr/>
                <p:nvPr/>
              </p:nvCxnSpPr>
              <p:spPr bwMode="auto">
                <a:xfrm rot="16200000" flipH="1">
                  <a:off x="7393075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直接连接符 639"/>
                <p:cNvCxnSpPr/>
                <p:nvPr/>
              </p:nvCxnSpPr>
              <p:spPr bwMode="auto">
                <a:xfrm rot="16200000" flipH="1">
                  <a:off x="7984363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1" name="直接连接符 640"/>
                <p:cNvCxnSpPr/>
                <p:nvPr/>
              </p:nvCxnSpPr>
              <p:spPr bwMode="auto">
                <a:xfrm rot="5400000">
                  <a:off x="8020082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17" name="TextBox 438"/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752" name="组合 778"/>
          <p:cNvGrpSpPr/>
          <p:nvPr/>
        </p:nvGrpSpPr>
        <p:grpSpPr bwMode="auto">
          <a:xfrm>
            <a:off x="52610" y="3186906"/>
            <a:ext cx="8728076" cy="369888"/>
            <a:chOff x="-32" y="2928934"/>
            <a:chExt cx="8727344" cy="369332"/>
          </a:xfrm>
        </p:grpSpPr>
        <p:cxnSp>
          <p:nvCxnSpPr>
            <p:cNvPr id="643" name="直接连接符 642"/>
            <p:cNvCxnSpPr/>
            <p:nvPr/>
          </p:nvCxnSpPr>
          <p:spPr>
            <a:xfrm>
              <a:off x="1428599" y="3071594"/>
              <a:ext cx="2928691" cy="158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02" name="Rectangle 67"/>
            <p:cNvSpPr>
              <a:spLocks noChangeArrowheads="1"/>
            </p:cNvSpPr>
            <p:nvPr/>
          </p:nvSpPr>
          <p:spPr bwMode="auto">
            <a:xfrm>
              <a:off x="-32" y="2928934"/>
              <a:ext cx="1643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T1,T2=“1”</a:t>
              </a:r>
              <a:endParaRPr lang="en-US" altLang="zh-CN" sz="1800" baseline="-25000"/>
            </a:p>
          </p:txBody>
        </p:sp>
        <p:cxnSp>
          <p:nvCxnSpPr>
            <p:cNvPr id="660" name="直接连接符 659"/>
            <p:cNvCxnSpPr/>
            <p:nvPr/>
          </p:nvCxnSpPr>
          <p:spPr>
            <a:xfrm>
              <a:off x="5155737" y="3071594"/>
              <a:ext cx="3571575" cy="158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3" name="组合 780"/>
          <p:cNvGrpSpPr/>
          <p:nvPr/>
        </p:nvGrpSpPr>
        <p:grpSpPr bwMode="auto">
          <a:xfrm>
            <a:off x="266923" y="4261644"/>
            <a:ext cx="8461374" cy="428625"/>
            <a:chOff x="214282" y="3784602"/>
            <a:chExt cx="8320679" cy="428628"/>
          </a:xfrm>
        </p:grpSpPr>
        <p:sp>
          <p:nvSpPr>
            <p:cNvPr id="23594" name="TextBox 427"/>
            <p:cNvSpPr txBox="1">
              <a:spLocks noChangeArrowheads="1"/>
            </p:cNvSpPr>
            <p:nvPr/>
          </p:nvSpPr>
          <p:spPr bwMode="auto">
            <a:xfrm>
              <a:off x="214282" y="3813180"/>
              <a:ext cx="114303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 dirty="0">
                  <a:latin typeface="Times New Roman" panose="02020603050405020304" pitchFamily="18" charset="0"/>
                </a:rPr>
                <a:t>II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(T3)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663" name="直接连接符 662"/>
            <p:cNvCxnSpPr/>
            <p:nvPr/>
          </p:nvCxnSpPr>
          <p:spPr>
            <a:xfrm>
              <a:off x="1428820" y="4141791"/>
              <a:ext cx="1714091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直接连接符 664"/>
            <p:cNvCxnSpPr/>
            <p:nvPr/>
          </p:nvCxnSpPr>
          <p:spPr>
            <a:xfrm>
              <a:off x="3142912" y="3786189"/>
              <a:ext cx="121453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直接连接符 665"/>
            <p:cNvCxnSpPr/>
            <p:nvPr/>
          </p:nvCxnSpPr>
          <p:spPr>
            <a:xfrm>
              <a:off x="5155174" y="3784602"/>
              <a:ext cx="2939555" cy="476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直接连接符 669"/>
            <p:cNvCxnSpPr/>
            <p:nvPr/>
          </p:nvCxnSpPr>
          <p:spPr>
            <a:xfrm rot="5400000">
              <a:off x="7952634" y="3943367"/>
              <a:ext cx="285752" cy="156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直接连接符 671"/>
            <p:cNvCxnSpPr/>
            <p:nvPr/>
          </p:nvCxnSpPr>
          <p:spPr>
            <a:xfrm>
              <a:off x="8070534" y="4084642"/>
              <a:ext cx="464427" cy="36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直接连接符 678"/>
            <p:cNvCxnSpPr/>
            <p:nvPr/>
          </p:nvCxnSpPr>
          <p:spPr>
            <a:xfrm rot="5400000">
              <a:off x="2965097" y="3964003"/>
              <a:ext cx="357191" cy="156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5" name="组合 791"/>
          <p:cNvGrpSpPr/>
          <p:nvPr/>
        </p:nvGrpSpPr>
        <p:grpSpPr bwMode="auto">
          <a:xfrm>
            <a:off x="266923" y="3585369"/>
            <a:ext cx="8442324" cy="428625"/>
            <a:chOff x="214282" y="4786322"/>
            <a:chExt cx="8441604" cy="428628"/>
          </a:xfrm>
        </p:grpSpPr>
        <p:cxnSp>
          <p:nvCxnSpPr>
            <p:cNvPr id="713" name="直接连接符 712"/>
            <p:cNvCxnSpPr/>
            <p:nvPr/>
          </p:nvCxnSpPr>
          <p:spPr>
            <a:xfrm>
              <a:off x="1428616" y="5143511"/>
              <a:ext cx="92860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直接连接符 713"/>
            <p:cNvCxnSpPr/>
            <p:nvPr/>
          </p:nvCxnSpPr>
          <p:spPr>
            <a:xfrm>
              <a:off x="2357224" y="4786322"/>
              <a:ext cx="785746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直接连接符 714"/>
            <p:cNvCxnSpPr/>
            <p:nvPr/>
          </p:nvCxnSpPr>
          <p:spPr>
            <a:xfrm>
              <a:off x="5155749" y="5143511"/>
              <a:ext cx="228580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直接连接符 715"/>
            <p:cNvCxnSpPr/>
            <p:nvPr/>
          </p:nvCxnSpPr>
          <p:spPr>
            <a:xfrm rot="5400000">
              <a:off x="8049497" y="4964123"/>
              <a:ext cx="357189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直接连接符 716"/>
            <p:cNvCxnSpPr/>
            <p:nvPr/>
          </p:nvCxnSpPr>
          <p:spPr>
            <a:xfrm>
              <a:off x="8227299" y="5143511"/>
              <a:ext cx="428587" cy="79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直接连接符 717"/>
            <p:cNvCxnSpPr/>
            <p:nvPr/>
          </p:nvCxnSpPr>
          <p:spPr>
            <a:xfrm rot="5400000">
              <a:off x="2179423" y="4964123"/>
              <a:ext cx="357189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89" name="TextBox 427"/>
            <p:cNvSpPr txBox="1">
              <a:spLocks noChangeArrowheads="1"/>
            </p:cNvSpPr>
            <p:nvPr/>
          </p:nvSpPr>
          <p:spPr bwMode="auto">
            <a:xfrm>
              <a:off x="214282" y="4814900"/>
              <a:ext cx="114303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>
                  <a:latin typeface="Times New Roman" panose="02020603050405020304" pitchFamily="18" charset="0"/>
                </a:rPr>
                <a:t>I</a:t>
              </a:r>
              <a:r>
                <a:rPr lang="en-US" altLang="zh-CN" sz="2000">
                  <a:latin typeface="Times New Roman" panose="02020603050405020304" pitchFamily="18" charset="0"/>
                </a:rPr>
                <a:t>(P)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cxnSp>
          <p:nvCxnSpPr>
            <p:cNvPr id="722" name="直接连接符 721"/>
            <p:cNvCxnSpPr/>
            <p:nvPr/>
          </p:nvCxnSpPr>
          <p:spPr>
            <a:xfrm rot="5400000">
              <a:off x="2965169" y="4964123"/>
              <a:ext cx="35718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直接连接符 722"/>
            <p:cNvCxnSpPr/>
            <p:nvPr/>
          </p:nvCxnSpPr>
          <p:spPr>
            <a:xfrm>
              <a:off x="3142970" y="5143511"/>
              <a:ext cx="1214333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连接符 726"/>
            <p:cNvCxnSpPr/>
            <p:nvPr/>
          </p:nvCxnSpPr>
          <p:spPr>
            <a:xfrm rot="5400000">
              <a:off x="7263752" y="4964123"/>
              <a:ext cx="35718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连接符 727"/>
            <p:cNvCxnSpPr/>
            <p:nvPr/>
          </p:nvCxnSpPr>
          <p:spPr>
            <a:xfrm>
              <a:off x="7441554" y="4786322"/>
              <a:ext cx="78574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6" name="组合 781"/>
          <p:cNvGrpSpPr/>
          <p:nvPr/>
        </p:nvGrpSpPr>
        <p:grpSpPr bwMode="auto">
          <a:xfrm>
            <a:off x="266923" y="4545806"/>
            <a:ext cx="8442325" cy="715963"/>
            <a:chOff x="214260" y="3998916"/>
            <a:chExt cx="8572582" cy="715908"/>
          </a:xfrm>
        </p:grpSpPr>
        <p:sp>
          <p:nvSpPr>
            <p:cNvPr id="23575" name="TextBox 425"/>
            <p:cNvSpPr txBox="1">
              <a:spLocks noChangeArrowheads="1"/>
            </p:cNvSpPr>
            <p:nvPr/>
          </p:nvSpPr>
          <p:spPr bwMode="auto">
            <a:xfrm>
              <a:off x="4357686" y="3998916"/>
              <a:ext cx="1071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……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576" name="TextBox 427"/>
            <p:cNvSpPr txBox="1">
              <a:spLocks noChangeArrowheads="1"/>
            </p:cNvSpPr>
            <p:nvPr/>
          </p:nvSpPr>
          <p:spPr bwMode="auto">
            <a:xfrm>
              <a:off x="214260" y="4314774"/>
              <a:ext cx="146329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>
                  <a:latin typeface="Times New Roman" panose="02020603050405020304" pitchFamily="18" charset="0"/>
                </a:rPr>
                <a:t>III</a:t>
              </a:r>
              <a:r>
                <a:rPr lang="en-US" altLang="zh-CN" sz="2000">
                  <a:latin typeface="Times New Roman" panose="02020603050405020304" pitchFamily="18" charset="0"/>
                </a:rPr>
                <a:t>(T4)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cxnSp>
          <p:nvCxnSpPr>
            <p:cNvPr id="680" name="直接连接符 679"/>
            <p:cNvCxnSpPr/>
            <p:nvPr/>
          </p:nvCxnSpPr>
          <p:spPr>
            <a:xfrm>
              <a:off x="1703742" y="4670377"/>
              <a:ext cx="178608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直接连接符 680"/>
            <p:cNvCxnSpPr/>
            <p:nvPr/>
          </p:nvCxnSpPr>
          <p:spPr>
            <a:xfrm flipV="1">
              <a:off x="3476935" y="4289407"/>
              <a:ext cx="880149" cy="253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直接连接符 681"/>
            <p:cNvCxnSpPr/>
            <p:nvPr/>
          </p:nvCxnSpPr>
          <p:spPr>
            <a:xfrm>
              <a:off x="5156632" y="4286232"/>
              <a:ext cx="3185266" cy="119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直接连接符 682"/>
            <p:cNvCxnSpPr/>
            <p:nvPr/>
          </p:nvCxnSpPr>
          <p:spPr>
            <a:xfrm rot="5400000">
              <a:off x="8206322" y="4428290"/>
              <a:ext cx="285728" cy="16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直接连接符 683"/>
            <p:cNvCxnSpPr/>
            <p:nvPr/>
          </p:nvCxnSpPr>
          <p:spPr>
            <a:xfrm>
              <a:off x="8341898" y="4570372"/>
              <a:ext cx="444944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/>
            <p:cNvCxnSpPr/>
            <p:nvPr/>
          </p:nvCxnSpPr>
          <p:spPr>
            <a:xfrm rot="5400000">
              <a:off x="3315281" y="4495754"/>
              <a:ext cx="357160" cy="16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7" name="组合 782"/>
          <p:cNvGrpSpPr/>
          <p:nvPr/>
        </p:nvGrpSpPr>
        <p:grpSpPr bwMode="auto">
          <a:xfrm>
            <a:off x="266924" y="5348117"/>
            <a:ext cx="8429624" cy="440696"/>
            <a:chOff x="-43232" y="4774189"/>
            <a:chExt cx="8901512" cy="440761"/>
          </a:xfrm>
        </p:grpSpPr>
        <p:sp>
          <p:nvSpPr>
            <p:cNvPr id="23568" name="TextBox 444"/>
            <p:cNvSpPr txBox="1">
              <a:spLocks noChangeArrowheads="1"/>
            </p:cNvSpPr>
            <p:nvPr/>
          </p:nvSpPr>
          <p:spPr bwMode="auto">
            <a:xfrm>
              <a:off x="-43232" y="4814840"/>
              <a:ext cx="16148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 dirty="0">
                  <a:latin typeface="Times New Roman" panose="02020603050405020304" pitchFamily="18" charset="0"/>
                </a:rPr>
                <a:t>IV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(T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输出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693" name="直接连接符 692"/>
            <p:cNvCxnSpPr/>
            <p:nvPr/>
          </p:nvCxnSpPr>
          <p:spPr>
            <a:xfrm>
              <a:off x="1497349" y="5143502"/>
              <a:ext cx="2071991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直接连接符 693"/>
            <p:cNvCxnSpPr/>
            <p:nvPr/>
          </p:nvCxnSpPr>
          <p:spPr>
            <a:xfrm flipV="1">
              <a:off x="3571016" y="4786262"/>
              <a:ext cx="78621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直接连接符 694"/>
            <p:cNvCxnSpPr/>
            <p:nvPr/>
          </p:nvCxnSpPr>
          <p:spPr>
            <a:xfrm flipV="1">
              <a:off x="5156860" y="4774189"/>
              <a:ext cx="3258858" cy="120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直接连接符 695"/>
            <p:cNvCxnSpPr/>
            <p:nvPr/>
          </p:nvCxnSpPr>
          <p:spPr>
            <a:xfrm rot="5400000">
              <a:off x="8273660" y="4916248"/>
              <a:ext cx="285792" cy="16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直接连接符 696"/>
            <p:cNvCxnSpPr/>
            <p:nvPr/>
          </p:nvCxnSpPr>
          <p:spPr>
            <a:xfrm>
              <a:off x="8402308" y="5059982"/>
              <a:ext cx="455972" cy="1365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直接连接符 753"/>
            <p:cNvCxnSpPr/>
            <p:nvPr/>
          </p:nvCxnSpPr>
          <p:spPr>
            <a:xfrm rot="5400000">
              <a:off x="3391558" y="4964044"/>
              <a:ext cx="357239" cy="16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4" name="TextBox 427"/>
          <p:cNvSpPr txBox="1">
            <a:spLocks noChangeArrowheads="1"/>
          </p:cNvSpPr>
          <p:nvPr/>
        </p:nvSpPr>
        <p:spPr bwMode="auto">
          <a:xfrm>
            <a:off x="338361" y="5972969"/>
            <a:ext cx="2071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存在的问题？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785" name="TextBox 427"/>
          <p:cNvSpPr txBox="1">
            <a:spLocks noChangeArrowheads="1"/>
          </p:cNvSpPr>
          <p:nvPr/>
        </p:nvSpPr>
        <p:spPr bwMode="auto">
          <a:xfrm>
            <a:off x="2195736" y="6011069"/>
            <a:ext cx="6286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最高位的</a:t>
            </a:r>
            <a:r>
              <a:rPr lang="en-US" altLang="zh-CN" sz="2400" dirty="0">
                <a:latin typeface="Times New Roman" panose="02020603050405020304" pitchFamily="18" charset="0"/>
              </a:rPr>
              <a:t>RC</a:t>
            </a:r>
            <a:r>
              <a:rPr lang="zh-CN" altLang="en-US" sz="2400" dirty="0">
                <a:latin typeface="Times New Roman" panose="02020603050405020304" pitchFamily="18" charset="0"/>
              </a:rPr>
              <a:t>（输出）为高不表示整体进位！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986139" y="136529"/>
            <a:ext cx="5101119" cy="764377"/>
            <a:chOff x="2986139" y="136529"/>
            <a:chExt cx="5101119" cy="764377"/>
          </a:xfrm>
        </p:grpSpPr>
        <p:cxnSp>
          <p:nvCxnSpPr>
            <p:cNvPr id="2" name="直接连接符 1"/>
            <p:cNvCxnSpPr/>
            <p:nvPr/>
          </p:nvCxnSpPr>
          <p:spPr bwMode="auto">
            <a:xfrm>
              <a:off x="2986139" y="332656"/>
              <a:ext cx="0" cy="495401"/>
            </a:xfrm>
            <a:prstGeom prst="line">
              <a:avLst/>
            </a:prstGeom>
            <a:ln w="254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 bwMode="auto">
            <a:xfrm>
              <a:off x="8087258" y="405505"/>
              <a:ext cx="0" cy="495401"/>
            </a:xfrm>
            <a:prstGeom prst="line">
              <a:avLst/>
            </a:prstGeom>
            <a:ln w="254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auto">
            <a:xfrm flipH="1">
              <a:off x="2993347" y="580356"/>
              <a:ext cx="5039626" cy="0"/>
            </a:xfrm>
            <a:prstGeom prst="line">
              <a:avLst/>
            </a:prstGeom>
            <a:ln w="25400">
              <a:solidFill>
                <a:srgbClr val="FFC000"/>
              </a:solidFill>
              <a:prstDash val="solid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427"/>
            <p:cNvSpPr txBox="1">
              <a:spLocks noChangeArrowheads="1"/>
            </p:cNvSpPr>
            <p:nvPr/>
          </p:nvSpPr>
          <p:spPr bwMode="auto">
            <a:xfrm>
              <a:off x="3851922" y="136529"/>
              <a:ext cx="34396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16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个时钟周期用于传递进位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" grpId="0"/>
      <p:bldP spid="78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19875" name="Rectangle 3"/>
          <p:cNvSpPr>
            <a:spLocks noGrp="1" noChangeArrowheads="1"/>
          </p:cNvSpPr>
          <p:nvPr>
            <p:ph idx="1"/>
          </p:nvPr>
        </p:nvSpPr>
        <p:spPr>
          <a:xfrm>
            <a:off x="771525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允许（禁止）端：</a:t>
            </a:r>
            <a:r>
              <a:rPr lang="en-US" altLang="zh-CN" dirty="0"/>
              <a:t>T (Trickle)</a:t>
            </a:r>
            <a:r>
              <a:rPr lang="zh-CN" altLang="en-US" dirty="0"/>
              <a:t>和 </a:t>
            </a:r>
            <a:r>
              <a:rPr lang="en-US" altLang="zh-CN" dirty="0"/>
              <a:t>P (Parallel)</a:t>
            </a:r>
            <a:endParaRPr lang="en-US" altLang="zh-CN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07213" y="6242050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53C84962-2231-4F6D-8360-182FBE0008E7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9877" name="Rectangle 5"/>
          <p:cNvSpPr>
            <a:spLocks noChangeArrowheads="1"/>
          </p:cNvSpPr>
          <p:nvPr/>
        </p:nvSpPr>
        <p:spPr bwMode="auto">
          <a:xfrm>
            <a:off x="847725" y="1936750"/>
            <a:ext cx="7620000" cy="1333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操作方式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或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P=0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时，计数器保持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且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时，计数器计数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958850" y="3429000"/>
            <a:ext cx="7816850" cy="2281238"/>
            <a:chOff x="959042" y="3429000"/>
            <a:chExt cx="7816524" cy="2281202"/>
          </a:xfrm>
        </p:grpSpPr>
        <p:sp>
          <p:nvSpPr>
            <p:cNvPr id="25607" name="文本框 12"/>
            <p:cNvSpPr txBox="1">
              <a:spLocks noChangeArrowheads="1"/>
            </p:cNvSpPr>
            <p:nvPr/>
          </p:nvSpPr>
          <p:spPr bwMode="auto">
            <a:xfrm>
              <a:off x="961157" y="3429000"/>
              <a:ext cx="6719584" cy="50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A+L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+T</a:t>
              </a:r>
              <a:r>
                <a:rPr lang="en-US" altLang="zh-CN" sz="2400">
                  <a:sym typeface="Symbol" panose="05050102010706020507" pitchFamily="18" charset="2"/>
                </a:rPr>
                <a:t>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 </a:t>
              </a:r>
              <a:r>
                <a:rPr lang="zh-CN" altLang="en-US" sz="2400"/>
                <a:t>））</a:t>
              </a:r>
              <a:endParaRPr lang="zh-CN" altLang="en-US" sz="2400"/>
            </a:p>
          </p:txBody>
        </p:sp>
        <p:sp>
          <p:nvSpPr>
            <p:cNvPr id="25608" name="文本框 13"/>
            <p:cNvSpPr txBox="1">
              <a:spLocks noChangeArrowheads="1"/>
            </p:cNvSpPr>
            <p:nvPr/>
          </p:nvSpPr>
          <p:spPr bwMode="auto">
            <a:xfrm>
              <a:off x="959042" y="4001645"/>
              <a:ext cx="7187822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——      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B+L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+TP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）））</a:t>
              </a:r>
              <a:endParaRPr lang="zh-CN" altLang="en-US" sz="2400"/>
            </a:p>
          </p:txBody>
        </p:sp>
        <p:sp>
          <p:nvSpPr>
            <p:cNvPr id="25609" name="文本框 14"/>
            <p:cNvSpPr txBox="1">
              <a:spLocks noChangeArrowheads="1"/>
            </p:cNvSpPr>
            <p:nvPr/>
          </p:nvSpPr>
          <p:spPr bwMode="auto">
            <a:xfrm>
              <a:off x="973406" y="4558130"/>
              <a:ext cx="7373808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C+L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+TP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 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  <p:sp>
          <p:nvSpPr>
            <p:cNvPr id="25610" name="文本框 15"/>
            <p:cNvSpPr txBox="1">
              <a:spLocks noChangeArrowheads="1"/>
            </p:cNvSpPr>
            <p:nvPr/>
          </p:nvSpPr>
          <p:spPr bwMode="auto">
            <a:xfrm>
              <a:off x="973406" y="5150177"/>
              <a:ext cx="7802160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 ——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D+L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+TP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8" y="14288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20899" name="Rectangle 3"/>
          <p:cNvSpPr>
            <a:spLocks noGrp="1" noChangeArrowheads="1"/>
          </p:cNvSpPr>
          <p:nvPr>
            <p:ph idx="1"/>
          </p:nvPr>
        </p:nvSpPr>
        <p:spPr>
          <a:xfrm>
            <a:off x="700088" y="733425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集成化的计数器控制信号的优先级</a:t>
            </a:r>
            <a:endParaRPr lang="zh-CN" altLang="en-US" dirty="0"/>
          </a:p>
        </p:txBody>
      </p:sp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2588" y="61753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E4DFB3C-0B00-44B0-B29C-B2656F8E143E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0926" name="Text Box 30"/>
          <p:cNvSpPr txBox="1">
            <a:spLocks noChangeArrowheads="1"/>
          </p:cNvSpPr>
          <p:nvPr/>
        </p:nvSpPr>
        <p:spPr bwMode="auto">
          <a:xfrm>
            <a:off x="755650" y="1360488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/>
              <a:t>CLR</a:t>
            </a:r>
            <a:r>
              <a:rPr lang="en-US" altLang="zh-CN" sz="2400" dirty="0">
                <a:sym typeface="Symbol" panose="05050102010706020507" pitchFamily="18" charset="2"/>
              </a:rPr>
              <a:t>L T P</a:t>
            </a:r>
            <a:r>
              <a:rPr lang="zh-CN" altLang="en-US" sz="2400" dirty="0">
                <a:sym typeface="Symbol" panose="05050102010706020507" pitchFamily="18" charset="2"/>
              </a:rPr>
              <a:t>，优先级递减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  <p:grpSp>
        <p:nvGrpSpPr>
          <p:cNvPr id="4" name="组合 3"/>
          <p:cNvGrpSpPr/>
          <p:nvPr/>
        </p:nvGrpSpPr>
        <p:grpSpPr bwMode="auto">
          <a:xfrm>
            <a:off x="611188" y="1808163"/>
            <a:ext cx="7940675" cy="3643312"/>
            <a:chOff x="611560" y="1808349"/>
            <a:chExt cx="7940675" cy="3643313"/>
          </a:xfrm>
        </p:grpSpPr>
        <p:grpSp>
          <p:nvGrpSpPr>
            <p:cNvPr id="26631" name="组合 2"/>
            <p:cNvGrpSpPr/>
            <p:nvPr/>
          </p:nvGrpSpPr>
          <p:grpSpPr bwMode="auto">
            <a:xfrm>
              <a:off x="611560" y="1808349"/>
              <a:ext cx="7239000" cy="3643313"/>
              <a:chOff x="611560" y="1808349"/>
              <a:chExt cx="7239000" cy="3643313"/>
            </a:xfrm>
          </p:grpSpPr>
          <p:grpSp>
            <p:nvGrpSpPr>
              <p:cNvPr id="26635" name="Group 10"/>
              <p:cNvGrpSpPr/>
              <p:nvPr/>
            </p:nvGrpSpPr>
            <p:grpSpPr bwMode="auto">
              <a:xfrm>
                <a:off x="687760" y="1808349"/>
                <a:ext cx="5975350" cy="747713"/>
                <a:chOff x="720" y="1833"/>
                <a:chExt cx="3764" cy="471"/>
              </a:xfrm>
            </p:grpSpPr>
            <p:sp>
              <p:nvSpPr>
                <p:cNvPr id="73" name="Rectangle 11"/>
                <p:cNvSpPr>
                  <a:spLocks noChangeArrowheads="1"/>
                </p:cNvSpPr>
                <p:nvPr/>
              </p:nvSpPr>
              <p:spPr bwMode="auto">
                <a:xfrm>
                  <a:off x="720" y="1833"/>
                  <a:ext cx="2880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55000"/>
                    </a:lnSpc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_</a:t>
                  </a:r>
                  <a:endPara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  <a:p>
                  <a:pPr eaLnBrk="1" hangingPunct="1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R</a:t>
                  </a:r>
                  <a:r>
                    <a:rPr lang="en-US" altLang="zh-CN" sz="2400" baseline="-250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D </a:t>
                  </a: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 CLR     L      T       P     CP</a:t>
                  </a:r>
                  <a:endPara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  <p:sp>
              <p:nvSpPr>
                <p:cNvPr id="2666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984" y="2016"/>
                  <a:ext cx="5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功能</a:t>
                  </a:r>
                  <a:endParaRPr lang="zh-CN" altLang="en-US" sz="2400"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26636" name="组合 1"/>
              <p:cNvGrpSpPr/>
              <p:nvPr/>
            </p:nvGrpSpPr>
            <p:grpSpPr bwMode="auto">
              <a:xfrm>
                <a:off x="611560" y="2175062"/>
                <a:ext cx="7239000" cy="3276600"/>
                <a:chOff x="611560" y="2175062"/>
                <a:chExt cx="7239000" cy="3276600"/>
              </a:xfrm>
            </p:grpSpPr>
            <p:grpSp>
              <p:nvGrpSpPr>
                <p:cNvPr id="26637" name="Group 4"/>
                <p:cNvGrpSpPr/>
                <p:nvPr/>
              </p:nvGrpSpPr>
              <p:grpSpPr bwMode="auto">
                <a:xfrm>
                  <a:off x="611560" y="2567174"/>
                  <a:ext cx="6648450" cy="455613"/>
                  <a:chOff x="672" y="2311"/>
                  <a:chExt cx="4188" cy="287"/>
                </a:xfrm>
              </p:grpSpPr>
              <p:sp>
                <p:nvSpPr>
                  <p:cNvPr id="40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311"/>
                    <a:ext cx="126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异步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49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231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0     X 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26638" name="Line 7"/>
                <p:cNvSpPr>
                  <a:spLocks noChangeShapeType="1"/>
                </p:cNvSpPr>
                <p:nvPr/>
              </p:nvSpPr>
              <p:spPr bwMode="auto">
                <a:xfrm>
                  <a:off x="611560" y="2556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39" name="Line 8"/>
                <p:cNvSpPr>
                  <a:spLocks noChangeShapeType="1"/>
                </p:cNvSpPr>
                <p:nvPr/>
              </p:nvSpPr>
              <p:spPr bwMode="auto">
                <a:xfrm>
                  <a:off x="5259760" y="2175062"/>
                  <a:ext cx="0" cy="32004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40" name="Line 9"/>
                <p:cNvSpPr>
                  <a:spLocks noChangeShapeType="1"/>
                </p:cNvSpPr>
                <p:nvPr/>
              </p:nvSpPr>
              <p:spPr bwMode="auto">
                <a:xfrm>
                  <a:off x="611560" y="35466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41" name="Line 13"/>
                <p:cNvSpPr>
                  <a:spLocks noChangeShapeType="1"/>
                </p:cNvSpPr>
                <p:nvPr/>
              </p:nvSpPr>
              <p:spPr bwMode="auto">
                <a:xfrm>
                  <a:off x="611560" y="4461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2" name="Group 14"/>
                <p:cNvGrpSpPr/>
                <p:nvPr/>
              </p:nvGrpSpPr>
              <p:grpSpPr bwMode="auto">
                <a:xfrm>
                  <a:off x="687760" y="4994462"/>
                  <a:ext cx="7162800" cy="457200"/>
                  <a:chOff x="720" y="3840"/>
                  <a:chExt cx="4512" cy="288"/>
                </a:xfrm>
              </p:grpSpPr>
              <p:sp>
                <p:nvSpPr>
                  <p:cNvPr id="77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841"/>
                    <a:ext cx="27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1    0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78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3840"/>
                    <a:ext cx="1536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Hold(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保持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26643" name="Line 17"/>
                <p:cNvSpPr>
                  <a:spLocks noChangeShapeType="1"/>
                </p:cNvSpPr>
                <p:nvPr/>
              </p:nvSpPr>
              <p:spPr bwMode="auto">
                <a:xfrm>
                  <a:off x="611560" y="49944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4" name="Group 18"/>
                <p:cNvGrpSpPr/>
                <p:nvPr/>
              </p:nvGrpSpPr>
              <p:grpSpPr bwMode="auto">
                <a:xfrm>
                  <a:off x="687760" y="4537262"/>
                  <a:ext cx="6989763" cy="455612"/>
                  <a:chOff x="720" y="3552"/>
                  <a:chExt cx="4403" cy="287"/>
                </a:xfrm>
              </p:grpSpPr>
              <p:sp>
                <p:nvSpPr>
                  <p:cNvPr id="8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552"/>
                    <a:ext cx="288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0    X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8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552"/>
                    <a:ext cx="1475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FF Hold, RC=0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26645" name="Line 21"/>
                <p:cNvSpPr>
                  <a:spLocks noChangeShapeType="1"/>
                </p:cNvSpPr>
                <p:nvPr/>
              </p:nvSpPr>
              <p:spPr bwMode="auto">
                <a:xfrm>
                  <a:off x="611560" y="30132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6" name="Group 39"/>
                <p:cNvGrpSpPr/>
                <p:nvPr/>
              </p:nvGrpSpPr>
              <p:grpSpPr bwMode="auto">
                <a:xfrm>
                  <a:off x="725860" y="3043424"/>
                  <a:ext cx="6502400" cy="458788"/>
                  <a:chOff x="688" y="2591"/>
                  <a:chExt cx="4096" cy="289"/>
                </a:xfrm>
              </p:grpSpPr>
              <p:sp>
                <p:nvSpPr>
                  <p:cNvPr id="8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682" y="2593"/>
                    <a:ext cx="1102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同步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8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88" y="259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0       X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26647" name="Line 30"/>
                <p:cNvSpPr>
                  <a:spLocks noChangeShapeType="1"/>
                </p:cNvSpPr>
                <p:nvPr/>
              </p:nvSpPr>
              <p:spPr bwMode="auto">
                <a:xfrm>
                  <a:off x="611560" y="40038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8" name="Group 42"/>
                <p:cNvGrpSpPr/>
                <p:nvPr/>
              </p:nvGrpSpPr>
              <p:grpSpPr bwMode="auto">
                <a:xfrm>
                  <a:off x="713160" y="4030849"/>
                  <a:ext cx="6621463" cy="455613"/>
                  <a:chOff x="661" y="3216"/>
                  <a:chExt cx="4171" cy="287"/>
                </a:xfrm>
              </p:grpSpPr>
              <p:sp>
                <p:nvSpPr>
                  <p:cNvPr id="89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216"/>
                    <a:ext cx="11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Count(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计数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90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3216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1    1 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</p:grpSp>
        </p:grpSp>
        <p:grpSp>
          <p:nvGrpSpPr>
            <p:cNvPr id="26632" name="Group 41"/>
            <p:cNvGrpSpPr/>
            <p:nvPr/>
          </p:nvGrpSpPr>
          <p:grpSpPr bwMode="auto">
            <a:xfrm>
              <a:off x="713160" y="3537931"/>
              <a:ext cx="7839075" cy="465137"/>
              <a:chOff x="678" y="2928"/>
              <a:chExt cx="4938" cy="293"/>
            </a:xfrm>
          </p:grpSpPr>
          <p:sp>
            <p:nvSpPr>
              <p:cNvPr id="93" name="Rectangle 27"/>
              <p:cNvSpPr>
                <a:spLocks noChangeArrowheads="1"/>
              </p:cNvSpPr>
              <p:nvPr/>
            </p:nvSpPr>
            <p:spPr bwMode="auto">
              <a:xfrm>
                <a:off x="678" y="2934"/>
                <a:ext cx="2976" cy="2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1       0      X    </a:t>
                </a:r>
                <a:r>
                  <a:rPr lang="en-US" altLang="zh-CN" sz="2400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    ↓</a:t>
                </a:r>
                <a:endPara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94" name="Rectangle 28"/>
              <p:cNvSpPr>
                <a:spLocks noChangeArrowheads="1"/>
              </p:cNvSpPr>
              <p:nvPr/>
            </p:nvSpPr>
            <p:spPr bwMode="auto">
              <a:xfrm>
                <a:off x="3650" y="2928"/>
                <a:ext cx="1966" cy="2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Load(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并行数据输入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)</a:t>
                </a:r>
                <a:endPara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63603" y="5744851"/>
            <a:ext cx="66802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FFC000"/>
                </a:solidFill>
              </a:rPr>
              <a:t>如果把负边沿改为正边沿，设计会有什么变化吗？</a:t>
            </a:r>
            <a:endParaRPr lang="zh-CN" altLang="en-US" sz="2000" b="1" dirty="0">
              <a:solidFill>
                <a:srgbClr val="FFC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26" grpId="0" autoUpdateAnimBg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2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位二进制计数器的逻辑符号图</a:t>
            </a:r>
            <a:endParaRPr lang="zh-CN" altLang="en-US"/>
          </a:p>
        </p:txBody>
      </p:sp>
      <p:sp>
        <p:nvSpPr>
          <p:cNvPr id="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8FBB7E57-B5DE-45A3-A400-454B3F981173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1924" name="Rectangle 4"/>
          <p:cNvSpPr>
            <a:spLocks noChangeArrowheads="1"/>
          </p:cNvSpPr>
          <p:nvPr/>
        </p:nvSpPr>
        <p:spPr bwMode="auto">
          <a:xfrm>
            <a:off x="3514725" y="5165725"/>
            <a:ext cx="9969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输入</a:t>
            </a:r>
            <a:endParaRPr lang="zh-CN" altLang="en-US" sz="3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21925" name="Rectangle 5"/>
          <p:cNvSpPr>
            <a:spLocks noChangeArrowheads="1"/>
          </p:cNvSpPr>
          <p:nvPr/>
        </p:nvSpPr>
        <p:spPr bwMode="auto">
          <a:xfrm>
            <a:off x="3886200" y="2209800"/>
            <a:ext cx="9969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输出</a:t>
            </a:r>
            <a:endParaRPr lang="zh-CN" altLang="en-US" sz="3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066800" y="2667000"/>
            <a:ext cx="5334000" cy="2286000"/>
            <a:chOff x="672" y="1680"/>
            <a:chExt cx="3360" cy="1440"/>
          </a:xfrm>
        </p:grpSpPr>
        <p:grpSp>
          <p:nvGrpSpPr>
            <p:cNvPr id="27656" name="Group 7"/>
            <p:cNvGrpSpPr/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27661" name="Rectangle 8"/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2" name="Text Box 9"/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  <a:endParaRPr lang="en-US" altLang="zh-CN" sz="2000"/>
              </a:p>
            </p:txBody>
          </p:sp>
          <p:sp>
            <p:nvSpPr>
              <p:cNvPr id="27663" name="Text Box 10"/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27664" name="Text Box 11"/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  <a:endParaRPr lang="en-US" altLang="zh-CN" sz="2000"/>
              </a:p>
            </p:txBody>
          </p:sp>
          <p:sp>
            <p:nvSpPr>
              <p:cNvPr id="27665" name="Rectangle 12"/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  <a:endParaRPr lang="en-US" altLang="zh-CN" sz="2000"/>
              </a:p>
            </p:txBody>
          </p:sp>
          <p:sp>
            <p:nvSpPr>
              <p:cNvPr id="27666" name="Line 13"/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7" name="Line 14"/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8" name="Line 15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9" name="Line 16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0" name="Line 17"/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1" name="Line 18"/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2" name="Line 19"/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3" name="Line 20"/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4" name="Line 21"/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5" name="Line 22"/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6" name="Line 23"/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7" name="Line 24"/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8" name="Line 25"/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9" name="Line 26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57" name="Group 27"/>
            <p:cNvGrpSpPr/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27659" name="Text Box 28"/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27660" name="Line 29"/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58" name="Line 30"/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4" grpId="0" autoUpdateAnimBg="0"/>
      <p:bldP spid="72192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1634FAA-975D-41E3-858A-B047209B389E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28675" name="Group 2"/>
          <p:cNvGrpSpPr/>
          <p:nvPr/>
        </p:nvGrpSpPr>
        <p:grpSpPr bwMode="auto">
          <a:xfrm>
            <a:off x="228600" y="215900"/>
            <a:ext cx="8520113" cy="5805488"/>
            <a:chOff x="48" y="124"/>
            <a:chExt cx="5712" cy="4196"/>
          </a:xfrm>
        </p:grpSpPr>
        <p:grpSp>
          <p:nvGrpSpPr>
            <p:cNvPr id="28677" name="Group 3"/>
            <p:cNvGrpSpPr/>
            <p:nvPr/>
          </p:nvGrpSpPr>
          <p:grpSpPr bwMode="auto">
            <a:xfrm>
              <a:off x="1008" y="624"/>
              <a:ext cx="3840" cy="528"/>
              <a:chOff x="1008" y="912"/>
              <a:chExt cx="3840" cy="528"/>
            </a:xfrm>
          </p:grpSpPr>
          <p:sp>
            <p:nvSpPr>
              <p:cNvPr id="28961" name="Rectangle 4"/>
              <p:cNvSpPr>
                <a:spLocks noChangeArrowheads="1"/>
              </p:cNvSpPr>
              <p:nvPr/>
            </p:nvSpPr>
            <p:spPr bwMode="auto">
              <a:xfrm>
                <a:off x="1008" y="9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62" name="Rectangle 5"/>
              <p:cNvSpPr>
                <a:spLocks noChangeArrowheads="1"/>
              </p:cNvSpPr>
              <p:nvPr/>
            </p:nvSpPr>
            <p:spPr bwMode="auto">
              <a:xfrm>
                <a:off x="2112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63" name="Rectangle 6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64" name="Rectangle 7"/>
              <p:cNvSpPr>
                <a:spLocks noChangeArrowheads="1"/>
              </p:cNvSpPr>
              <p:nvPr/>
            </p:nvSpPr>
            <p:spPr bwMode="auto">
              <a:xfrm>
                <a:off x="4224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8" name="Group 8"/>
            <p:cNvGrpSpPr/>
            <p:nvPr/>
          </p:nvGrpSpPr>
          <p:grpSpPr bwMode="auto">
            <a:xfrm>
              <a:off x="1056" y="902"/>
              <a:ext cx="3408" cy="260"/>
              <a:chOff x="1056" y="1190"/>
              <a:chExt cx="3408" cy="260"/>
            </a:xfrm>
          </p:grpSpPr>
          <p:sp>
            <p:nvSpPr>
              <p:cNvPr id="28957" name="Text Box 9"/>
              <p:cNvSpPr txBox="1">
                <a:spLocks noChangeArrowheads="1"/>
              </p:cNvSpPr>
              <p:nvPr/>
            </p:nvSpPr>
            <p:spPr bwMode="auto">
              <a:xfrm>
                <a:off x="105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28958" name="Text Box 10"/>
              <p:cNvSpPr txBox="1">
                <a:spLocks noChangeArrowheads="1"/>
              </p:cNvSpPr>
              <p:nvPr/>
            </p:nvSpPr>
            <p:spPr bwMode="auto">
              <a:xfrm>
                <a:off x="2160" y="119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28959" name="Text Box 11"/>
              <p:cNvSpPr txBox="1">
                <a:spLocks noChangeArrowheads="1"/>
              </p:cNvSpPr>
              <p:nvPr/>
            </p:nvSpPr>
            <p:spPr bwMode="auto">
              <a:xfrm>
                <a:off x="321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28960" name="Text Box 12"/>
              <p:cNvSpPr txBox="1">
                <a:spLocks noChangeArrowheads="1"/>
              </p:cNvSpPr>
              <p:nvPr/>
            </p:nvSpPr>
            <p:spPr bwMode="auto">
              <a:xfrm>
                <a:off x="4224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</p:grpSp>
        <p:grpSp>
          <p:nvGrpSpPr>
            <p:cNvPr id="28679" name="Group 13"/>
            <p:cNvGrpSpPr/>
            <p:nvPr/>
          </p:nvGrpSpPr>
          <p:grpSpPr bwMode="auto">
            <a:xfrm>
              <a:off x="1056" y="652"/>
              <a:ext cx="3408" cy="260"/>
              <a:chOff x="1056" y="940"/>
              <a:chExt cx="3408" cy="260"/>
            </a:xfrm>
          </p:grpSpPr>
          <p:sp>
            <p:nvSpPr>
              <p:cNvPr id="28953" name="Text Box 14"/>
              <p:cNvSpPr txBox="1">
                <a:spLocks noChangeArrowheads="1"/>
              </p:cNvSpPr>
              <p:nvPr/>
            </p:nvSpPr>
            <p:spPr bwMode="auto">
              <a:xfrm>
                <a:off x="105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28954" name="Text Box 15"/>
              <p:cNvSpPr txBox="1">
                <a:spLocks noChangeArrowheads="1"/>
              </p:cNvSpPr>
              <p:nvPr/>
            </p:nvSpPr>
            <p:spPr bwMode="auto">
              <a:xfrm>
                <a:off x="2160" y="9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28955" name="Text Box 16"/>
              <p:cNvSpPr txBox="1">
                <a:spLocks noChangeArrowheads="1"/>
              </p:cNvSpPr>
              <p:nvPr/>
            </p:nvSpPr>
            <p:spPr bwMode="auto">
              <a:xfrm>
                <a:off x="321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28956" name="Text Box 17"/>
              <p:cNvSpPr txBox="1">
                <a:spLocks noChangeArrowheads="1"/>
              </p:cNvSpPr>
              <p:nvPr/>
            </p:nvSpPr>
            <p:spPr bwMode="auto">
              <a:xfrm>
                <a:off x="4224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</p:grpSp>
        <p:grpSp>
          <p:nvGrpSpPr>
            <p:cNvPr id="28680" name="Group 18"/>
            <p:cNvGrpSpPr/>
            <p:nvPr/>
          </p:nvGrpSpPr>
          <p:grpSpPr bwMode="auto">
            <a:xfrm>
              <a:off x="1392" y="672"/>
              <a:ext cx="3408" cy="250"/>
              <a:chOff x="1392" y="960"/>
              <a:chExt cx="3408" cy="250"/>
            </a:xfrm>
          </p:grpSpPr>
          <p:sp>
            <p:nvSpPr>
              <p:cNvPr id="28945" name="Text Box 19"/>
              <p:cNvSpPr txBox="1">
                <a:spLocks noChangeArrowheads="1"/>
              </p:cNvSpPr>
              <p:nvPr/>
            </p:nvSpPr>
            <p:spPr bwMode="auto">
              <a:xfrm>
                <a:off x="1392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28946" name="Text Box 20"/>
              <p:cNvSpPr txBox="1">
                <a:spLocks noChangeArrowheads="1"/>
              </p:cNvSpPr>
              <p:nvPr/>
            </p:nvSpPr>
            <p:spPr bwMode="auto">
              <a:xfrm>
                <a:off x="2448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28947" name="Line 21"/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48" name="Line 22"/>
              <p:cNvSpPr>
                <a:spLocks noChangeShapeType="1"/>
              </p:cNvSpPr>
              <p:nvPr/>
            </p:nvSpPr>
            <p:spPr bwMode="auto">
              <a:xfrm>
                <a:off x="2496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49" name="Text Box 23"/>
              <p:cNvSpPr txBox="1">
                <a:spLocks noChangeArrowheads="1"/>
              </p:cNvSpPr>
              <p:nvPr/>
            </p:nvSpPr>
            <p:spPr bwMode="auto">
              <a:xfrm>
                <a:off x="3504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28950" name="Line 24"/>
              <p:cNvSpPr>
                <a:spLocks noChangeShapeType="1"/>
              </p:cNvSpPr>
              <p:nvPr/>
            </p:nvSpPr>
            <p:spPr bwMode="auto">
              <a:xfrm>
                <a:off x="3552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51" name="Text Box 25"/>
              <p:cNvSpPr txBox="1">
                <a:spLocks noChangeArrowheads="1"/>
              </p:cNvSpPr>
              <p:nvPr/>
            </p:nvSpPr>
            <p:spPr bwMode="auto">
              <a:xfrm>
                <a:off x="4560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endParaRPr lang="en-US" altLang="zh-CN" sz="2000"/>
              </a:p>
            </p:txBody>
          </p:sp>
          <p:sp>
            <p:nvSpPr>
              <p:cNvPr id="28952" name="Line 26"/>
              <p:cNvSpPr>
                <a:spLocks noChangeShapeType="1"/>
              </p:cNvSpPr>
              <p:nvPr/>
            </p:nvSpPr>
            <p:spPr bwMode="auto">
              <a:xfrm>
                <a:off x="4608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81" name="Group 27"/>
            <p:cNvGrpSpPr/>
            <p:nvPr/>
          </p:nvGrpSpPr>
          <p:grpSpPr bwMode="auto">
            <a:xfrm>
              <a:off x="1392" y="912"/>
              <a:ext cx="3456" cy="260"/>
              <a:chOff x="1392" y="1200"/>
              <a:chExt cx="3456" cy="260"/>
            </a:xfrm>
          </p:grpSpPr>
          <p:sp>
            <p:nvSpPr>
              <p:cNvPr id="28941" name="Text Box 28"/>
              <p:cNvSpPr txBox="1">
                <a:spLocks noChangeArrowheads="1"/>
              </p:cNvSpPr>
              <p:nvPr/>
            </p:nvSpPr>
            <p:spPr bwMode="auto">
              <a:xfrm>
                <a:off x="139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28942" name="Text Box 29"/>
              <p:cNvSpPr txBox="1">
                <a:spLocks noChangeArrowheads="1"/>
              </p:cNvSpPr>
              <p:nvPr/>
            </p:nvSpPr>
            <p:spPr bwMode="auto">
              <a:xfrm>
                <a:off x="2448" y="120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28943" name="Text Box 30"/>
              <p:cNvSpPr txBox="1">
                <a:spLocks noChangeArrowheads="1"/>
              </p:cNvSpPr>
              <p:nvPr/>
            </p:nvSpPr>
            <p:spPr bwMode="auto">
              <a:xfrm>
                <a:off x="3456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  <p:sp>
            <p:nvSpPr>
              <p:cNvPr id="28944" name="Text Box 31"/>
              <p:cNvSpPr txBox="1">
                <a:spLocks noChangeArrowheads="1"/>
              </p:cNvSpPr>
              <p:nvPr/>
            </p:nvSpPr>
            <p:spPr bwMode="auto">
              <a:xfrm>
                <a:off x="451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  <a:endParaRPr lang="en-US" altLang="zh-CN" sz="2000"/>
              </a:p>
            </p:txBody>
          </p:sp>
        </p:grpSp>
        <p:grpSp>
          <p:nvGrpSpPr>
            <p:cNvPr id="28682" name="Group 32"/>
            <p:cNvGrpSpPr/>
            <p:nvPr/>
          </p:nvGrpSpPr>
          <p:grpSpPr bwMode="auto">
            <a:xfrm>
              <a:off x="912" y="1392"/>
              <a:ext cx="3792" cy="432"/>
              <a:chOff x="816" y="1680"/>
              <a:chExt cx="3792" cy="432"/>
            </a:xfrm>
          </p:grpSpPr>
          <p:grpSp>
            <p:nvGrpSpPr>
              <p:cNvPr id="28921" name="Group 33"/>
              <p:cNvGrpSpPr/>
              <p:nvPr/>
            </p:nvGrpSpPr>
            <p:grpSpPr bwMode="auto">
              <a:xfrm>
                <a:off x="816" y="1680"/>
                <a:ext cx="576" cy="432"/>
                <a:chOff x="720" y="1680"/>
                <a:chExt cx="576" cy="432"/>
              </a:xfrm>
            </p:grpSpPr>
            <p:sp>
              <p:nvSpPr>
                <p:cNvPr id="28937" name="Rectangle 34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38" name="Line 35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3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28940" name="Line 37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22" name="Group 38"/>
              <p:cNvGrpSpPr/>
              <p:nvPr/>
            </p:nvGrpSpPr>
            <p:grpSpPr bwMode="auto">
              <a:xfrm>
                <a:off x="1920" y="1680"/>
                <a:ext cx="576" cy="432"/>
                <a:chOff x="720" y="1680"/>
                <a:chExt cx="576" cy="432"/>
              </a:xfrm>
            </p:grpSpPr>
            <p:sp>
              <p:nvSpPr>
                <p:cNvPr id="28933" name="Rectangle 39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34" name="Line 40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35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28936" name="Line 42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23" name="Group 43"/>
              <p:cNvGrpSpPr/>
              <p:nvPr/>
            </p:nvGrpSpPr>
            <p:grpSpPr bwMode="auto">
              <a:xfrm>
                <a:off x="3024" y="1680"/>
                <a:ext cx="576" cy="432"/>
                <a:chOff x="720" y="1680"/>
                <a:chExt cx="576" cy="432"/>
              </a:xfrm>
            </p:grpSpPr>
            <p:sp>
              <p:nvSpPr>
                <p:cNvPr id="28929" name="Rectangle 44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30" name="Line 45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31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28932" name="Line 47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24" name="Group 48"/>
              <p:cNvGrpSpPr/>
              <p:nvPr/>
            </p:nvGrpSpPr>
            <p:grpSpPr bwMode="auto">
              <a:xfrm>
                <a:off x="4032" y="1680"/>
                <a:ext cx="576" cy="432"/>
                <a:chOff x="720" y="1680"/>
                <a:chExt cx="576" cy="432"/>
              </a:xfrm>
            </p:grpSpPr>
            <p:sp>
              <p:nvSpPr>
                <p:cNvPr id="28925" name="Rectangle 49"/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26" name="Line 50"/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2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  <a:endParaRPr lang="en-US" altLang="zh-CN" sz="2000"/>
                </a:p>
              </p:txBody>
            </p:sp>
            <p:sp>
              <p:nvSpPr>
                <p:cNvPr id="28928" name="Line 52"/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8683" name="Group 53"/>
            <p:cNvGrpSpPr/>
            <p:nvPr/>
          </p:nvGrpSpPr>
          <p:grpSpPr bwMode="auto">
            <a:xfrm>
              <a:off x="3456" y="3168"/>
              <a:ext cx="336" cy="298"/>
              <a:chOff x="2256" y="3072"/>
              <a:chExt cx="336" cy="298"/>
            </a:xfrm>
          </p:grpSpPr>
          <p:sp>
            <p:nvSpPr>
              <p:cNvPr id="28918" name="Rectangle 54"/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9" name="Oval 55"/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20" name="Text Box 56"/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  <a:endParaRPr lang="en-US" altLang="zh-CN" sz="2000"/>
              </a:p>
            </p:txBody>
          </p:sp>
        </p:grpSp>
        <p:grpSp>
          <p:nvGrpSpPr>
            <p:cNvPr id="28684" name="Group 57"/>
            <p:cNvGrpSpPr/>
            <p:nvPr/>
          </p:nvGrpSpPr>
          <p:grpSpPr bwMode="auto">
            <a:xfrm>
              <a:off x="4464" y="3168"/>
              <a:ext cx="336" cy="298"/>
              <a:chOff x="2256" y="3072"/>
              <a:chExt cx="336" cy="298"/>
            </a:xfrm>
          </p:grpSpPr>
          <p:sp>
            <p:nvSpPr>
              <p:cNvPr id="28915" name="Rectangle 58"/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6" name="Oval 59"/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7" name="Text Box 60"/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  <a:endParaRPr lang="en-US" altLang="zh-CN" sz="2000"/>
              </a:p>
            </p:txBody>
          </p:sp>
        </p:grpSp>
        <p:grpSp>
          <p:nvGrpSpPr>
            <p:cNvPr id="28685" name="Group 61"/>
            <p:cNvGrpSpPr/>
            <p:nvPr/>
          </p:nvGrpSpPr>
          <p:grpSpPr bwMode="auto">
            <a:xfrm>
              <a:off x="2256" y="2688"/>
              <a:ext cx="2400" cy="192"/>
              <a:chOff x="2304" y="2976"/>
              <a:chExt cx="2400" cy="192"/>
            </a:xfrm>
          </p:grpSpPr>
          <p:sp>
            <p:nvSpPr>
              <p:cNvPr id="28912" name="Rectangle 62"/>
              <p:cNvSpPr>
                <a:spLocks noChangeArrowheads="1"/>
              </p:cNvSpPr>
              <p:nvPr/>
            </p:nvSpPr>
            <p:spPr bwMode="auto">
              <a:xfrm>
                <a:off x="2304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3" name="Rectangle 63"/>
              <p:cNvSpPr>
                <a:spLocks noChangeArrowheads="1"/>
              </p:cNvSpPr>
              <p:nvPr/>
            </p:nvSpPr>
            <p:spPr bwMode="auto">
              <a:xfrm>
                <a:off x="3408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4" name="Rectangle 64"/>
              <p:cNvSpPr>
                <a:spLocks noChangeArrowheads="1"/>
              </p:cNvSpPr>
              <p:nvPr/>
            </p:nvSpPr>
            <p:spPr bwMode="auto">
              <a:xfrm>
                <a:off x="4416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86" name="Group 65"/>
            <p:cNvGrpSpPr/>
            <p:nvPr/>
          </p:nvGrpSpPr>
          <p:grpSpPr bwMode="auto">
            <a:xfrm>
              <a:off x="2352" y="3168"/>
              <a:ext cx="336" cy="298"/>
              <a:chOff x="2256" y="3072"/>
              <a:chExt cx="336" cy="298"/>
            </a:xfrm>
          </p:grpSpPr>
          <p:sp>
            <p:nvSpPr>
              <p:cNvPr id="28909" name="Rectangle 66"/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0" name="Oval 67"/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1" name="Text Box 68"/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000"/>
              </a:p>
            </p:txBody>
          </p:sp>
        </p:grpSp>
        <p:grpSp>
          <p:nvGrpSpPr>
            <p:cNvPr id="28687" name="Group 69"/>
            <p:cNvGrpSpPr/>
            <p:nvPr/>
          </p:nvGrpSpPr>
          <p:grpSpPr bwMode="auto">
            <a:xfrm>
              <a:off x="4992" y="864"/>
              <a:ext cx="576" cy="298"/>
              <a:chOff x="4992" y="1392"/>
              <a:chExt cx="576" cy="298"/>
            </a:xfrm>
          </p:grpSpPr>
          <p:sp>
            <p:nvSpPr>
              <p:cNvPr id="28906" name="Rectangle 70"/>
              <p:cNvSpPr>
                <a:spLocks noChangeArrowheads="1"/>
              </p:cNvSpPr>
              <p:nvPr/>
            </p:nvSpPr>
            <p:spPr bwMode="auto">
              <a:xfrm>
                <a:off x="4992" y="1488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07" name="Oval 71"/>
              <p:cNvSpPr>
                <a:spLocks noChangeArrowheads="1"/>
              </p:cNvSpPr>
              <p:nvPr/>
            </p:nvSpPr>
            <p:spPr bwMode="auto">
              <a:xfrm>
                <a:off x="5232" y="1392"/>
                <a:ext cx="89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08" name="Text Box 72"/>
              <p:cNvSpPr txBox="1">
                <a:spLocks noChangeArrowheads="1"/>
              </p:cNvSpPr>
              <p:nvPr/>
            </p:nvSpPr>
            <p:spPr bwMode="auto">
              <a:xfrm>
                <a:off x="4992" y="1440"/>
                <a:ext cx="5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  <a:endParaRPr lang="en-US" altLang="zh-CN" sz="2000"/>
              </a:p>
            </p:txBody>
          </p:sp>
        </p:grpSp>
        <p:grpSp>
          <p:nvGrpSpPr>
            <p:cNvPr id="28688" name="Group 73"/>
            <p:cNvGrpSpPr/>
            <p:nvPr/>
          </p:nvGrpSpPr>
          <p:grpSpPr bwMode="auto">
            <a:xfrm>
              <a:off x="1200" y="1152"/>
              <a:ext cx="3168" cy="288"/>
              <a:chOff x="1200" y="1440"/>
              <a:chExt cx="3168" cy="288"/>
            </a:xfrm>
          </p:grpSpPr>
          <p:sp>
            <p:nvSpPr>
              <p:cNvPr id="28902" name="Line 74"/>
              <p:cNvSpPr>
                <a:spLocks noChangeShapeType="1"/>
              </p:cNvSpPr>
              <p:nvPr/>
            </p:nvSpPr>
            <p:spPr bwMode="auto">
              <a:xfrm flipV="1">
                <a:off x="120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03" name="Line 75"/>
              <p:cNvSpPr>
                <a:spLocks noChangeShapeType="1"/>
              </p:cNvSpPr>
              <p:nvPr/>
            </p:nvSpPr>
            <p:spPr bwMode="auto">
              <a:xfrm flipV="1">
                <a:off x="2304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04" name="Line 76"/>
              <p:cNvSpPr>
                <a:spLocks noChangeShapeType="1"/>
              </p:cNvSpPr>
              <p:nvPr/>
            </p:nvSpPr>
            <p:spPr bwMode="auto">
              <a:xfrm flipV="1">
                <a:off x="336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05" name="Line 77"/>
              <p:cNvSpPr>
                <a:spLocks noChangeShapeType="1"/>
              </p:cNvSpPr>
              <p:nvPr/>
            </p:nvSpPr>
            <p:spPr bwMode="auto">
              <a:xfrm flipV="1">
                <a:off x="4368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89" name="Line 78"/>
            <p:cNvSpPr>
              <a:spLocks noChangeShapeType="1"/>
            </p:cNvSpPr>
            <p:nvPr/>
          </p:nvSpPr>
          <p:spPr bwMode="auto">
            <a:xfrm>
              <a:off x="576" y="254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Line 79"/>
            <p:cNvSpPr>
              <a:spLocks noChangeShapeType="1"/>
            </p:cNvSpPr>
            <p:nvPr/>
          </p:nvSpPr>
          <p:spPr bwMode="auto">
            <a:xfrm flipV="1">
              <a:off x="864" y="244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691" name="Group 80"/>
            <p:cNvGrpSpPr/>
            <p:nvPr/>
          </p:nvGrpSpPr>
          <p:grpSpPr bwMode="auto">
            <a:xfrm>
              <a:off x="1200" y="1824"/>
              <a:ext cx="288" cy="672"/>
              <a:chOff x="1200" y="2112"/>
              <a:chExt cx="288" cy="672"/>
            </a:xfrm>
          </p:grpSpPr>
          <p:grpSp>
            <p:nvGrpSpPr>
              <p:cNvPr id="28897" name="Group 81"/>
              <p:cNvGrpSpPr/>
              <p:nvPr/>
            </p:nvGrpSpPr>
            <p:grpSpPr bwMode="auto">
              <a:xfrm>
                <a:off x="1200" y="2552"/>
                <a:ext cx="288" cy="232"/>
                <a:chOff x="1008" y="2736"/>
                <a:chExt cx="288" cy="232"/>
              </a:xfrm>
            </p:grpSpPr>
            <p:sp>
              <p:nvSpPr>
                <p:cNvPr id="28900" name="Rectangle 82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01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98" name="Oval 84"/>
              <p:cNvSpPr>
                <a:spLocks noChangeArrowheads="1"/>
              </p:cNvSpPr>
              <p:nvPr/>
            </p:nvSpPr>
            <p:spPr bwMode="auto">
              <a:xfrm>
                <a:off x="1296" y="2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99" name="Line 85"/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92" name="Group 86"/>
            <p:cNvGrpSpPr/>
            <p:nvPr/>
          </p:nvGrpSpPr>
          <p:grpSpPr bwMode="auto">
            <a:xfrm>
              <a:off x="2256" y="1816"/>
              <a:ext cx="288" cy="672"/>
              <a:chOff x="2256" y="2104"/>
              <a:chExt cx="288" cy="672"/>
            </a:xfrm>
          </p:grpSpPr>
          <p:grpSp>
            <p:nvGrpSpPr>
              <p:cNvPr id="28892" name="Group 87"/>
              <p:cNvGrpSpPr/>
              <p:nvPr/>
            </p:nvGrpSpPr>
            <p:grpSpPr bwMode="auto">
              <a:xfrm>
                <a:off x="2256" y="2544"/>
                <a:ext cx="288" cy="232"/>
                <a:chOff x="1008" y="2736"/>
                <a:chExt cx="288" cy="232"/>
              </a:xfrm>
            </p:grpSpPr>
            <p:sp>
              <p:nvSpPr>
                <p:cNvPr id="28895" name="Rectangle 88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96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93" name="Oval 90"/>
              <p:cNvSpPr>
                <a:spLocks noChangeArrowheads="1"/>
              </p:cNvSpPr>
              <p:nvPr/>
            </p:nvSpPr>
            <p:spPr bwMode="auto">
              <a:xfrm>
                <a:off x="2352" y="24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94" name="Line 91"/>
              <p:cNvSpPr>
                <a:spLocks noChangeShapeType="1"/>
              </p:cNvSpPr>
              <p:nvPr/>
            </p:nvSpPr>
            <p:spPr bwMode="auto">
              <a:xfrm flipV="1">
                <a:off x="2400" y="21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93" name="Group 92"/>
            <p:cNvGrpSpPr/>
            <p:nvPr/>
          </p:nvGrpSpPr>
          <p:grpSpPr bwMode="auto">
            <a:xfrm>
              <a:off x="3360" y="1824"/>
              <a:ext cx="288" cy="672"/>
              <a:chOff x="1296" y="2208"/>
              <a:chExt cx="288" cy="672"/>
            </a:xfrm>
          </p:grpSpPr>
          <p:grpSp>
            <p:nvGrpSpPr>
              <p:cNvPr id="28887" name="Group 93"/>
              <p:cNvGrpSpPr/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28890" name="Rectangle 94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91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88" name="Oval 96"/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89" name="Line 97"/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1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94" name="Group 98"/>
            <p:cNvGrpSpPr/>
            <p:nvPr/>
          </p:nvGrpSpPr>
          <p:grpSpPr bwMode="auto">
            <a:xfrm>
              <a:off x="4368" y="1824"/>
              <a:ext cx="288" cy="672"/>
              <a:chOff x="1296" y="2208"/>
              <a:chExt cx="288" cy="672"/>
            </a:xfrm>
          </p:grpSpPr>
          <p:grpSp>
            <p:nvGrpSpPr>
              <p:cNvPr id="28882" name="Group 99"/>
              <p:cNvGrpSpPr/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28885" name="Rectangle 100"/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86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83" name="Oval 102"/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84" name="Line 103"/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5" name="Line 104"/>
            <p:cNvSpPr>
              <a:spLocks noChangeShapeType="1"/>
            </p:cNvSpPr>
            <p:nvPr/>
          </p:nvSpPr>
          <p:spPr bwMode="auto">
            <a:xfrm flipV="1">
              <a:off x="2352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105"/>
            <p:cNvSpPr>
              <a:spLocks noChangeShapeType="1"/>
            </p:cNvSpPr>
            <p:nvPr/>
          </p:nvSpPr>
          <p:spPr bwMode="auto">
            <a:xfrm flipV="1">
              <a:off x="3456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106"/>
            <p:cNvSpPr>
              <a:spLocks noChangeShapeType="1"/>
            </p:cNvSpPr>
            <p:nvPr/>
          </p:nvSpPr>
          <p:spPr bwMode="auto">
            <a:xfrm flipV="1">
              <a:off x="4464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698" name="Group 107"/>
            <p:cNvGrpSpPr/>
            <p:nvPr/>
          </p:nvGrpSpPr>
          <p:grpSpPr bwMode="auto">
            <a:xfrm>
              <a:off x="4608" y="528"/>
              <a:ext cx="336" cy="2064"/>
              <a:chOff x="4608" y="528"/>
              <a:chExt cx="336" cy="2064"/>
            </a:xfrm>
          </p:grpSpPr>
          <p:sp>
            <p:nvSpPr>
              <p:cNvPr id="28877" name="Line 108"/>
              <p:cNvSpPr>
                <a:spLocks noChangeShapeType="1"/>
              </p:cNvSpPr>
              <p:nvPr/>
            </p:nvSpPr>
            <p:spPr bwMode="auto">
              <a:xfrm flipV="1">
                <a:off x="4704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8" name="Line 109"/>
              <p:cNvSpPr>
                <a:spLocks noChangeShapeType="1"/>
              </p:cNvSpPr>
              <p:nvPr/>
            </p:nvSpPr>
            <p:spPr bwMode="auto">
              <a:xfrm>
                <a:off x="4704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9" name="Line 110"/>
              <p:cNvSpPr>
                <a:spLocks noChangeShapeType="1"/>
              </p:cNvSpPr>
              <p:nvPr/>
            </p:nvSpPr>
            <p:spPr bwMode="auto">
              <a:xfrm>
                <a:off x="4944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80" name="Line 111"/>
              <p:cNvSpPr>
                <a:spLocks noChangeShapeType="1"/>
              </p:cNvSpPr>
              <p:nvPr/>
            </p:nvSpPr>
            <p:spPr bwMode="auto">
              <a:xfrm flipH="1">
                <a:off x="4608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81" name="Line 112"/>
              <p:cNvSpPr>
                <a:spLocks noChangeShapeType="1"/>
              </p:cNvSpPr>
              <p:nvPr/>
            </p:nvSpPr>
            <p:spPr bwMode="auto">
              <a:xfrm flipV="1">
                <a:off x="4608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9" name="Line 113"/>
            <p:cNvSpPr>
              <a:spLocks noChangeShapeType="1"/>
            </p:cNvSpPr>
            <p:nvPr/>
          </p:nvSpPr>
          <p:spPr bwMode="auto">
            <a:xfrm flipV="1">
              <a:off x="249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114"/>
            <p:cNvSpPr>
              <a:spLocks noChangeShapeType="1"/>
            </p:cNvSpPr>
            <p:nvPr/>
          </p:nvSpPr>
          <p:spPr bwMode="auto">
            <a:xfrm flipV="1">
              <a:off x="3600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Line 115"/>
            <p:cNvSpPr>
              <a:spLocks noChangeShapeType="1"/>
            </p:cNvSpPr>
            <p:nvPr/>
          </p:nvSpPr>
          <p:spPr bwMode="auto">
            <a:xfrm flipV="1">
              <a:off x="4608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02" name="Group 116"/>
            <p:cNvGrpSpPr/>
            <p:nvPr/>
          </p:nvGrpSpPr>
          <p:grpSpPr bwMode="auto">
            <a:xfrm>
              <a:off x="1392" y="528"/>
              <a:ext cx="384" cy="2064"/>
              <a:chOff x="1392" y="528"/>
              <a:chExt cx="384" cy="2064"/>
            </a:xfrm>
          </p:grpSpPr>
          <p:sp>
            <p:nvSpPr>
              <p:cNvPr id="28872" name="Line 117"/>
              <p:cNvSpPr>
                <a:spLocks noChangeShapeType="1"/>
              </p:cNvSpPr>
              <p:nvPr/>
            </p:nvSpPr>
            <p:spPr bwMode="auto">
              <a:xfrm>
                <a:off x="1392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3" name="Line 118"/>
              <p:cNvSpPr>
                <a:spLocks noChangeShapeType="1"/>
              </p:cNvSpPr>
              <p:nvPr/>
            </p:nvSpPr>
            <p:spPr bwMode="auto">
              <a:xfrm flipV="1">
                <a:off x="1536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4" name="Line 119"/>
              <p:cNvSpPr>
                <a:spLocks noChangeShapeType="1"/>
              </p:cNvSpPr>
              <p:nvPr/>
            </p:nvSpPr>
            <p:spPr bwMode="auto">
              <a:xfrm>
                <a:off x="1776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5" name="Line 120"/>
              <p:cNvSpPr>
                <a:spLocks noChangeShapeType="1"/>
              </p:cNvSpPr>
              <p:nvPr/>
            </p:nvSpPr>
            <p:spPr bwMode="auto">
              <a:xfrm>
                <a:off x="1392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6" name="Line 121"/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03" name="Group 122"/>
            <p:cNvGrpSpPr/>
            <p:nvPr/>
          </p:nvGrpSpPr>
          <p:grpSpPr bwMode="auto">
            <a:xfrm>
              <a:off x="2496" y="528"/>
              <a:ext cx="336" cy="2064"/>
              <a:chOff x="2496" y="528"/>
              <a:chExt cx="336" cy="2064"/>
            </a:xfrm>
          </p:grpSpPr>
          <p:sp>
            <p:nvSpPr>
              <p:cNvPr id="28867" name="Line 123"/>
              <p:cNvSpPr>
                <a:spLocks noChangeShapeType="1"/>
              </p:cNvSpPr>
              <p:nvPr/>
            </p:nvSpPr>
            <p:spPr bwMode="auto">
              <a:xfrm flipV="1">
                <a:off x="2592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8" name="Line 124"/>
              <p:cNvSpPr>
                <a:spLocks noChangeShapeType="1"/>
              </p:cNvSpPr>
              <p:nvPr/>
            </p:nvSpPr>
            <p:spPr bwMode="auto">
              <a:xfrm>
                <a:off x="2832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9" name="Line 125"/>
              <p:cNvSpPr>
                <a:spLocks noChangeShapeType="1"/>
              </p:cNvSpPr>
              <p:nvPr/>
            </p:nvSpPr>
            <p:spPr bwMode="auto">
              <a:xfrm flipH="1">
                <a:off x="2496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0" name="Line 126"/>
              <p:cNvSpPr>
                <a:spLocks noChangeShapeType="1"/>
              </p:cNvSpPr>
              <p:nvPr/>
            </p:nvSpPr>
            <p:spPr bwMode="auto">
              <a:xfrm flipV="1">
                <a:off x="2496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1" name="Line 127"/>
              <p:cNvSpPr>
                <a:spLocks noChangeShapeType="1"/>
              </p:cNvSpPr>
              <p:nvPr/>
            </p:nvSpPr>
            <p:spPr bwMode="auto">
              <a:xfrm>
                <a:off x="2592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04" name="Group 128"/>
            <p:cNvGrpSpPr/>
            <p:nvPr/>
          </p:nvGrpSpPr>
          <p:grpSpPr bwMode="auto">
            <a:xfrm>
              <a:off x="3600" y="528"/>
              <a:ext cx="288" cy="2064"/>
              <a:chOff x="3600" y="528"/>
              <a:chExt cx="288" cy="2064"/>
            </a:xfrm>
          </p:grpSpPr>
          <p:sp>
            <p:nvSpPr>
              <p:cNvPr id="28862" name="Line 129"/>
              <p:cNvSpPr>
                <a:spLocks noChangeShapeType="1"/>
              </p:cNvSpPr>
              <p:nvPr/>
            </p:nvSpPr>
            <p:spPr bwMode="auto">
              <a:xfrm flipV="1">
                <a:off x="3648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3" name="Line 130"/>
              <p:cNvSpPr>
                <a:spLocks noChangeShapeType="1"/>
              </p:cNvSpPr>
              <p:nvPr/>
            </p:nvSpPr>
            <p:spPr bwMode="auto">
              <a:xfrm>
                <a:off x="3888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4" name="Line 131"/>
              <p:cNvSpPr>
                <a:spLocks noChangeShapeType="1"/>
              </p:cNvSpPr>
              <p:nvPr/>
            </p:nvSpPr>
            <p:spPr bwMode="auto">
              <a:xfrm flipH="1">
                <a:off x="3600" y="25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5" name="Line 132"/>
              <p:cNvSpPr>
                <a:spLocks noChangeShapeType="1"/>
              </p:cNvSpPr>
              <p:nvPr/>
            </p:nvSpPr>
            <p:spPr bwMode="auto">
              <a:xfrm flipV="1">
                <a:off x="3600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6" name="Line 133"/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05" name="Group 134"/>
            <p:cNvGrpSpPr/>
            <p:nvPr/>
          </p:nvGrpSpPr>
          <p:grpSpPr bwMode="auto">
            <a:xfrm>
              <a:off x="1728" y="2544"/>
              <a:ext cx="2784" cy="1248"/>
              <a:chOff x="1728" y="2544"/>
              <a:chExt cx="2784" cy="1248"/>
            </a:xfrm>
          </p:grpSpPr>
          <p:sp>
            <p:nvSpPr>
              <p:cNvPr id="28853" name="Line 135"/>
              <p:cNvSpPr>
                <a:spLocks noChangeShapeType="1"/>
              </p:cNvSpPr>
              <p:nvPr/>
            </p:nvSpPr>
            <p:spPr bwMode="auto">
              <a:xfrm flipV="1">
                <a:off x="4512" y="345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8854" name="Group 136"/>
              <p:cNvGrpSpPr/>
              <p:nvPr/>
            </p:nvGrpSpPr>
            <p:grpSpPr bwMode="auto">
              <a:xfrm>
                <a:off x="1728" y="2544"/>
                <a:ext cx="2784" cy="1248"/>
                <a:chOff x="1728" y="2544"/>
                <a:chExt cx="2784" cy="1248"/>
              </a:xfrm>
            </p:grpSpPr>
            <p:sp>
              <p:nvSpPr>
                <p:cNvPr id="28855" name="Oval 137"/>
                <p:cNvSpPr>
                  <a:spLocks noChangeArrowheads="1"/>
                </p:cNvSpPr>
                <p:nvPr/>
              </p:nvSpPr>
              <p:spPr bwMode="auto">
                <a:xfrm>
                  <a:off x="1728" y="254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56" name="Line 138"/>
                <p:cNvSpPr>
                  <a:spLocks noChangeShapeType="1"/>
                </p:cNvSpPr>
                <p:nvPr/>
              </p:nvSpPr>
              <p:spPr bwMode="auto">
                <a:xfrm>
                  <a:off x="1776" y="2592"/>
                  <a:ext cx="0" cy="11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7" name="Line 139"/>
                <p:cNvSpPr>
                  <a:spLocks noChangeShapeType="1"/>
                </p:cNvSpPr>
                <p:nvPr/>
              </p:nvSpPr>
              <p:spPr bwMode="auto">
                <a:xfrm>
                  <a:off x="1776" y="3744"/>
                  <a:ext cx="27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8" name="Line 140"/>
                <p:cNvSpPr>
                  <a:spLocks noChangeShapeType="1"/>
                </p:cNvSpPr>
                <p:nvPr/>
              </p:nvSpPr>
              <p:spPr bwMode="auto">
                <a:xfrm flipV="1">
                  <a:off x="2496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9" name="Oval 141"/>
                <p:cNvSpPr>
                  <a:spLocks noChangeArrowheads="1"/>
                </p:cNvSpPr>
                <p:nvPr/>
              </p:nvSpPr>
              <p:spPr bwMode="auto">
                <a:xfrm>
                  <a:off x="2448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60" name="Line 142"/>
                <p:cNvSpPr>
                  <a:spLocks noChangeShapeType="1"/>
                </p:cNvSpPr>
                <p:nvPr/>
              </p:nvSpPr>
              <p:spPr bwMode="auto">
                <a:xfrm flipV="1">
                  <a:off x="3552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61" name="Oval 143"/>
                <p:cNvSpPr>
                  <a:spLocks noChangeArrowheads="1"/>
                </p:cNvSpPr>
                <p:nvPr/>
              </p:nvSpPr>
              <p:spPr bwMode="auto">
                <a:xfrm>
                  <a:off x="3504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8706" name="Line 144"/>
            <p:cNvSpPr>
              <a:spLocks noChangeShapeType="1"/>
            </p:cNvSpPr>
            <p:nvPr/>
          </p:nvSpPr>
          <p:spPr bwMode="auto">
            <a:xfrm flipV="1">
              <a:off x="3648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07" name="Group 145"/>
            <p:cNvGrpSpPr/>
            <p:nvPr/>
          </p:nvGrpSpPr>
          <p:grpSpPr bwMode="auto">
            <a:xfrm>
              <a:off x="2784" y="2544"/>
              <a:ext cx="1824" cy="1152"/>
              <a:chOff x="2784" y="2544"/>
              <a:chExt cx="1824" cy="1152"/>
            </a:xfrm>
          </p:grpSpPr>
          <p:sp>
            <p:nvSpPr>
              <p:cNvPr id="28847" name="Oval 146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848" name="Group 147"/>
              <p:cNvGrpSpPr/>
              <p:nvPr/>
            </p:nvGrpSpPr>
            <p:grpSpPr bwMode="auto">
              <a:xfrm>
                <a:off x="2832" y="2592"/>
                <a:ext cx="1776" cy="1104"/>
                <a:chOff x="2832" y="2592"/>
                <a:chExt cx="1776" cy="1104"/>
              </a:xfrm>
            </p:grpSpPr>
            <p:sp>
              <p:nvSpPr>
                <p:cNvPr id="28849" name="Line 148"/>
                <p:cNvSpPr>
                  <a:spLocks noChangeShapeType="1"/>
                </p:cNvSpPr>
                <p:nvPr/>
              </p:nvSpPr>
              <p:spPr bwMode="auto">
                <a:xfrm>
                  <a:off x="2832" y="3648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0" name="Line 149"/>
                <p:cNvSpPr>
                  <a:spLocks noChangeShapeType="1"/>
                </p:cNvSpPr>
                <p:nvPr/>
              </p:nvSpPr>
              <p:spPr bwMode="auto">
                <a:xfrm>
                  <a:off x="2832" y="2592"/>
                  <a:ext cx="0" cy="10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1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4608" y="34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2" name="Oval 151"/>
                <p:cNvSpPr>
                  <a:spLocks noChangeArrowheads="1"/>
                </p:cNvSpPr>
                <p:nvPr/>
              </p:nvSpPr>
              <p:spPr bwMode="auto">
                <a:xfrm>
                  <a:off x="3600" y="360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8708" name="Group 152"/>
            <p:cNvGrpSpPr/>
            <p:nvPr/>
          </p:nvGrpSpPr>
          <p:grpSpPr bwMode="auto">
            <a:xfrm>
              <a:off x="3840" y="2544"/>
              <a:ext cx="864" cy="1008"/>
              <a:chOff x="3840" y="2544"/>
              <a:chExt cx="864" cy="1008"/>
            </a:xfrm>
          </p:grpSpPr>
          <p:sp>
            <p:nvSpPr>
              <p:cNvPr id="28843" name="Line 153"/>
              <p:cNvSpPr>
                <a:spLocks noChangeShapeType="1"/>
              </p:cNvSpPr>
              <p:nvPr/>
            </p:nvSpPr>
            <p:spPr bwMode="auto">
              <a:xfrm>
                <a:off x="3888" y="355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4" name="Line 154"/>
              <p:cNvSpPr>
                <a:spLocks noChangeShapeType="1"/>
              </p:cNvSpPr>
              <p:nvPr/>
            </p:nvSpPr>
            <p:spPr bwMode="auto">
              <a:xfrm>
                <a:off x="3888" y="25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5" name="Oval 155"/>
              <p:cNvSpPr>
                <a:spLocks noChangeArrowheads="1"/>
              </p:cNvSpPr>
              <p:nvPr/>
            </p:nvSpPr>
            <p:spPr bwMode="auto">
              <a:xfrm>
                <a:off x="3840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46" name="Line 156"/>
              <p:cNvSpPr>
                <a:spLocks noChangeShapeType="1"/>
              </p:cNvSpPr>
              <p:nvPr/>
            </p:nvSpPr>
            <p:spPr bwMode="auto">
              <a:xfrm flipV="1">
                <a:off x="4704" y="34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709" name="Line 157"/>
            <p:cNvSpPr>
              <a:spLocks noChangeShapeType="1"/>
            </p:cNvSpPr>
            <p:nvPr/>
          </p:nvSpPr>
          <p:spPr bwMode="auto">
            <a:xfrm>
              <a:off x="5232" y="1152"/>
              <a:ext cx="0" cy="2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10" name="Group 158"/>
            <p:cNvGrpSpPr/>
            <p:nvPr/>
          </p:nvGrpSpPr>
          <p:grpSpPr bwMode="auto">
            <a:xfrm>
              <a:off x="4896" y="1152"/>
              <a:ext cx="144" cy="1488"/>
              <a:chOff x="4896" y="1152"/>
              <a:chExt cx="144" cy="1488"/>
            </a:xfrm>
          </p:grpSpPr>
          <p:sp>
            <p:nvSpPr>
              <p:cNvPr id="28840" name="Line 159"/>
              <p:cNvSpPr>
                <a:spLocks noChangeShapeType="1"/>
              </p:cNvSpPr>
              <p:nvPr/>
            </p:nvSpPr>
            <p:spPr bwMode="auto">
              <a:xfrm>
                <a:off x="4944" y="25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1" name="Line 160"/>
              <p:cNvSpPr>
                <a:spLocks noChangeShapeType="1"/>
              </p:cNvSpPr>
              <p:nvPr/>
            </p:nvSpPr>
            <p:spPr bwMode="auto">
              <a:xfrm>
                <a:off x="5040" y="1152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2" name="Oval 161"/>
              <p:cNvSpPr>
                <a:spLocks noChangeArrowheads="1"/>
              </p:cNvSpPr>
              <p:nvPr/>
            </p:nvSpPr>
            <p:spPr bwMode="auto">
              <a:xfrm>
                <a:off x="4896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711" name="Group 162"/>
            <p:cNvGrpSpPr/>
            <p:nvPr/>
          </p:nvGrpSpPr>
          <p:grpSpPr bwMode="auto">
            <a:xfrm>
              <a:off x="4656" y="1152"/>
              <a:ext cx="480" cy="2448"/>
              <a:chOff x="4656" y="1152"/>
              <a:chExt cx="480" cy="2448"/>
            </a:xfrm>
          </p:grpSpPr>
          <p:sp>
            <p:nvSpPr>
              <p:cNvPr id="28838" name="Line 163"/>
              <p:cNvSpPr>
                <a:spLocks noChangeShapeType="1"/>
              </p:cNvSpPr>
              <p:nvPr/>
            </p:nvSpPr>
            <p:spPr bwMode="auto">
              <a:xfrm>
                <a:off x="5136" y="1152"/>
                <a:ext cx="0" cy="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39" name="Oval 164"/>
              <p:cNvSpPr>
                <a:spLocks noChangeArrowheads="1"/>
              </p:cNvSpPr>
              <p:nvPr/>
            </p:nvSpPr>
            <p:spPr bwMode="auto">
              <a:xfrm>
                <a:off x="4656" y="35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712" name="Line 165"/>
            <p:cNvSpPr>
              <a:spLocks noChangeShapeType="1"/>
            </p:cNvSpPr>
            <p:nvPr/>
          </p:nvSpPr>
          <p:spPr bwMode="auto">
            <a:xfrm>
              <a:off x="4704" y="35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13" name="Group 166"/>
            <p:cNvGrpSpPr/>
            <p:nvPr/>
          </p:nvGrpSpPr>
          <p:grpSpPr bwMode="auto">
            <a:xfrm>
              <a:off x="4560" y="3600"/>
              <a:ext cx="672" cy="96"/>
              <a:chOff x="4560" y="3600"/>
              <a:chExt cx="672" cy="96"/>
            </a:xfrm>
          </p:grpSpPr>
          <p:sp>
            <p:nvSpPr>
              <p:cNvPr id="28836" name="Oval 167"/>
              <p:cNvSpPr>
                <a:spLocks noChangeArrowheads="1"/>
              </p:cNvSpPr>
              <p:nvPr/>
            </p:nvSpPr>
            <p:spPr bwMode="auto">
              <a:xfrm>
                <a:off x="4560" y="36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37" name="Line 168"/>
              <p:cNvSpPr>
                <a:spLocks noChangeShapeType="1"/>
              </p:cNvSpPr>
              <p:nvPr/>
            </p:nvSpPr>
            <p:spPr bwMode="auto">
              <a:xfrm>
                <a:off x="4608" y="364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4" name="Group 169"/>
            <p:cNvGrpSpPr/>
            <p:nvPr/>
          </p:nvGrpSpPr>
          <p:grpSpPr bwMode="auto">
            <a:xfrm>
              <a:off x="4464" y="1152"/>
              <a:ext cx="864" cy="2640"/>
              <a:chOff x="4464" y="1152"/>
              <a:chExt cx="864" cy="2640"/>
            </a:xfrm>
          </p:grpSpPr>
          <p:sp>
            <p:nvSpPr>
              <p:cNvPr id="28833" name="Line 170"/>
              <p:cNvSpPr>
                <a:spLocks noChangeShapeType="1"/>
              </p:cNvSpPr>
              <p:nvPr/>
            </p:nvSpPr>
            <p:spPr bwMode="auto">
              <a:xfrm>
                <a:off x="5328" y="1152"/>
                <a:ext cx="0" cy="25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34" name="Oval 171"/>
              <p:cNvSpPr>
                <a:spLocks noChangeArrowheads="1"/>
              </p:cNvSpPr>
              <p:nvPr/>
            </p:nvSpPr>
            <p:spPr bwMode="auto">
              <a:xfrm>
                <a:off x="446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35" name="Line 172"/>
              <p:cNvSpPr>
                <a:spLocks noChangeShapeType="1"/>
              </p:cNvSpPr>
              <p:nvPr/>
            </p:nvSpPr>
            <p:spPr bwMode="auto">
              <a:xfrm>
                <a:off x="4512" y="374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5" name="Group 173"/>
            <p:cNvGrpSpPr/>
            <p:nvPr/>
          </p:nvGrpSpPr>
          <p:grpSpPr bwMode="auto">
            <a:xfrm>
              <a:off x="192" y="1152"/>
              <a:ext cx="4464" cy="2976"/>
              <a:chOff x="192" y="1152"/>
              <a:chExt cx="4464" cy="2976"/>
            </a:xfrm>
          </p:grpSpPr>
          <p:grpSp>
            <p:nvGrpSpPr>
              <p:cNvPr id="28817" name="Group 174"/>
              <p:cNvGrpSpPr/>
              <p:nvPr/>
            </p:nvGrpSpPr>
            <p:grpSpPr bwMode="auto">
              <a:xfrm>
                <a:off x="192" y="1152"/>
                <a:ext cx="4464" cy="2592"/>
                <a:chOff x="192" y="1440"/>
                <a:chExt cx="4464" cy="2592"/>
              </a:xfrm>
            </p:grpSpPr>
            <p:grpSp>
              <p:nvGrpSpPr>
                <p:cNvPr id="28819" name="Group 175"/>
                <p:cNvGrpSpPr/>
                <p:nvPr/>
              </p:nvGrpSpPr>
              <p:grpSpPr bwMode="auto">
                <a:xfrm>
                  <a:off x="192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28830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31" name="Oval 177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32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sp>
              <p:nvSpPr>
                <p:cNvPr id="28820" name="Line 179"/>
                <p:cNvSpPr>
                  <a:spLocks noChangeShapeType="1"/>
                </p:cNvSpPr>
                <p:nvPr/>
              </p:nvSpPr>
              <p:spPr bwMode="auto">
                <a:xfrm flipV="1">
                  <a:off x="336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1" name="Line 180"/>
                <p:cNvSpPr>
                  <a:spLocks noChangeShapeType="1"/>
                </p:cNvSpPr>
                <p:nvPr/>
              </p:nvSpPr>
              <p:spPr bwMode="auto">
                <a:xfrm flipV="1">
                  <a:off x="336" y="1536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2" name="Line 181"/>
                <p:cNvSpPr>
                  <a:spLocks noChangeShapeType="1"/>
                </p:cNvSpPr>
                <p:nvPr/>
              </p:nvSpPr>
              <p:spPr bwMode="auto">
                <a:xfrm>
                  <a:off x="336" y="1536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3" name="Line 182"/>
                <p:cNvSpPr>
                  <a:spLocks noChangeShapeType="1"/>
                </p:cNvSpPr>
                <p:nvPr/>
              </p:nvSpPr>
              <p:spPr bwMode="auto">
                <a:xfrm flipV="1">
                  <a:off x="465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4" name="Line 183"/>
                <p:cNvSpPr>
                  <a:spLocks noChangeShapeType="1"/>
                </p:cNvSpPr>
                <p:nvPr/>
              </p:nvSpPr>
              <p:spPr bwMode="auto">
                <a:xfrm flipV="1">
                  <a:off x="3600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5" name="Line 184"/>
                <p:cNvSpPr>
                  <a:spLocks noChangeShapeType="1"/>
                </p:cNvSpPr>
                <p:nvPr/>
              </p:nvSpPr>
              <p:spPr bwMode="auto">
                <a:xfrm flipV="1">
                  <a:off x="2592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6" name="Line 185"/>
                <p:cNvSpPr>
                  <a:spLocks noChangeShapeType="1"/>
                </p:cNvSpPr>
                <p:nvPr/>
              </p:nvSpPr>
              <p:spPr bwMode="auto">
                <a:xfrm flipV="1">
                  <a:off x="153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7" name="Oval 186"/>
                <p:cNvSpPr>
                  <a:spLocks noChangeArrowheads="1"/>
                </p:cNvSpPr>
                <p:nvPr/>
              </p:nvSpPr>
              <p:spPr bwMode="auto">
                <a:xfrm>
                  <a:off x="1488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28" name="Oval 187"/>
                <p:cNvSpPr>
                  <a:spLocks noChangeArrowheads="1"/>
                </p:cNvSpPr>
                <p:nvPr/>
              </p:nvSpPr>
              <p:spPr bwMode="auto">
                <a:xfrm>
                  <a:off x="2544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29" name="Oval 188"/>
                <p:cNvSpPr>
                  <a:spLocks noChangeArrowheads="1"/>
                </p:cNvSpPr>
                <p:nvPr/>
              </p:nvSpPr>
              <p:spPr bwMode="auto">
                <a:xfrm>
                  <a:off x="3552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818" name="Line 189"/>
              <p:cNvSpPr>
                <a:spLocks noChangeShapeType="1"/>
              </p:cNvSpPr>
              <p:nvPr/>
            </p:nvSpPr>
            <p:spPr bwMode="auto">
              <a:xfrm>
                <a:off x="336" y="374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6" name="Group 190"/>
            <p:cNvGrpSpPr/>
            <p:nvPr/>
          </p:nvGrpSpPr>
          <p:grpSpPr bwMode="auto">
            <a:xfrm>
              <a:off x="432" y="1824"/>
              <a:ext cx="3792" cy="2304"/>
              <a:chOff x="432" y="1824"/>
              <a:chExt cx="3792" cy="2304"/>
            </a:xfrm>
          </p:grpSpPr>
          <p:grpSp>
            <p:nvGrpSpPr>
              <p:cNvPr id="28795" name="Group 191"/>
              <p:cNvGrpSpPr/>
              <p:nvPr/>
            </p:nvGrpSpPr>
            <p:grpSpPr bwMode="auto">
              <a:xfrm>
                <a:off x="432" y="1824"/>
                <a:ext cx="3792" cy="1920"/>
                <a:chOff x="432" y="2112"/>
                <a:chExt cx="3792" cy="1920"/>
              </a:xfrm>
            </p:grpSpPr>
            <p:grpSp>
              <p:nvGrpSpPr>
                <p:cNvPr id="28797" name="Group 192"/>
                <p:cNvGrpSpPr/>
                <p:nvPr/>
              </p:nvGrpSpPr>
              <p:grpSpPr bwMode="auto">
                <a:xfrm>
                  <a:off x="432" y="2928"/>
                  <a:ext cx="336" cy="298"/>
                  <a:chOff x="432" y="2928"/>
                  <a:chExt cx="336" cy="298"/>
                </a:xfrm>
              </p:grpSpPr>
              <p:grpSp>
                <p:nvGrpSpPr>
                  <p:cNvPr id="28812" name="Group 193"/>
                  <p:cNvGrpSpPr/>
                  <p:nvPr/>
                </p:nvGrpSpPr>
                <p:grpSpPr bwMode="auto">
                  <a:xfrm>
                    <a:off x="432" y="2928"/>
                    <a:ext cx="336" cy="298"/>
                    <a:chOff x="2256" y="3072"/>
                    <a:chExt cx="336" cy="298"/>
                  </a:xfrm>
                </p:grpSpPr>
                <p:sp>
                  <p:nvSpPr>
                    <p:cNvPr id="28814" name="Rectangle 1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6" y="3168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15" name="Oval 1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3072"/>
                      <a:ext cx="96" cy="96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16" name="Text Box 19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6" y="3120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</p:grpSp>
              <p:sp>
                <p:nvSpPr>
                  <p:cNvPr id="28813" name="Text Box 1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2976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  <a:endParaRPr lang="en-US" altLang="zh-CN" sz="2000"/>
                  </a:p>
                </p:txBody>
              </p:sp>
            </p:grpSp>
            <p:sp>
              <p:nvSpPr>
                <p:cNvPr id="28798" name="Line 198"/>
                <p:cNvSpPr>
                  <a:spLocks noChangeShapeType="1"/>
                </p:cNvSpPr>
                <p:nvPr/>
              </p:nvSpPr>
              <p:spPr bwMode="auto">
                <a:xfrm>
                  <a:off x="528" y="3216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99" name="Line 199"/>
                <p:cNvSpPr>
                  <a:spLocks noChangeShapeType="1"/>
                </p:cNvSpPr>
                <p:nvPr/>
              </p:nvSpPr>
              <p:spPr bwMode="auto">
                <a:xfrm flipV="1">
                  <a:off x="576" y="225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0" name="Line 200"/>
                <p:cNvSpPr>
                  <a:spLocks noChangeShapeType="1"/>
                </p:cNvSpPr>
                <p:nvPr/>
              </p:nvSpPr>
              <p:spPr bwMode="auto">
                <a:xfrm>
                  <a:off x="576" y="2256"/>
                  <a:ext cx="36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1" name="Line 201"/>
                <p:cNvSpPr>
                  <a:spLocks noChangeShapeType="1"/>
                </p:cNvSpPr>
                <p:nvPr/>
              </p:nvSpPr>
              <p:spPr bwMode="auto">
                <a:xfrm>
                  <a:off x="1008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2" name="Line 202"/>
                <p:cNvSpPr>
                  <a:spLocks noChangeShapeType="1"/>
                </p:cNvSpPr>
                <p:nvPr/>
              </p:nvSpPr>
              <p:spPr bwMode="auto">
                <a:xfrm>
                  <a:off x="2112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3" name="Line 203"/>
                <p:cNvSpPr>
                  <a:spLocks noChangeShapeType="1"/>
                </p:cNvSpPr>
                <p:nvPr/>
              </p:nvSpPr>
              <p:spPr bwMode="auto">
                <a:xfrm>
                  <a:off x="3216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4" name="Line 204"/>
                <p:cNvSpPr>
                  <a:spLocks noChangeShapeType="1"/>
                </p:cNvSpPr>
                <p:nvPr/>
              </p:nvSpPr>
              <p:spPr bwMode="auto">
                <a:xfrm>
                  <a:off x="4224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5" name="Line 205"/>
                <p:cNvSpPr>
                  <a:spLocks noChangeShapeType="1"/>
                </p:cNvSpPr>
                <p:nvPr/>
              </p:nvSpPr>
              <p:spPr bwMode="auto">
                <a:xfrm flipH="1">
                  <a:off x="624" y="33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6" name="Line 206"/>
                <p:cNvSpPr>
                  <a:spLocks noChangeShapeType="1"/>
                </p:cNvSpPr>
                <p:nvPr/>
              </p:nvSpPr>
              <p:spPr bwMode="auto">
                <a:xfrm flipV="1">
                  <a:off x="624" y="32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7" name="Oval 207"/>
                <p:cNvSpPr>
                  <a:spLocks noChangeArrowheads="1"/>
                </p:cNvSpPr>
                <p:nvPr/>
              </p:nvSpPr>
              <p:spPr bwMode="auto">
                <a:xfrm>
                  <a:off x="960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08" name="Oval 208"/>
                <p:cNvSpPr>
                  <a:spLocks noChangeArrowheads="1"/>
                </p:cNvSpPr>
                <p:nvPr/>
              </p:nvSpPr>
              <p:spPr bwMode="auto">
                <a:xfrm>
                  <a:off x="2064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09" name="Oval 209"/>
                <p:cNvSpPr>
                  <a:spLocks noChangeArrowheads="1"/>
                </p:cNvSpPr>
                <p:nvPr/>
              </p:nvSpPr>
              <p:spPr bwMode="auto">
                <a:xfrm>
                  <a:off x="3168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10" name="Oval 210"/>
                <p:cNvSpPr>
                  <a:spLocks noChangeArrowheads="1"/>
                </p:cNvSpPr>
                <p:nvPr/>
              </p:nvSpPr>
              <p:spPr bwMode="auto">
                <a:xfrm>
                  <a:off x="528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11" name="Oval 211"/>
                <p:cNvSpPr>
                  <a:spLocks noChangeArrowheads="1"/>
                </p:cNvSpPr>
                <p:nvPr/>
              </p:nvSpPr>
              <p:spPr bwMode="auto">
                <a:xfrm>
                  <a:off x="912" y="326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796" name="Line 212"/>
              <p:cNvSpPr>
                <a:spLocks noChangeShapeType="1"/>
              </p:cNvSpPr>
              <p:nvPr/>
            </p:nvSpPr>
            <p:spPr bwMode="auto">
              <a:xfrm>
                <a:off x="528" y="369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7" name="Group 213"/>
            <p:cNvGrpSpPr/>
            <p:nvPr/>
          </p:nvGrpSpPr>
          <p:grpSpPr bwMode="auto">
            <a:xfrm>
              <a:off x="768" y="1824"/>
              <a:ext cx="3888" cy="2304"/>
              <a:chOff x="768" y="1824"/>
              <a:chExt cx="3888" cy="2304"/>
            </a:xfrm>
          </p:grpSpPr>
          <p:grpSp>
            <p:nvGrpSpPr>
              <p:cNvPr id="28774" name="Group 214"/>
              <p:cNvGrpSpPr/>
              <p:nvPr/>
            </p:nvGrpSpPr>
            <p:grpSpPr bwMode="auto">
              <a:xfrm>
                <a:off x="768" y="1824"/>
                <a:ext cx="3888" cy="1920"/>
                <a:chOff x="768" y="2112"/>
                <a:chExt cx="3888" cy="1920"/>
              </a:xfrm>
            </p:grpSpPr>
            <p:grpSp>
              <p:nvGrpSpPr>
                <p:cNvPr id="28776" name="Group 215"/>
                <p:cNvGrpSpPr/>
                <p:nvPr/>
              </p:nvGrpSpPr>
              <p:grpSpPr bwMode="auto">
                <a:xfrm>
                  <a:off x="816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28792" name="Rectangle 216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" name="Oval 217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4" name="Text Box 2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grpSp>
              <p:nvGrpSpPr>
                <p:cNvPr id="28777" name="Group 219"/>
                <p:cNvGrpSpPr/>
                <p:nvPr/>
              </p:nvGrpSpPr>
              <p:grpSpPr bwMode="auto">
                <a:xfrm>
                  <a:off x="768" y="2448"/>
                  <a:ext cx="336" cy="298"/>
                  <a:chOff x="2256" y="3072"/>
                  <a:chExt cx="336" cy="298"/>
                </a:xfrm>
              </p:grpSpPr>
              <p:sp>
                <p:nvSpPr>
                  <p:cNvPr id="28789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0" name="Oval 221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" name="Text Box 2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  <a:endParaRPr lang="en-US" altLang="zh-CN" sz="2000"/>
                  </a:p>
                </p:txBody>
              </p:sp>
            </p:grpSp>
            <p:sp>
              <p:nvSpPr>
                <p:cNvPr id="28778" name="Line 223"/>
                <p:cNvSpPr>
                  <a:spLocks noChangeShapeType="1"/>
                </p:cNvSpPr>
                <p:nvPr/>
              </p:nvSpPr>
              <p:spPr bwMode="auto">
                <a:xfrm flipV="1">
                  <a:off x="960" y="2736"/>
                  <a:ext cx="0" cy="7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79" name="Line 224"/>
                <p:cNvSpPr>
                  <a:spLocks noChangeShapeType="1"/>
                </p:cNvSpPr>
                <p:nvPr/>
              </p:nvSpPr>
              <p:spPr bwMode="auto">
                <a:xfrm>
                  <a:off x="960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0" name="Line 225"/>
                <p:cNvSpPr>
                  <a:spLocks noChangeShapeType="1"/>
                </p:cNvSpPr>
                <p:nvPr/>
              </p:nvSpPr>
              <p:spPr bwMode="auto">
                <a:xfrm flipV="1">
                  <a:off x="912" y="235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1" name="Line 226"/>
                <p:cNvSpPr>
                  <a:spLocks noChangeShapeType="1"/>
                </p:cNvSpPr>
                <p:nvPr/>
              </p:nvSpPr>
              <p:spPr bwMode="auto">
                <a:xfrm>
                  <a:off x="912" y="2352"/>
                  <a:ext cx="37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2" name="Line 227"/>
                <p:cNvSpPr>
                  <a:spLocks noChangeShapeType="1"/>
                </p:cNvSpPr>
                <p:nvPr/>
              </p:nvSpPr>
              <p:spPr bwMode="auto">
                <a:xfrm flipV="1">
                  <a:off x="4656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3" name="Line 228"/>
                <p:cNvSpPr>
                  <a:spLocks noChangeShapeType="1"/>
                </p:cNvSpPr>
                <p:nvPr/>
              </p:nvSpPr>
              <p:spPr bwMode="auto">
                <a:xfrm flipV="1">
                  <a:off x="1440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4" name="Line 229"/>
                <p:cNvSpPr>
                  <a:spLocks noChangeShapeType="1"/>
                </p:cNvSpPr>
                <p:nvPr/>
              </p:nvSpPr>
              <p:spPr bwMode="auto">
                <a:xfrm flipV="1">
                  <a:off x="2544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5" name="Line 230"/>
                <p:cNvSpPr>
                  <a:spLocks noChangeShapeType="1"/>
                </p:cNvSpPr>
                <p:nvPr/>
              </p:nvSpPr>
              <p:spPr bwMode="auto">
                <a:xfrm flipV="1">
                  <a:off x="3648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6" name="Oval 231"/>
                <p:cNvSpPr>
                  <a:spLocks noChangeArrowheads="1"/>
                </p:cNvSpPr>
                <p:nvPr/>
              </p:nvSpPr>
              <p:spPr bwMode="auto">
                <a:xfrm>
                  <a:off x="1392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87" name="Oval 232"/>
                <p:cNvSpPr>
                  <a:spLocks noChangeArrowheads="1"/>
                </p:cNvSpPr>
                <p:nvPr/>
              </p:nvSpPr>
              <p:spPr bwMode="auto">
                <a:xfrm>
                  <a:off x="2496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88" name="Oval 233"/>
                <p:cNvSpPr>
                  <a:spLocks noChangeArrowheads="1"/>
                </p:cNvSpPr>
                <p:nvPr/>
              </p:nvSpPr>
              <p:spPr bwMode="auto">
                <a:xfrm>
                  <a:off x="3600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775" name="Line 234"/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718" name="Line 235"/>
            <p:cNvSpPr>
              <a:spLocks noChangeShapeType="1"/>
            </p:cNvSpPr>
            <p:nvPr/>
          </p:nvSpPr>
          <p:spPr bwMode="auto">
            <a:xfrm flipV="1">
              <a:off x="5280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9" name="Text Box 236"/>
            <p:cNvSpPr txBox="1">
              <a:spLocks noChangeArrowheads="1"/>
            </p:cNvSpPr>
            <p:nvPr/>
          </p:nvSpPr>
          <p:spPr bwMode="auto">
            <a:xfrm>
              <a:off x="48" y="392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  <a:endParaRPr lang="en-US" altLang="zh-CN" sz="2000"/>
            </a:p>
          </p:txBody>
        </p:sp>
        <p:sp>
          <p:nvSpPr>
            <p:cNvPr id="28720" name="Text Box 237"/>
            <p:cNvSpPr txBox="1">
              <a:spLocks noChangeArrowheads="1"/>
            </p:cNvSpPr>
            <p:nvPr/>
          </p:nvSpPr>
          <p:spPr bwMode="auto">
            <a:xfrm>
              <a:off x="288" y="392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L</a:t>
              </a:r>
              <a:endParaRPr lang="en-US" altLang="zh-CN" sz="2000"/>
            </a:p>
          </p:txBody>
        </p:sp>
        <p:sp>
          <p:nvSpPr>
            <p:cNvPr id="28721" name="Text Box 238"/>
            <p:cNvSpPr txBox="1">
              <a:spLocks noChangeArrowheads="1"/>
            </p:cNvSpPr>
            <p:nvPr/>
          </p:nvSpPr>
          <p:spPr bwMode="auto">
            <a:xfrm>
              <a:off x="528" y="3926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CLR</a:t>
              </a:r>
              <a:endParaRPr lang="en-US" altLang="zh-CN" sz="2000"/>
            </a:p>
          </p:txBody>
        </p:sp>
        <p:grpSp>
          <p:nvGrpSpPr>
            <p:cNvPr id="28722" name="Group 239"/>
            <p:cNvGrpSpPr/>
            <p:nvPr/>
          </p:nvGrpSpPr>
          <p:grpSpPr bwMode="auto">
            <a:xfrm>
              <a:off x="1104" y="1824"/>
              <a:ext cx="3552" cy="2362"/>
              <a:chOff x="1104" y="1824"/>
              <a:chExt cx="3552" cy="2362"/>
            </a:xfrm>
          </p:grpSpPr>
          <p:sp>
            <p:nvSpPr>
              <p:cNvPr id="28766" name="Line 240"/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0" cy="23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67" name="Line 241"/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68" name="Line 242"/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69" name="Line 243"/>
              <p:cNvSpPr>
                <a:spLocks noChangeShapeType="1"/>
              </p:cNvSpPr>
              <p:nvPr/>
            </p:nvSpPr>
            <p:spPr bwMode="auto">
              <a:xfrm>
                <a:off x="4320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70" name="Text Box 244"/>
              <p:cNvSpPr txBox="1">
                <a:spLocks noChangeArrowheads="1"/>
              </p:cNvSpPr>
              <p:nvPr/>
            </p:nvSpPr>
            <p:spPr bwMode="auto">
              <a:xfrm>
                <a:off x="1104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</a:t>
                </a:r>
                <a:endParaRPr lang="en-US" altLang="zh-CN" sz="2000"/>
              </a:p>
            </p:txBody>
          </p:sp>
          <p:sp>
            <p:nvSpPr>
              <p:cNvPr id="28771" name="Text Box 245"/>
              <p:cNvSpPr txBox="1">
                <a:spLocks noChangeArrowheads="1"/>
              </p:cNvSpPr>
              <p:nvPr/>
            </p:nvSpPr>
            <p:spPr bwMode="auto">
              <a:xfrm>
                <a:off x="2160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B</a:t>
                </a:r>
                <a:endParaRPr lang="en-US" altLang="zh-CN" sz="2000"/>
              </a:p>
            </p:txBody>
          </p:sp>
          <p:sp>
            <p:nvSpPr>
              <p:cNvPr id="28772" name="Text Box 246"/>
              <p:cNvSpPr txBox="1">
                <a:spLocks noChangeArrowheads="1"/>
              </p:cNvSpPr>
              <p:nvPr/>
            </p:nvSpPr>
            <p:spPr bwMode="auto">
              <a:xfrm>
                <a:off x="3264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</a:t>
                </a:r>
                <a:endParaRPr lang="en-US" altLang="zh-CN" sz="2000"/>
              </a:p>
            </p:txBody>
          </p:sp>
          <p:sp>
            <p:nvSpPr>
              <p:cNvPr id="28773" name="Text Box 247"/>
              <p:cNvSpPr txBox="1">
                <a:spLocks noChangeArrowheads="1"/>
              </p:cNvSpPr>
              <p:nvPr/>
            </p:nvSpPr>
            <p:spPr bwMode="auto">
              <a:xfrm>
                <a:off x="4272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</p:grpSp>
        <p:grpSp>
          <p:nvGrpSpPr>
            <p:cNvPr id="28723" name="Group 248"/>
            <p:cNvGrpSpPr/>
            <p:nvPr/>
          </p:nvGrpSpPr>
          <p:grpSpPr bwMode="auto">
            <a:xfrm>
              <a:off x="1152" y="124"/>
              <a:ext cx="3552" cy="500"/>
              <a:chOff x="1152" y="124"/>
              <a:chExt cx="3552" cy="500"/>
            </a:xfrm>
          </p:grpSpPr>
          <p:grpSp>
            <p:nvGrpSpPr>
              <p:cNvPr id="28756" name="Group 249"/>
              <p:cNvGrpSpPr/>
              <p:nvPr/>
            </p:nvGrpSpPr>
            <p:grpSpPr bwMode="auto">
              <a:xfrm>
                <a:off x="1152" y="288"/>
                <a:ext cx="3216" cy="336"/>
                <a:chOff x="1152" y="288"/>
                <a:chExt cx="3216" cy="336"/>
              </a:xfrm>
            </p:grpSpPr>
            <p:sp>
              <p:nvSpPr>
                <p:cNvPr id="28762" name="Line 250"/>
                <p:cNvSpPr>
                  <a:spLocks noChangeShapeType="1"/>
                </p:cNvSpPr>
                <p:nvPr/>
              </p:nvSpPr>
              <p:spPr bwMode="auto">
                <a:xfrm flipV="1">
                  <a:off x="1152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63" name="Line 251"/>
                <p:cNvSpPr>
                  <a:spLocks noChangeShapeType="1"/>
                </p:cNvSpPr>
                <p:nvPr/>
              </p:nvSpPr>
              <p:spPr bwMode="auto">
                <a:xfrm flipV="1">
                  <a:off x="2304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64" name="Line 252"/>
                <p:cNvSpPr>
                  <a:spLocks noChangeShapeType="1"/>
                </p:cNvSpPr>
                <p:nvPr/>
              </p:nvSpPr>
              <p:spPr bwMode="auto">
                <a:xfrm flipV="1">
                  <a:off x="3360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65" name="Line 253"/>
                <p:cNvSpPr>
                  <a:spLocks noChangeShapeType="1"/>
                </p:cNvSpPr>
                <p:nvPr/>
              </p:nvSpPr>
              <p:spPr bwMode="auto">
                <a:xfrm flipV="1">
                  <a:off x="4368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757" name="Group 254"/>
              <p:cNvGrpSpPr/>
              <p:nvPr/>
            </p:nvGrpSpPr>
            <p:grpSpPr bwMode="auto">
              <a:xfrm>
                <a:off x="1152" y="124"/>
                <a:ext cx="3552" cy="260"/>
                <a:chOff x="1152" y="124"/>
                <a:chExt cx="3552" cy="260"/>
              </a:xfrm>
            </p:grpSpPr>
            <p:sp>
              <p:nvSpPr>
                <p:cNvPr id="28758" name="Text Box 255"/>
                <p:cNvSpPr txBox="1">
                  <a:spLocks noChangeArrowheads="1"/>
                </p:cNvSpPr>
                <p:nvPr/>
              </p:nvSpPr>
              <p:spPr bwMode="auto">
                <a:xfrm>
                  <a:off x="1152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A</a:t>
                  </a:r>
                  <a:endParaRPr lang="en-US" altLang="zh-CN" sz="2400" baseline="-25000"/>
                </a:p>
              </p:txBody>
            </p:sp>
            <p:sp>
              <p:nvSpPr>
                <p:cNvPr id="28759" name="Text Box 256"/>
                <p:cNvSpPr txBox="1">
                  <a:spLocks noChangeArrowheads="1"/>
                </p:cNvSpPr>
                <p:nvPr/>
              </p:nvSpPr>
              <p:spPr bwMode="auto">
                <a:xfrm>
                  <a:off x="2256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B</a:t>
                  </a:r>
                  <a:endParaRPr lang="en-US" altLang="zh-CN" sz="2400" baseline="-25000"/>
                </a:p>
              </p:txBody>
            </p:sp>
            <p:sp>
              <p:nvSpPr>
                <p:cNvPr id="28760" name="Text Box 257"/>
                <p:cNvSpPr txBox="1">
                  <a:spLocks noChangeArrowheads="1"/>
                </p:cNvSpPr>
                <p:nvPr/>
              </p:nvSpPr>
              <p:spPr bwMode="auto">
                <a:xfrm>
                  <a:off x="3312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C</a:t>
                  </a:r>
                  <a:endParaRPr lang="en-US" altLang="zh-CN" sz="2400" baseline="-25000"/>
                </a:p>
              </p:txBody>
            </p:sp>
            <p:sp>
              <p:nvSpPr>
                <p:cNvPr id="28761" name="Text Box 258"/>
                <p:cNvSpPr txBox="1">
                  <a:spLocks noChangeArrowheads="1"/>
                </p:cNvSpPr>
                <p:nvPr/>
              </p:nvSpPr>
              <p:spPr bwMode="auto">
                <a:xfrm>
                  <a:off x="4320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D</a:t>
                  </a:r>
                  <a:endParaRPr lang="en-US" altLang="zh-CN" sz="2400" baseline="-25000"/>
                </a:p>
              </p:txBody>
            </p:sp>
          </p:grpSp>
        </p:grpSp>
        <p:sp>
          <p:nvSpPr>
            <p:cNvPr id="28724" name="Text Box 259"/>
            <p:cNvSpPr txBox="1">
              <a:spLocks noChangeArrowheads="1"/>
            </p:cNvSpPr>
            <p:nvPr/>
          </p:nvSpPr>
          <p:spPr bwMode="auto">
            <a:xfrm>
              <a:off x="5232" y="182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  <a:endParaRPr lang="en-US" altLang="zh-CN" sz="2000"/>
            </a:p>
          </p:txBody>
        </p:sp>
        <p:grpSp>
          <p:nvGrpSpPr>
            <p:cNvPr id="28725" name="Group 260"/>
            <p:cNvGrpSpPr/>
            <p:nvPr/>
          </p:nvGrpSpPr>
          <p:grpSpPr bwMode="auto">
            <a:xfrm>
              <a:off x="1296" y="2448"/>
              <a:ext cx="4464" cy="1872"/>
              <a:chOff x="1296" y="2448"/>
              <a:chExt cx="4464" cy="1872"/>
            </a:xfrm>
          </p:grpSpPr>
          <p:grpSp>
            <p:nvGrpSpPr>
              <p:cNvPr id="28735" name="Group 261"/>
              <p:cNvGrpSpPr/>
              <p:nvPr/>
            </p:nvGrpSpPr>
            <p:grpSpPr bwMode="auto">
              <a:xfrm>
                <a:off x="1296" y="2448"/>
                <a:ext cx="4416" cy="1584"/>
                <a:chOff x="1296" y="2448"/>
                <a:chExt cx="4416" cy="1584"/>
              </a:xfrm>
            </p:grpSpPr>
            <p:grpSp>
              <p:nvGrpSpPr>
                <p:cNvPr id="28738" name="Group 262"/>
                <p:cNvGrpSpPr/>
                <p:nvPr/>
              </p:nvGrpSpPr>
              <p:grpSpPr bwMode="auto">
                <a:xfrm>
                  <a:off x="1296" y="2448"/>
                  <a:ext cx="4416" cy="1200"/>
                  <a:chOff x="1296" y="2448"/>
                  <a:chExt cx="4416" cy="1200"/>
                </a:xfrm>
              </p:grpSpPr>
              <p:grpSp>
                <p:nvGrpSpPr>
                  <p:cNvPr id="28741" name="Group 263"/>
                  <p:cNvGrpSpPr/>
                  <p:nvPr/>
                </p:nvGrpSpPr>
                <p:grpSpPr bwMode="auto">
                  <a:xfrm>
                    <a:off x="5376" y="3216"/>
                    <a:ext cx="336" cy="432"/>
                    <a:chOff x="5088" y="3504"/>
                    <a:chExt cx="336" cy="432"/>
                  </a:xfrm>
                </p:grpSpPr>
                <p:sp>
                  <p:nvSpPr>
                    <p:cNvPr id="28752" name="Rectangle 2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88" y="3552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753" name="Text Box 26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088" y="3504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  <p:sp>
                  <p:nvSpPr>
                    <p:cNvPr id="28754" name="Line 26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184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55" name="Line 2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28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8742" name="Line 26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6" y="3024"/>
                    <a:ext cx="42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8743" name="Group 269"/>
                  <p:cNvGrpSpPr/>
                  <p:nvPr/>
                </p:nvGrpSpPr>
                <p:grpSpPr bwMode="auto">
                  <a:xfrm>
                    <a:off x="1296" y="2448"/>
                    <a:ext cx="4224" cy="816"/>
                    <a:chOff x="1296" y="2448"/>
                    <a:chExt cx="4224" cy="816"/>
                  </a:xfrm>
                </p:grpSpPr>
                <p:sp>
                  <p:nvSpPr>
                    <p:cNvPr id="28744" name="Line 27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12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5" name="Line 27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520" y="3024"/>
                      <a:ext cx="0" cy="2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6" name="Line 2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96" y="2448"/>
                      <a:ext cx="0" cy="57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7" name="Line 27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00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8" name="Line 27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04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9" name="Oval 2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750" name="Oval 2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56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751" name="Oval 2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4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28739" name="Line 278"/>
                <p:cNvSpPr>
                  <a:spLocks noChangeShapeType="1"/>
                </p:cNvSpPr>
                <p:nvPr/>
              </p:nvSpPr>
              <p:spPr bwMode="auto">
                <a:xfrm>
                  <a:off x="5472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40" name="Line 279"/>
                <p:cNvSpPr>
                  <a:spLocks noChangeShapeType="1"/>
                </p:cNvSpPr>
                <p:nvPr/>
              </p:nvSpPr>
              <p:spPr bwMode="auto">
                <a:xfrm>
                  <a:off x="5616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8736" name="Text Box 280"/>
              <p:cNvSpPr txBox="1">
                <a:spLocks noChangeArrowheads="1"/>
              </p:cNvSpPr>
              <p:nvPr/>
            </p:nvSpPr>
            <p:spPr bwMode="auto">
              <a:xfrm>
                <a:off x="5376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  <a:endParaRPr lang="en-US" altLang="zh-CN" sz="2000"/>
              </a:p>
            </p:txBody>
          </p:sp>
          <p:sp>
            <p:nvSpPr>
              <p:cNvPr id="28737" name="Text Box 281"/>
              <p:cNvSpPr txBox="1">
                <a:spLocks noChangeArrowheads="1"/>
              </p:cNvSpPr>
              <p:nvPr/>
            </p:nvSpPr>
            <p:spPr bwMode="auto">
              <a:xfrm>
                <a:off x="5520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  <a:endParaRPr lang="en-US" altLang="zh-CN" sz="2000"/>
              </a:p>
            </p:txBody>
          </p:sp>
        </p:grpSp>
        <p:grpSp>
          <p:nvGrpSpPr>
            <p:cNvPr id="28726" name="Group 282"/>
            <p:cNvGrpSpPr/>
            <p:nvPr/>
          </p:nvGrpSpPr>
          <p:grpSpPr bwMode="auto">
            <a:xfrm>
              <a:off x="5376" y="1152"/>
              <a:ext cx="336" cy="2496"/>
              <a:chOff x="5376" y="1152"/>
              <a:chExt cx="336" cy="2496"/>
            </a:xfrm>
          </p:grpSpPr>
          <p:sp>
            <p:nvSpPr>
              <p:cNvPr id="28727" name="Rectangle 283"/>
              <p:cNvSpPr>
                <a:spLocks noChangeArrowheads="1"/>
              </p:cNvSpPr>
              <p:nvPr/>
            </p:nvSpPr>
            <p:spPr bwMode="auto">
              <a:xfrm>
                <a:off x="5376" y="264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8" name="Oval 284"/>
              <p:cNvSpPr>
                <a:spLocks noChangeArrowheads="1"/>
              </p:cNvSpPr>
              <p:nvPr/>
            </p:nvSpPr>
            <p:spPr bwMode="auto">
              <a:xfrm>
                <a:off x="5424" y="254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9" name="Line 285"/>
              <p:cNvSpPr>
                <a:spLocks noChangeShapeType="1"/>
              </p:cNvSpPr>
              <p:nvPr/>
            </p:nvSpPr>
            <p:spPr bwMode="auto">
              <a:xfrm>
                <a:off x="5616" y="360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0" name="Line 286"/>
              <p:cNvSpPr>
                <a:spLocks noChangeShapeType="1"/>
              </p:cNvSpPr>
              <p:nvPr/>
            </p:nvSpPr>
            <p:spPr bwMode="auto">
              <a:xfrm flipH="1">
                <a:off x="5712" y="288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1" name="Line 287"/>
              <p:cNvSpPr>
                <a:spLocks noChangeShapeType="1"/>
              </p:cNvSpPr>
              <p:nvPr/>
            </p:nvSpPr>
            <p:spPr bwMode="auto">
              <a:xfrm flipH="1">
                <a:off x="5472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2" name="Line 288"/>
              <p:cNvSpPr>
                <a:spLocks noChangeShapeType="1"/>
              </p:cNvSpPr>
              <p:nvPr/>
            </p:nvSpPr>
            <p:spPr bwMode="auto">
              <a:xfrm flipV="1">
                <a:off x="5472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3" name="Line 289"/>
              <p:cNvSpPr>
                <a:spLocks noChangeShapeType="1"/>
              </p:cNvSpPr>
              <p:nvPr/>
            </p:nvSpPr>
            <p:spPr bwMode="auto">
              <a:xfrm flipV="1">
                <a:off x="5472" y="1152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4" name="Oval 290"/>
              <p:cNvSpPr>
                <a:spLocks noChangeArrowheads="1"/>
              </p:cNvSpPr>
              <p:nvPr/>
            </p:nvSpPr>
            <p:spPr bwMode="auto">
              <a:xfrm>
                <a:off x="5568" y="35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23235" name="Text Box 291"/>
          <p:cNvSpPr txBox="1">
            <a:spLocks noChangeArrowheads="1"/>
          </p:cNvSpPr>
          <p:nvPr/>
        </p:nvSpPr>
        <p:spPr bwMode="auto">
          <a:xfrm>
            <a:off x="228600" y="228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/>
              <a:t>74163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23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2268538"/>
          </a:xfrm>
        </p:spPr>
        <p:txBody>
          <a:bodyPr/>
          <a:lstStyle/>
          <a:p>
            <a:pPr>
              <a:defRPr/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101001101001101001……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同步时序电路的分析与设计方法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5862F63-AB6C-4421-A2CD-153818E7F286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5125" name="矩形 8"/>
          <p:cNvSpPr>
            <a:spLocks noChangeArrowheads="1"/>
          </p:cNvSpPr>
          <p:nvPr/>
        </p:nvSpPr>
        <p:spPr bwMode="auto">
          <a:xfrm>
            <a:off x="903288" y="3860800"/>
            <a:ext cx="7489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分析：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要求的脉冲序列为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……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，共</a:t>
            </a:r>
            <a:r>
              <a:rPr lang="en-US" altLang="zh-CN" sz="2800">
                <a:latin typeface="Times New Roman" panose="02020603050405020304" pitchFamily="18" charset="0"/>
              </a:rPr>
              <a:t>6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方法一：用</a:t>
            </a:r>
            <a:r>
              <a:rPr lang="en-US" altLang="zh-CN" dirty="0"/>
              <a:t>74163</a:t>
            </a:r>
            <a:r>
              <a:rPr lang="zh-CN" altLang="en-US" dirty="0"/>
              <a:t>计数器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dirty="0">
                <a:solidFill>
                  <a:srgbClr val="FFC000"/>
                </a:solidFill>
              </a:rPr>
              <a:t>74163</a:t>
            </a:r>
            <a:r>
              <a:rPr lang="zh-CN" altLang="en-US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配合适当的门电路，设计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FE6428F-142E-4DC5-B6CD-30A098174E9C}" type="slidenum">
              <a:rPr lang="en-US" altLang="zh-CN" sz="1000" smtClean="0"/>
            </a:fld>
            <a:endParaRPr lang="en-US" altLang="zh-CN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2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位二进制计数器的逻辑符号图</a:t>
            </a:r>
            <a:endParaRPr lang="zh-CN" altLang="en-US"/>
          </a:p>
        </p:txBody>
      </p:sp>
      <p:sp>
        <p:nvSpPr>
          <p:cNvPr id="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391051B-5BE3-4DB2-8BA7-FD9525D5DEA5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1924" name="Rectangle 4"/>
          <p:cNvSpPr>
            <a:spLocks noChangeArrowheads="1"/>
          </p:cNvSpPr>
          <p:nvPr/>
        </p:nvSpPr>
        <p:spPr bwMode="auto">
          <a:xfrm>
            <a:off x="3514725" y="5165725"/>
            <a:ext cx="9969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输入</a:t>
            </a:r>
            <a:endParaRPr lang="zh-CN" altLang="en-US" sz="3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21925" name="Rectangle 5"/>
          <p:cNvSpPr>
            <a:spLocks noChangeArrowheads="1"/>
          </p:cNvSpPr>
          <p:nvPr/>
        </p:nvSpPr>
        <p:spPr bwMode="auto">
          <a:xfrm>
            <a:off x="3886200" y="2209800"/>
            <a:ext cx="9969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输出</a:t>
            </a:r>
            <a:endParaRPr lang="zh-CN" altLang="en-US" sz="3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066800" y="2667000"/>
            <a:ext cx="5334000" cy="2286000"/>
            <a:chOff x="672" y="1680"/>
            <a:chExt cx="3360" cy="1440"/>
          </a:xfrm>
        </p:grpSpPr>
        <p:grpSp>
          <p:nvGrpSpPr>
            <p:cNvPr id="31752" name="Group 7"/>
            <p:cNvGrpSpPr/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31757" name="Rectangle 8"/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8" name="Text Box 9"/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  <a:endParaRPr lang="en-US" altLang="zh-CN" sz="2000"/>
              </a:p>
            </p:txBody>
          </p:sp>
          <p:sp>
            <p:nvSpPr>
              <p:cNvPr id="31759" name="Text Box 10"/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31760" name="Text Box 11"/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  <a:endParaRPr lang="en-US" altLang="zh-CN" sz="2000"/>
              </a:p>
            </p:txBody>
          </p:sp>
          <p:sp>
            <p:nvSpPr>
              <p:cNvPr id="31761" name="Rectangle 12"/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  <a:endParaRPr lang="en-US" altLang="zh-CN" sz="2000"/>
              </a:p>
            </p:txBody>
          </p:sp>
          <p:sp>
            <p:nvSpPr>
              <p:cNvPr id="31762" name="Line 13"/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3" name="Line 14"/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4" name="Line 15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5" name="Line 16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6" name="Line 17"/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7" name="Line 18"/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8" name="Line 19"/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9" name="Line 20"/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0" name="Line 21"/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1" name="Line 22"/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2" name="Line 23"/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3" name="Line 24"/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4" name="Line 25"/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5" name="Line 26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753" name="Group 27"/>
            <p:cNvGrpSpPr/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31755" name="Text Box 28"/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31756" name="Line 29"/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754" name="Line 30"/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4" grpId="0" autoUpdateAnimBg="0"/>
      <p:bldP spid="72192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714755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036638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集成化的计数器具有的基本功能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用</a:t>
            </a:r>
            <a:r>
              <a:rPr lang="zh-CN" altLang="en-US" dirty="0">
                <a:solidFill>
                  <a:srgbClr val="FFFF00"/>
                </a:solidFill>
              </a:rPr>
              <a:t>负边沿</a:t>
            </a:r>
            <a:r>
              <a:rPr lang="en-US" altLang="zh-CN" dirty="0"/>
              <a:t>D</a:t>
            </a:r>
            <a:r>
              <a:rPr lang="zh-CN" altLang="en-US" dirty="0"/>
              <a:t>触发器构成的</a:t>
            </a:r>
            <a:r>
              <a:rPr lang="en-US" altLang="zh-CN" dirty="0"/>
              <a:t>4</a:t>
            </a:r>
            <a:r>
              <a:rPr lang="zh-CN" altLang="en-US" dirty="0"/>
              <a:t>位二进制计数器</a:t>
            </a:r>
            <a:endParaRPr lang="zh-CN" altLang="en-US" dirty="0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00850" y="61039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6034C9A-CA35-424C-865C-6CD63AB29000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65" name="组合 64"/>
          <p:cNvGrpSpPr/>
          <p:nvPr/>
        </p:nvGrpSpPr>
        <p:grpSpPr bwMode="auto">
          <a:xfrm>
            <a:off x="892175" y="2460625"/>
            <a:ext cx="7940675" cy="3643313"/>
            <a:chOff x="611560" y="1808349"/>
            <a:chExt cx="7940675" cy="3643313"/>
          </a:xfrm>
        </p:grpSpPr>
        <p:grpSp>
          <p:nvGrpSpPr>
            <p:cNvPr id="32774" name="组合 65"/>
            <p:cNvGrpSpPr/>
            <p:nvPr/>
          </p:nvGrpSpPr>
          <p:grpSpPr bwMode="auto">
            <a:xfrm>
              <a:off x="611560" y="1808349"/>
              <a:ext cx="7239000" cy="3643313"/>
              <a:chOff x="611560" y="1808349"/>
              <a:chExt cx="7239000" cy="3643313"/>
            </a:xfrm>
          </p:grpSpPr>
          <p:grpSp>
            <p:nvGrpSpPr>
              <p:cNvPr id="32778" name="Group 10"/>
              <p:cNvGrpSpPr/>
              <p:nvPr/>
            </p:nvGrpSpPr>
            <p:grpSpPr bwMode="auto">
              <a:xfrm>
                <a:off x="687760" y="1808349"/>
                <a:ext cx="5975350" cy="747713"/>
                <a:chOff x="720" y="1833"/>
                <a:chExt cx="3764" cy="471"/>
              </a:xfrm>
            </p:grpSpPr>
            <p:sp>
              <p:nvSpPr>
                <p:cNvPr id="94" name="Rectangle 11"/>
                <p:cNvSpPr>
                  <a:spLocks noChangeArrowheads="1"/>
                </p:cNvSpPr>
                <p:nvPr/>
              </p:nvSpPr>
              <p:spPr bwMode="auto">
                <a:xfrm>
                  <a:off x="720" y="1833"/>
                  <a:ext cx="2880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55000"/>
                    </a:lnSpc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_</a:t>
                  </a:r>
                  <a:endPara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  <a:p>
                  <a:pPr eaLnBrk="1" hangingPunct="1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R</a:t>
                  </a:r>
                  <a:r>
                    <a:rPr lang="en-US" altLang="zh-CN" sz="2400" baseline="-250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D </a:t>
                  </a: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 CLR     L      T       P     CP</a:t>
                  </a:r>
                  <a:endPara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  <p:sp>
              <p:nvSpPr>
                <p:cNvPr id="3280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984" y="2016"/>
                  <a:ext cx="5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功能</a:t>
                  </a:r>
                  <a:endParaRPr lang="zh-CN" altLang="en-US" sz="2400"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32779" name="组合 70"/>
              <p:cNvGrpSpPr/>
              <p:nvPr/>
            </p:nvGrpSpPr>
            <p:grpSpPr bwMode="auto">
              <a:xfrm>
                <a:off x="611560" y="2175062"/>
                <a:ext cx="7239000" cy="3276600"/>
                <a:chOff x="611560" y="2175062"/>
                <a:chExt cx="7239000" cy="3276600"/>
              </a:xfrm>
            </p:grpSpPr>
            <p:grpSp>
              <p:nvGrpSpPr>
                <p:cNvPr id="32780" name="Group 4"/>
                <p:cNvGrpSpPr/>
                <p:nvPr/>
              </p:nvGrpSpPr>
              <p:grpSpPr bwMode="auto">
                <a:xfrm>
                  <a:off x="611560" y="2567174"/>
                  <a:ext cx="6648450" cy="455613"/>
                  <a:chOff x="672" y="2311"/>
                  <a:chExt cx="4188" cy="287"/>
                </a:xfrm>
              </p:grpSpPr>
              <p:sp>
                <p:nvSpPr>
                  <p:cNvPr id="92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311"/>
                    <a:ext cx="126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异步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93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231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0     X 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2781" name="Line 7"/>
                <p:cNvSpPr>
                  <a:spLocks noChangeShapeType="1"/>
                </p:cNvSpPr>
                <p:nvPr/>
              </p:nvSpPr>
              <p:spPr bwMode="auto">
                <a:xfrm>
                  <a:off x="611560" y="2556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82" name="Line 8"/>
                <p:cNvSpPr>
                  <a:spLocks noChangeShapeType="1"/>
                </p:cNvSpPr>
                <p:nvPr/>
              </p:nvSpPr>
              <p:spPr bwMode="auto">
                <a:xfrm>
                  <a:off x="5259760" y="2175062"/>
                  <a:ext cx="0" cy="32004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83" name="Line 9"/>
                <p:cNvSpPr>
                  <a:spLocks noChangeShapeType="1"/>
                </p:cNvSpPr>
                <p:nvPr/>
              </p:nvSpPr>
              <p:spPr bwMode="auto">
                <a:xfrm>
                  <a:off x="611560" y="35466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84" name="Line 13"/>
                <p:cNvSpPr>
                  <a:spLocks noChangeShapeType="1"/>
                </p:cNvSpPr>
                <p:nvPr/>
              </p:nvSpPr>
              <p:spPr bwMode="auto">
                <a:xfrm>
                  <a:off x="611560" y="4461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85" name="Group 14"/>
                <p:cNvGrpSpPr/>
                <p:nvPr/>
              </p:nvGrpSpPr>
              <p:grpSpPr bwMode="auto">
                <a:xfrm>
                  <a:off x="687760" y="4994462"/>
                  <a:ext cx="7162800" cy="457200"/>
                  <a:chOff x="720" y="3840"/>
                  <a:chExt cx="4512" cy="288"/>
                </a:xfrm>
              </p:grpSpPr>
              <p:sp>
                <p:nvSpPr>
                  <p:cNvPr id="90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841"/>
                    <a:ext cx="27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1     1       1       1    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0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91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3840"/>
                    <a:ext cx="1536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Hold(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保持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2786" name="Line 17"/>
                <p:cNvSpPr>
                  <a:spLocks noChangeShapeType="1"/>
                </p:cNvSpPr>
                <p:nvPr/>
              </p:nvSpPr>
              <p:spPr bwMode="auto">
                <a:xfrm>
                  <a:off x="611560" y="49944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87" name="Group 18"/>
                <p:cNvGrpSpPr/>
                <p:nvPr/>
              </p:nvGrpSpPr>
              <p:grpSpPr bwMode="auto">
                <a:xfrm>
                  <a:off x="687760" y="4537262"/>
                  <a:ext cx="6989763" cy="455612"/>
                  <a:chOff x="720" y="3552"/>
                  <a:chExt cx="4403" cy="287"/>
                </a:xfrm>
              </p:grpSpPr>
              <p:sp>
                <p:nvSpPr>
                  <p:cNvPr id="8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552"/>
                    <a:ext cx="288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0    X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89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552"/>
                    <a:ext cx="1475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FF Hold, RC=0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2788" name="Line 21"/>
                <p:cNvSpPr>
                  <a:spLocks noChangeShapeType="1"/>
                </p:cNvSpPr>
                <p:nvPr/>
              </p:nvSpPr>
              <p:spPr bwMode="auto">
                <a:xfrm>
                  <a:off x="611560" y="30132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89" name="Group 39"/>
                <p:cNvGrpSpPr/>
                <p:nvPr/>
              </p:nvGrpSpPr>
              <p:grpSpPr bwMode="auto">
                <a:xfrm>
                  <a:off x="725860" y="3043424"/>
                  <a:ext cx="6502400" cy="458788"/>
                  <a:chOff x="688" y="2591"/>
                  <a:chExt cx="4096" cy="289"/>
                </a:xfrm>
              </p:grpSpPr>
              <p:sp>
                <p:nvSpPr>
                  <p:cNvPr id="8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682" y="2593"/>
                    <a:ext cx="1102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同步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8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88" y="259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0       X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2790" name="Line 30"/>
                <p:cNvSpPr>
                  <a:spLocks noChangeShapeType="1"/>
                </p:cNvSpPr>
                <p:nvPr/>
              </p:nvSpPr>
              <p:spPr bwMode="auto">
                <a:xfrm>
                  <a:off x="611560" y="40038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91" name="Group 42"/>
                <p:cNvGrpSpPr/>
                <p:nvPr/>
              </p:nvGrpSpPr>
              <p:grpSpPr bwMode="auto">
                <a:xfrm>
                  <a:off x="713160" y="4030849"/>
                  <a:ext cx="6621463" cy="455613"/>
                  <a:chOff x="661" y="3216"/>
                  <a:chExt cx="4171" cy="287"/>
                </a:xfrm>
              </p:grpSpPr>
              <p:sp>
                <p:nvSpPr>
                  <p:cNvPr id="84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216"/>
                    <a:ext cx="11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Count(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计数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  <a:endPara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85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3216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1    1 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</p:grpSp>
        </p:grpSp>
        <p:grpSp>
          <p:nvGrpSpPr>
            <p:cNvPr id="32775" name="Group 41"/>
            <p:cNvGrpSpPr/>
            <p:nvPr/>
          </p:nvGrpSpPr>
          <p:grpSpPr bwMode="auto">
            <a:xfrm>
              <a:off x="713160" y="3537931"/>
              <a:ext cx="7839075" cy="465137"/>
              <a:chOff x="678" y="2928"/>
              <a:chExt cx="4938" cy="293"/>
            </a:xfrm>
          </p:grpSpPr>
          <p:sp>
            <p:nvSpPr>
              <p:cNvPr id="68" name="Rectangle 27"/>
              <p:cNvSpPr>
                <a:spLocks noChangeArrowheads="1"/>
              </p:cNvSpPr>
              <p:nvPr/>
            </p:nvSpPr>
            <p:spPr bwMode="auto">
              <a:xfrm>
                <a:off x="678" y="2934"/>
                <a:ext cx="2976" cy="2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1       0      X    </a:t>
                </a:r>
                <a:r>
                  <a:rPr lang="en-US" altLang="zh-CN" sz="2400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    ↓</a:t>
                </a:r>
                <a:endPara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9" name="Rectangle 28"/>
              <p:cNvSpPr>
                <a:spLocks noChangeArrowheads="1"/>
              </p:cNvSpPr>
              <p:nvPr/>
            </p:nvSpPr>
            <p:spPr bwMode="auto">
              <a:xfrm>
                <a:off x="3650" y="2928"/>
                <a:ext cx="1966" cy="2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Load(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并行数据输入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)</a:t>
                </a:r>
                <a:endPara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533AB2A-5172-456C-BB35-1388391119B9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67587" name="组合 28"/>
          <p:cNvGrpSpPr/>
          <p:nvPr/>
        </p:nvGrpSpPr>
        <p:grpSpPr bwMode="auto">
          <a:xfrm>
            <a:off x="3779838" y="836613"/>
            <a:ext cx="4219575" cy="1943100"/>
            <a:chOff x="1258254" y="1268759"/>
            <a:chExt cx="4220481" cy="1942100"/>
          </a:xfrm>
        </p:grpSpPr>
        <p:grpSp>
          <p:nvGrpSpPr>
            <p:cNvPr id="33851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3387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3852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53" name="直接箭头连接符 44"/>
            <p:cNvCxnSpPr>
              <a:cxnSpLocks noChangeShapeType="1"/>
              <a:endCxn id="33869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54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55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856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3387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4139958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57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3386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58" name="组合 25"/>
            <p:cNvGrpSpPr/>
            <p:nvPr/>
          </p:nvGrpSpPr>
          <p:grpSpPr bwMode="auto">
            <a:xfrm>
              <a:off x="1258254" y="1268759"/>
              <a:ext cx="938188" cy="868224"/>
              <a:chOff x="4067944" y="4221088"/>
              <a:chExt cx="720080" cy="869361"/>
            </a:xfrm>
          </p:grpSpPr>
          <p:sp>
            <p:nvSpPr>
              <p:cNvPr id="3386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4139847" y="4381552"/>
                <a:ext cx="648350" cy="70858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59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3386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75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60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3386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139585" y="4381276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3861" name="直接箭头连接符 47"/>
            <p:cNvCxnSpPr>
              <a:cxnSpLocks noChangeShapeType="1"/>
              <a:stCxn id="33863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62" name="直接箭头连接符 47"/>
            <p:cNvCxnSpPr>
              <a:cxnSpLocks noChangeShapeType="1"/>
              <a:stCxn id="33869" idx="4"/>
              <a:endCxn id="33873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矩形 29"/>
          <p:cNvSpPr/>
          <p:nvPr/>
        </p:nvSpPr>
        <p:spPr>
          <a:xfrm>
            <a:off x="449263" y="1082675"/>
            <a:ext cx="268922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74163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graphicFrame>
        <p:nvGraphicFramePr>
          <p:cNvPr id="31" name="内容占位符 9"/>
          <p:cNvGraphicFramePr>
            <a:graphicFrameLocks noGrp="1"/>
          </p:cNvGraphicFramePr>
          <p:nvPr>
            <p:ph idx="1"/>
          </p:nvPr>
        </p:nvGraphicFramePr>
        <p:xfrm>
          <a:off x="827088" y="2952750"/>
          <a:ext cx="684053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757"/>
                <a:gridCol w="1320757"/>
                <a:gridCol w="1320757"/>
                <a:gridCol w="1320757"/>
                <a:gridCol w="1557509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D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Z</a:t>
                      </a:r>
                      <a:endParaRPr lang="zh-CN" altLang="en-US" sz="2400" dirty="0"/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82550"/>
            <a:ext cx="8382000" cy="7620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连接方式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90A16ED-AE21-4C20-893C-44661653759F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5" name="Group 6"/>
          <p:cNvGrpSpPr/>
          <p:nvPr/>
        </p:nvGrpSpPr>
        <p:grpSpPr bwMode="auto">
          <a:xfrm>
            <a:off x="1828800" y="839788"/>
            <a:ext cx="5334000" cy="2286000"/>
            <a:chOff x="672" y="1680"/>
            <a:chExt cx="3360" cy="1440"/>
          </a:xfrm>
        </p:grpSpPr>
        <p:grpSp>
          <p:nvGrpSpPr>
            <p:cNvPr id="34854" name="Group 7"/>
            <p:cNvGrpSpPr/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34859" name="Rectangle 8"/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60" name="Text Box 9"/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  <a:endParaRPr lang="en-US" altLang="zh-CN" sz="2000"/>
              </a:p>
            </p:txBody>
          </p:sp>
          <p:sp>
            <p:nvSpPr>
              <p:cNvPr id="34861" name="Text Box 10"/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  <a:endParaRPr lang="en-US" altLang="zh-CN" sz="2000"/>
              </a:p>
            </p:txBody>
          </p:sp>
          <p:sp>
            <p:nvSpPr>
              <p:cNvPr id="34862" name="Text Box 11"/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  <a:endParaRPr lang="en-US" altLang="zh-CN" sz="2000"/>
              </a:p>
            </p:txBody>
          </p:sp>
          <p:sp>
            <p:nvSpPr>
              <p:cNvPr id="34863" name="Rectangle 12"/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  <a:endParaRPr lang="en-US" altLang="zh-CN" sz="2000"/>
              </a:p>
            </p:txBody>
          </p:sp>
          <p:sp>
            <p:nvSpPr>
              <p:cNvPr id="34864" name="Line 13"/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5" name="Line 14"/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6" name="Line 15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7" name="Line 16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8" name="Line 17"/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9" name="Line 18"/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0" name="Line 19"/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1" name="Line 20"/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2" name="Line 21"/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3" name="Line 22"/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4" name="Line 23"/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5" name="Line 24"/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6" name="Line 25"/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7" name="Line 26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4855" name="Group 27"/>
            <p:cNvGrpSpPr/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34857" name="Text Box 28"/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sp>
            <p:nvSpPr>
              <p:cNvPr id="34858" name="Line 29"/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856" name="Line 30"/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组合 25"/>
          <p:cNvGrpSpPr/>
          <p:nvPr/>
        </p:nvGrpSpPr>
        <p:grpSpPr bwMode="auto">
          <a:xfrm>
            <a:off x="6013450" y="5818188"/>
            <a:ext cx="938213" cy="719137"/>
            <a:chOff x="4067944" y="4221088"/>
            <a:chExt cx="720080" cy="720080"/>
          </a:xfrm>
        </p:grpSpPr>
        <p:sp>
          <p:nvSpPr>
            <p:cNvPr id="34852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139831" y="4381635"/>
              <a:ext cx="648193" cy="4005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48" name="直接箭头连接符 43"/>
          <p:cNvCxnSpPr>
            <a:cxnSpLocks noChangeShapeType="1"/>
          </p:cNvCxnSpPr>
          <p:nvPr/>
        </p:nvCxnSpPr>
        <p:spPr bwMode="auto">
          <a:xfrm>
            <a:off x="3735388" y="5021263"/>
            <a:ext cx="6223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箭头连接符 44"/>
          <p:cNvCxnSpPr>
            <a:cxnSpLocks noChangeShapeType="1"/>
            <a:endCxn id="34848" idx="2"/>
          </p:cNvCxnSpPr>
          <p:nvPr/>
        </p:nvCxnSpPr>
        <p:spPr bwMode="auto">
          <a:xfrm flipV="1">
            <a:off x="5338763" y="5014913"/>
            <a:ext cx="6746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箭头连接符 46"/>
          <p:cNvCxnSpPr>
            <a:cxnSpLocks noChangeShapeType="1"/>
          </p:cNvCxnSpPr>
          <p:nvPr/>
        </p:nvCxnSpPr>
        <p:spPr bwMode="auto">
          <a:xfrm flipH="1" flipV="1">
            <a:off x="5338763" y="6176963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箭头连接符 47"/>
          <p:cNvCxnSpPr>
            <a:cxnSpLocks noChangeShapeType="1"/>
          </p:cNvCxnSpPr>
          <p:nvPr/>
        </p:nvCxnSpPr>
        <p:spPr bwMode="auto">
          <a:xfrm flipH="1" flipV="1">
            <a:off x="3678238" y="6237288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5" name="组合 25"/>
          <p:cNvGrpSpPr/>
          <p:nvPr/>
        </p:nvGrpSpPr>
        <p:grpSpPr bwMode="auto">
          <a:xfrm>
            <a:off x="4387850" y="4654550"/>
            <a:ext cx="938213" cy="719138"/>
            <a:chOff x="4067944" y="4221088"/>
            <a:chExt cx="720080" cy="720080"/>
          </a:xfrm>
        </p:grpSpPr>
        <p:sp>
          <p:nvSpPr>
            <p:cNvPr id="34850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139831" y="4381636"/>
              <a:ext cx="648193" cy="40057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" name="组合 25"/>
          <p:cNvGrpSpPr/>
          <p:nvPr/>
        </p:nvGrpSpPr>
        <p:grpSpPr bwMode="auto">
          <a:xfrm>
            <a:off x="6013450" y="4654550"/>
            <a:ext cx="938213" cy="719138"/>
            <a:chOff x="4067944" y="4221088"/>
            <a:chExt cx="720080" cy="720080"/>
          </a:xfrm>
        </p:grpSpPr>
        <p:sp>
          <p:nvSpPr>
            <p:cNvPr id="34848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139831" y="4381636"/>
              <a:ext cx="648193" cy="40057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2" name="组合 25"/>
          <p:cNvGrpSpPr/>
          <p:nvPr/>
        </p:nvGrpSpPr>
        <p:grpSpPr bwMode="auto">
          <a:xfrm>
            <a:off x="2730500" y="4654550"/>
            <a:ext cx="938213" cy="868363"/>
            <a:chOff x="4067944" y="4221088"/>
            <a:chExt cx="720080" cy="869361"/>
          </a:xfrm>
        </p:grpSpPr>
        <p:sp>
          <p:nvSpPr>
            <p:cNvPr id="34846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4139831" y="4381610"/>
              <a:ext cx="648193" cy="70883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5" name="组合 25"/>
          <p:cNvGrpSpPr/>
          <p:nvPr/>
        </p:nvGrpSpPr>
        <p:grpSpPr bwMode="auto">
          <a:xfrm>
            <a:off x="4402138" y="5878513"/>
            <a:ext cx="938212" cy="719137"/>
            <a:chOff x="4067944" y="4221088"/>
            <a:chExt cx="720080" cy="720080"/>
          </a:xfrm>
        </p:grpSpPr>
        <p:sp>
          <p:nvSpPr>
            <p:cNvPr id="34844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4139830" y="4381635"/>
              <a:ext cx="648194" cy="4005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组合 25"/>
          <p:cNvGrpSpPr/>
          <p:nvPr/>
        </p:nvGrpSpPr>
        <p:grpSpPr bwMode="auto">
          <a:xfrm>
            <a:off x="2730500" y="5859463"/>
            <a:ext cx="938213" cy="719137"/>
            <a:chOff x="4067944" y="4221088"/>
            <a:chExt cx="720080" cy="720080"/>
          </a:xfrm>
        </p:grpSpPr>
        <p:sp>
          <p:nvSpPr>
            <p:cNvPr id="34842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4139831" y="4381635"/>
              <a:ext cx="648193" cy="4005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71" name="直接箭头连接符 47"/>
          <p:cNvCxnSpPr>
            <a:cxnSpLocks noChangeShapeType="1"/>
            <a:stCxn id="34842" idx="0"/>
          </p:cNvCxnSpPr>
          <p:nvPr/>
        </p:nvCxnSpPr>
        <p:spPr bwMode="auto">
          <a:xfrm flipH="1" flipV="1">
            <a:off x="3200400" y="5372100"/>
            <a:ext cx="0" cy="4873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直接箭头连接符 47"/>
          <p:cNvCxnSpPr>
            <a:cxnSpLocks noChangeShapeType="1"/>
            <a:stCxn id="34848" idx="4"/>
            <a:endCxn id="34852" idx="0"/>
          </p:cNvCxnSpPr>
          <p:nvPr/>
        </p:nvCxnSpPr>
        <p:spPr bwMode="auto">
          <a:xfrm>
            <a:off x="6481763" y="5373688"/>
            <a:ext cx="0" cy="4445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1042988" y="1754188"/>
            <a:ext cx="995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  <a:endParaRPr lang="zh-CN" altLang="en-US" sz="2000"/>
          </a:p>
        </p:txBody>
      </p:sp>
      <p:sp>
        <p:nvSpPr>
          <p:cNvPr id="79" name="文本框 78"/>
          <p:cNvSpPr txBox="1">
            <a:spLocks noChangeArrowheads="1"/>
          </p:cNvSpPr>
          <p:nvPr/>
        </p:nvSpPr>
        <p:spPr bwMode="auto">
          <a:xfrm>
            <a:off x="2894013" y="3190875"/>
            <a:ext cx="995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  <a:endParaRPr lang="zh-CN" altLang="en-US" sz="2000"/>
          </a:p>
        </p:txBody>
      </p:sp>
      <p:sp>
        <p:nvSpPr>
          <p:cNvPr id="80" name="文本框 79"/>
          <p:cNvSpPr txBox="1">
            <a:spLocks noChangeArrowheads="1"/>
          </p:cNvSpPr>
          <p:nvPr/>
        </p:nvSpPr>
        <p:spPr bwMode="auto">
          <a:xfrm>
            <a:off x="5949950" y="3157538"/>
            <a:ext cx="993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  <a:endParaRPr lang="zh-CN" altLang="en-US" sz="2000"/>
          </a:p>
        </p:txBody>
      </p:sp>
      <p:sp>
        <p:nvSpPr>
          <p:cNvPr id="81" name="文本框 80"/>
          <p:cNvSpPr txBox="1">
            <a:spLocks noChangeArrowheads="1"/>
          </p:cNvSpPr>
          <p:nvPr/>
        </p:nvSpPr>
        <p:spPr bwMode="auto">
          <a:xfrm>
            <a:off x="6475413" y="3157538"/>
            <a:ext cx="995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  <a:endParaRPr lang="zh-CN" altLang="en-US" sz="2000"/>
          </a:p>
        </p:txBody>
      </p:sp>
      <p:sp>
        <p:nvSpPr>
          <p:cNvPr id="82" name="文本框 81"/>
          <p:cNvSpPr txBox="1">
            <a:spLocks noChangeArrowheads="1"/>
          </p:cNvSpPr>
          <p:nvPr/>
        </p:nvSpPr>
        <p:spPr bwMode="auto">
          <a:xfrm>
            <a:off x="2165350" y="3163888"/>
            <a:ext cx="995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clk</a:t>
            </a:r>
            <a:r>
              <a:rPr lang="zh-CN" altLang="en-US" sz="2000"/>
              <a:t>”</a:t>
            </a:r>
            <a:endParaRPr lang="zh-CN" altLang="en-US" sz="2000"/>
          </a:p>
        </p:txBody>
      </p:sp>
      <p:grpSp>
        <p:nvGrpSpPr>
          <p:cNvPr id="86" name="组合 85"/>
          <p:cNvGrpSpPr/>
          <p:nvPr/>
        </p:nvGrpSpPr>
        <p:grpSpPr bwMode="auto">
          <a:xfrm>
            <a:off x="3359150" y="3125788"/>
            <a:ext cx="1481138" cy="906462"/>
            <a:chOff x="3359671" y="3126462"/>
            <a:chExt cx="1479892" cy="906051"/>
          </a:xfrm>
        </p:grpSpPr>
        <p:sp>
          <p:nvSpPr>
            <p:cNvPr id="34840" name="矩形 82"/>
            <p:cNvSpPr>
              <a:spLocks noChangeArrowheads="1"/>
            </p:cNvSpPr>
            <p:nvPr/>
          </p:nvSpPr>
          <p:spPr bwMode="auto">
            <a:xfrm>
              <a:off x="3359671" y="3529811"/>
              <a:ext cx="1479892" cy="502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________</a:t>
              </a:r>
              <a:endParaRPr lang="en-US" altLang="zh-CN" sz="2000"/>
            </a:p>
            <a:p>
              <a:pPr>
                <a:lnSpc>
                  <a:spcPts val="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      _</a:t>
              </a:r>
              <a:endParaRPr lang="en-US" altLang="zh-CN" sz="2000"/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A </a:t>
              </a:r>
              <a:endParaRPr lang="zh-CN" altLang="en-US" sz="2000"/>
            </a:p>
          </p:txBody>
        </p:sp>
        <p:cxnSp>
          <p:nvCxnSpPr>
            <p:cNvPr id="34841" name="直接连接符 84"/>
            <p:cNvCxnSpPr>
              <a:cxnSpLocks noChangeShapeType="1"/>
            </p:cNvCxnSpPr>
            <p:nvPr/>
          </p:nvCxnSpPr>
          <p:spPr bwMode="auto">
            <a:xfrm>
              <a:off x="3886192" y="3126462"/>
              <a:ext cx="0" cy="5185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7" name="文本框 86"/>
          <p:cNvSpPr txBox="1">
            <a:spLocks noChangeArrowheads="1"/>
          </p:cNvSpPr>
          <p:nvPr/>
        </p:nvSpPr>
        <p:spPr bwMode="auto">
          <a:xfrm>
            <a:off x="3930650" y="3138488"/>
            <a:ext cx="1936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0  0  0  0</a:t>
            </a:r>
            <a:r>
              <a:rPr lang="zh-CN" altLang="en-US" sz="2000"/>
              <a:t>”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/>
      <p:bldP spid="81" grpId="0"/>
      <p:bldP spid="82" grpId="0"/>
      <p:bldP spid="8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56278D0-2648-43F5-8850-E999C0EB9F96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5" name="Group 3"/>
          <p:cNvGrpSpPr/>
          <p:nvPr/>
        </p:nvGrpSpPr>
        <p:grpSpPr bwMode="auto">
          <a:xfrm>
            <a:off x="4932363" y="422275"/>
            <a:ext cx="3402012" cy="3022600"/>
            <a:chOff x="573" y="1250"/>
            <a:chExt cx="2143" cy="1904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313" y="2796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×</a:t>
              </a:r>
              <a:endParaRPr lang="en-US" altLang="zh-CN" sz="2400" dirty="0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924" y="2796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534" y="2805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144" y="2796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×</a:t>
              </a:r>
              <a:endParaRPr lang="en-US" altLang="zh-CN" sz="2400" dirty="0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313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1924" y="2447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534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144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×</a:t>
              </a:r>
              <a:endParaRPr lang="en-US" altLang="zh-CN" sz="2400" dirty="0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2313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924" y="2097"/>
              <a:ext cx="389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1534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1</a:t>
              </a:r>
              <a:endParaRPr lang="en-US" altLang="zh-CN" sz="2400" dirty="0"/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1144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0</a:t>
              </a:r>
              <a:endParaRPr lang="en-US" altLang="zh-CN" sz="2400" dirty="0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2313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1</a:t>
              </a:r>
              <a:endParaRPr lang="en-US" altLang="zh-CN" sz="2400" dirty="0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1924" y="1748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0</a:t>
              </a:r>
              <a:endParaRPr lang="en-US" altLang="zh-CN" sz="2400" dirty="0"/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1534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/>
                <a:t>0</a:t>
              </a:r>
              <a:endParaRPr lang="en-US" altLang="zh-CN" sz="2400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144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dirty="0"/>
                <a:t>1</a:t>
              </a:r>
              <a:endParaRPr lang="el-GR" altLang="zh-CN" dirty="0"/>
            </a:p>
          </p:txBody>
        </p:sp>
        <p:sp>
          <p:nvSpPr>
            <p:cNvPr id="35917" name="Line 20"/>
            <p:cNvSpPr>
              <a:spLocks noChangeShapeType="1"/>
            </p:cNvSpPr>
            <p:nvPr/>
          </p:nvSpPr>
          <p:spPr bwMode="auto">
            <a:xfrm>
              <a:off x="1144" y="1748"/>
              <a:ext cx="155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8" name="Line 21"/>
            <p:cNvSpPr>
              <a:spLocks noChangeShapeType="1"/>
            </p:cNvSpPr>
            <p:nvPr/>
          </p:nvSpPr>
          <p:spPr bwMode="auto">
            <a:xfrm>
              <a:off x="1144" y="2097"/>
              <a:ext cx="15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9" name="Line 22"/>
            <p:cNvSpPr>
              <a:spLocks noChangeShapeType="1"/>
            </p:cNvSpPr>
            <p:nvPr/>
          </p:nvSpPr>
          <p:spPr bwMode="auto">
            <a:xfrm>
              <a:off x="1144" y="2447"/>
              <a:ext cx="15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0" name="Line 23"/>
            <p:cNvSpPr>
              <a:spLocks noChangeShapeType="1"/>
            </p:cNvSpPr>
            <p:nvPr/>
          </p:nvSpPr>
          <p:spPr bwMode="auto">
            <a:xfrm>
              <a:off x="1144" y="2796"/>
              <a:ext cx="15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1" name="Line 24"/>
            <p:cNvSpPr>
              <a:spLocks noChangeShapeType="1"/>
            </p:cNvSpPr>
            <p:nvPr/>
          </p:nvSpPr>
          <p:spPr bwMode="auto">
            <a:xfrm>
              <a:off x="1144" y="3145"/>
              <a:ext cx="155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2" name="Line 25"/>
            <p:cNvSpPr>
              <a:spLocks noChangeShapeType="1"/>
            </p:cNvSpPr>
            <p:nvPr/>
          </p:nvSpPr>
          <p:spPr bwMode="auto">
            <a:xfrm>
              <a:off x="1144" y="1748"/>
              <a:ext cx="0" cy="139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3" name="Line 26"/>
            <p:cNvSpPr>
              <a:spLocks noChangeShapeType="1"/>
            </p:cNvSpPr>
            <p:nvPr/>
          </p:nvSpPr>
          <p:spPr bwMode="auto">
            <a:xfrm>
              <a:off x="1534" y="1748"/>
              <a:ext cx="0" cy="13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4" name="Line 27"/>
            <p:cNvSpPr>
              <a:spLocks noChangeShapeType="1"/>
            </p:cNvSpPr>
            <p:nvPr/>
          </p:nvSpPr>
          <p:spPr bwMode="auto">
            <a:xfrm>
              <a:off x="1924" y="1748"/>
              <a:ext cx="0" cy="13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5" name="Line 28"/>
            <p:cNvSpPr>
              <a:spLocks noChangeShapeType="1"/>
            </p:cNvSpPr>
            <p:nvPr/>
          </p:nvSpPr>
          <p:spPr bwMode="auto">
            <a:xfrm>
              <a:off x="2313" y="1748"/>
              <a:ext cx="0" cy="13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6" name="Line 29"/>
            <p:cNvSpPr>
              <a:spLocks noChangeShapeType="1"/>
            </p:cNvSpPr>
            <p:nvPr/>
          </p:nvSpPr>
          <p:spPr bwMode="auto">
            <a:xfrm>
              <a:off x="2703" y="1748"/>
              <a:ext cx="0" cy="139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7" name="Line 30"/>
            <p:cNvSpPr>
              <a:spLocks noChangeShapeType="1"/>
            </p:cNvSpPr>
            <p:nvPr/>
          </p:nvSpPr>
          <p:spPr bwMode="auto">
            <a:xfrm flipH="1" flipV="1">
              <a:off x="775" y="1331"/>
              <a:ext cx="369" cy="4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8" name="Text Box 31"/>
            <p:cNvSpPr txBox="1">
              <a:spLocks noChangeArrowheads="1"/>
            </p:cNvSpPr>
            <p:nvPr/>
          </p:nvSpPr>
          <p:spPr bwMode="auto">
            <a:xfrm>
              <a:off x="831" y="1250"/>
              <a:ext cx="1885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B</a:t>
              </a:r>
              <a:endParaRPr lang="en-US" altLang="zh-CN" sz="2000" baseline="-25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A</a:t>
              </a:r>
              <a:r>
                <a:rPr lang="en-US" altLang="zh-CN" sz="2000">
                  <a:latin typeface="Georgia" panose="02040502050405020303" pitchFamily="18" charset="0"/>
                </a:rPr>
                <a:t>  00   01      11       10</a:t>
              </a:r>
              <a:endParaRPr lang="en-US" altLang="zh-CN" sz="2000">
                <a:latin typeface="Georgia" panose="02040502050405020303" pitchFamily="18" charset="0"/>
              </a:endParaRPr>
            </a:p>
          </p:txBody>
        </p:sp>
        <p:sp>
          <p:nvSpPr>
            <p:cNvPr id="35929" name="Text Box 32"/>
            <p:cNvSpPr txBox="1">
              <a:spLocks noChangeArrowheads="1"/>
            </p:cNvSpPr>
            <p:nvPr/>
          </p:nvSpPr>
          <p:spPr bwMode="auto">
            <a:xfrm>
              <a:off x="573" y="1359"/>
              <a:ext cx="517" cy="1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D</a:t>
              </a:r>
              <a:endParaRPr lang="en-US" altLang="zh-CN" sz="2000" baseline="-25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C</a:t>
              </a:r>
              <a:endParaRPr lang="en-US" altLang="zh-CN" sz="2000" baseline="-25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00</a:t>
              </a: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 01</a:t>
              </a: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 11</a:t>
              </a: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 10</a:t>
              </a:r>
              <a:endParaRPr lang="en-US" altLang="zh-CN" sz="2000">
                <a:latin typeface="Georgia" panose="02040502050405020303" pitchFamily="18" charset="0"/>
              </a:endParaRPr>
            </a:p>
          </p:txBody>
        </p:sp>
      </p:grpSp>
      <p:sp>
        <p:nvSpPr>
          <p:cNvPr id="35" name="灯片编号占位符 3"/>
          <p:cNvSpPr txBox="1"/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2E968256-3198-45CC-A2EF-5FADD72EF725}" type="slidenum">
              <a:rPr lang="en-US" altLang="zh-CN" sz="100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fld>
            <a:endParaRPr lang="en-US" altLang="zh-CN" sz="1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36" name="内容占位符 9"/>
          <p:cNvGraphicFramePr/>
          <p:nvPr/>
        </p:nvGraphicFramePr>
        <p:xfrm>
          <a:off x="539750" y="333375"/>
          <a:ext cx="378301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296"/>
                <a:gridCol w="647953"/>
                <a:gridCol w="719948"/>
                <a:gridCol w="719948"/>
                <a:gridCol w="1036868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D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Z</a:t>
                      </a:r>
                      <a:endParaRPr lang="zh-CN" altLang="en-US" sz="2400" dirty="0"/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71" name="矩形 36"/>
          <p:cNvSpPr>
            <a:spLocks noChangeArrowheads="1"/>
          </p:cNvSpPr>
          <p:nvPr/>
        </p:nvSpPr>
        <p:spPr bwMode="auto">
          <a:xfrm>
            <a:off x="6778625" y="219075"/>
            <a:ext cx="5937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Z</a:t>
            </a:r>
            <a:endParaRPr lang="zh-CN" altLang="en-US" sz="2800"/>
          </a:p>
        </p:txBody>
      </p:sp>
      <p:sp>
        <p:nvSpPr>
          <p:cNvPr id="38972" name="文本框 38"/>
          <p:cNvSpPr txBox="1">
            <a:spLocks noChangeArrowheads="1"/>
          </p:cNvSpPr>
          <p:nvPr/>
        </p:nvSpPr>
        <p:spPr bwMode="auto">
          <a:xfrm>
            <a:off x="4427538" y="3910013"/>
            <a:ext cx="39957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    _  _             ______</a:t>
            </a:r>
            <a:endParaRPr lang="en-US" altLang="zh-CN" sz="280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Z=Q</a:t>
            </a:r>
            <a:r>
              <a:rPr lang="en-US" altLang="zh-CN" sz="2800" baseline="-25000"/>
              <a:t>C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r>
              <a:rPr lang="en-US" altLang="zh-CN" sz="2800"/>
              <a:t>+Q</a:t>
            </a:r>
            <a:r>
              <a:rPr lang="en-US" altLang="zh-CN" sz="2800" baseline="-25000"/>
              <a:t>C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r>
              <a:rPr lang="en-US" altLang="zh-CN" sz="2800"/>
              <a:t>=Q</a:t>
            </a:r>
            <a:r>
              <a:rPr lang="en-US" altLang="zh-CN" sz="2800" baseline="-25000"/>
              <a:t>C </a:t>
            </a:r>
            <a:r>
              <a:rPr lang="en-US" altLang="zh-CN" sz="2800">
                <a:latin typeface="Cambria Math" panose="02040503050406030204" pitchFamily="18" charset="0"/>
              </a:rPr>
              <a:t>⊕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71" grpId="0"/>
      <p:bldP spid="3897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A717A51-C635-4ACE-ACB7-E2487DDCB4EE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36867" name="矩形 35"/>
          <p:cNvSpPr>
            <a:spLocks noChangeArrowheads="1"/>
          </p:cNvSpPr>
          <p:nvPr/>
        </p:nvSpPr>
        <p:spPr bwMode="auto">
          <a:xfrm>
            <a:off x="4654550" y="5124450"/>
            <a:ext cx="14811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________</a:t>
            </a:r>
            <a:endParaRPr lang="en-US" altLang="zh-CN" sz="2000"/>
          </a:p>
          <a:p>
            <a:pPr>
              <a:lnSpc>
                <a:spcPts val="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_      _</a:t>
            </a:r>
            <a:endParaRPr lang="en-US" altLang="zh-CN" sz="2000"/>
          </a:p>
          <a:p>
            <a:pPr>
              <a:lnSpc>
                <a:spcPts val="2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D</a:t>
            </a:r>
            <a:r>
              <a:rPr lang="en-US" altLang="zh-CN" sz="2000"/>
              <a:t>Q</a:t>
            </a:r>
            <a:r>
              <a:rPr lang="en-US" altLang="zh-CN" sz="2400" baseline="-25000"/>
              <a:t>C</a:t>
            </a:r>
            <a:r>
              <a:rPr lang="en-US" altLang="zh-CN" sz="2000"/>
              <a:t>Q</a:t>
            </a:r>
            <a:r>
              <a:rPr lang="en-US" altLang="zh-CN" sz="2400" baseline="-25000"/>
              <a:t>B</a:t>
            </a:r>
            <a:r>
              <a:rPr lang="en-US" altLang="zh-CN" sz="2000"/>
              <a:t>Q</a:t>
            </a:r>
            <a:r>
              <a:rPr lang="en-US" altLang="zh-CN" sz="2400" baseline="-25000"/>
              <a:t>A </a:t>
            </a:r>
            <a:endParaRPr lang="zh-CN" altLang="en-US" sz="2000"/>
          </a:p>
        </p:txBody>
      </p:sp>
      <p:grpSp>
        <p:nvGrpSpPr>
          <p:cNvPr id="36868" name="组合 159"/>
          <p:cNvGrpSpPr/>
          <p:nvPr/>
        </p:nvGrpSpPr>
        <p:grpSpPr bwMode="auto">
          <a:xfrm>
            <a:off x="1755775" y="1273175"/>
            <a:ext cx="5643563" cy="3225800"/>
            <a:chOff x="1755032" y="1273840"/>
            <a:chExt cx="5644356" cy="3225644"/>
          </a:xfrm>
        </p:grpSpPr>
        <p:sp>
          <p:nvSpPr>
            <p:cNvPr id="36925" name="文本框 29"/>
            <p:cNvSpPr txBox="1">
              <a:spLocks noChangeArrowheads="1"/>
            </p:cNvSpPr>
            <p:nvPr/>
          </p:nvSpPr>
          <p:spPr bwMode="auto">
            <a:xfrm>
              <a:off x="1755032" y="2424781"/>
              <a:ext cx="9953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  <a:endParaRPr lang="zh-CN" altLang="en-US" sz="2000"/>
            </a:p>
          </p:txBody>
        </p:sp>
        <p:grpSp>
          <p:nvGrpSpPr>
            <p:cNvPr id="36926" name="Group 6"/>
            <p:cNvGrpSpPr/>
            <p:nvPr/>
          </p:nvGrpSpPr>
          <p:grpSpPr bwMode="auto">
            <a:xfrm>
              <a:off x="2093962" y="1273840"/>
              <a:ext cx="4997450" cy="2759076"/>
              <a:chOff x="884" y="1382"/>
              <a:chExt cx="3148" cy="1738"/>
            </a:xfrm>
          </p:grpSpPr>
          <p:grpSp>
            <p:nvGrpSpPr>
              <p:cNvPr id="36932" name="Group 7"/>
              <p:cNvGrpSpPr/>
              <p:nvPr/>
            </p:nvGrpSpPr>
            <p:grpSpPr bwMode="auto">
              <a:xfrm>
                <a:off x="1104" y="1382"/>
                <a:ext cx="2928" cy="1738"/>
                <a:chOff x="816" y="1094"/>
                <a:chExt cx="2928" cy="1738"/>
              </a:xfrm>
            </p:grpSpPr>
            <p:sp>
              <p:nvSpPr>
                <p:cNvPr id="36937" name="Rectangle 8"/>
                <p:cNvSpPr>
                  <a:spLocks noChangeArrowheads="1"/>
                </p:cNvSpPr>
                <p:nvPr/>
              </p:nvSpPr>
              <p:spPr bwMode="auto">
                <a:xfrm>
                  <a:off x="816" y="1642"/>
                  <a:ext cx="2928" cy="95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38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872" y="2304"/>
                  <a:ext cx="81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A  B  C  D</a:t>
                  </a:r>
                  <a:endParaRPr lang="en-US" altLang="zh-CN" sz="2000"/>
                </a:p>
              </p:txBody>
            </p:sp>
            <p:sp>
              <p:nvSpPr>
                <p:cNvPr id="3693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3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   Q</a:t>
                  </a:r>
                  <a:r>
                    <a:rPr lang="en-US" altLang="zh-CN" sz="2400" baseline="-25000"/>
                    <a:t>A</a:t>
                  </a: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B</a:t>
                  </a: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C</a:t>
                  </a: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D                                   </a:t>
                  </a:r>
                  <a:r>
                    <a:rPr lang="en-US" altLang="zh-CN" sz="2000"/>
                    <a:t>RC</a:t>
                  </a:r>
                  <a:endParaRPr lang="en-US" altLang="zh-CN" sz="2000"/>
                </a:p>
              </p:txBody>
            </p:sp>
            <p:sp>
              <p:nvSpPr>
                <p:cNvPr id="3694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816" y="2314"/>
                  <a:ext cx="19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   CLR   L</a:t>
                  </a:r>
                  <a:endParaRPr lang="en-US" altLang="zh-CN" sz="2000"/>
                </a:p>
              </p:txBody>
            </p:sp>
            <p:sp>
              <p:nvSpPr>
                <p:cNvPr id="36941" name="Rectangle 12"/>
                <p:cNvSpPr>
                  <a:spLocks noChangeArrowheads="1"/>
                </p:cNvSpPr>
                <p:nvPr/>
              </p:nvSpPr>
              <p:spPr bwMode="auto">
                <a:xfrm>
                  <a:off x="3168" y="2304"/>
                  <a:ext cx="44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T   P</a:t>
                  </a:r>
                  <a:endParaRPr lang="en-US" altLang="zh-CN" sz="2000"/>
                </a:p>
              </p:txBody>
            </p:sp>
            <p:sp>
              <p:nvSpPr>
                <p:cNvPr id="36942" name="Line 13"/>
                <p:cNvSpPr>
                  <a:spLocks noChangeShapeType="1"/>
                </p:cNvSpPr>
                <p:nvPr/>
              </p:nvSpPr>
              <p:spPr bwMode="auto">
                <a:xfrm>
                  <a:off x="960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3" name="Line 14"/>
                <p:cNvSpPr>
                  <a:spLocks noChangeShapeType="1"/>
                </p:cNvSpPr>
                <p:nvPr/>
              </p:nvSpPr>
              <p:spPr bwMode="auto">
                <a:xfrm>
                  <a:off x="134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4" name="Line 15"/>
                <p:cNvSpPr>
                  <a:spLocks noChangeShapeType="1"/>
                </p:cNvSpPr>
                <p:nvPr/>
              </p:nvSpPr>
              <p:spPr bwMode="auto">
                <a:xfrm>
                  <a:off x="1680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5" name="Line 16"/>
                <p:cNvSpPr>
                  <a:spLocks noChangeShapeType="1"/>
                </p:cNvSpPr>
                <p:nvPr/>
              </p:nvSpPr>
              <p:spPr bwMode="auto">
                <a:xfrm>
                  <a:off x="1968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6" name="Line 17"/>
                <p:cNvSpPr>
                  <a:spLocks noChangeShapeType="1"/>
                </p:cNvSpPr>
                <p:nvPr/>
              </p:nvSpPr>
              <p:spPr bwMode="auto">
                <a:xfrm>
                  <a:off x="2160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7" name="Line 18"/>
                <p:cNvSpPr>
                  <a:spLocks noChangeShapeType="1"/>
                </p:cNvSpPr>
                <p:nvPr/>
              </p:nvSpPr>
              <p:spPr bwMode="auto">
                <a:xfrm>
                  <a:off x="2352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8" name="Line 19"/>
                <p:cNvSpPr>
                  <a:spLocks noChangeShapeType="1"/>
                </p:cNvSpPr>
                <p:nvPr/>
              </p:nvSpPr>
              <p:spPr bwMode="auto">
                <a:xfrm>
                  <a:off x="254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9" name="Line 20"/>
                <p:cNvSpPr>
                  <a:spLocks noChangeShapeType="1"/>
                </p:cNvSpPr>
                <p:nvPr/>
              </p:nvSpPr>
              <p:spPr bwMode="auto">
                <a:xfrm>
                  <a:off x="326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0" name="Line 21"/>
                <p:cNvSpPr>
                  <a:spLocks noChangeShapeType="1"/>
                </p:cNvSpPr>
                <p:nvPr/>
              </p:nvSpPr>
              <p:spPr bwMode="auto">
                <a:xfrm>
                  <a:off x="350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1" name="Line 22"/>
                <p:cNvSpPr>
                  <a:spLocks noChangeShapeType="1"/>
                </p:cNvSpPr>
                <p:nvPr/>
              </p:nvSpPr>
              <p:spPr bwMode="auto">
                <a:xfrm>
                  <a:off x="1163" y="1094"/>
                  <a:ext cx="4" cy="5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2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296" y="1223"/>
                  <a:ext cx="0" cy="40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3" name="Line 24"/>
                <p:cNvSpPr>
                  <a:spLocks noChangeShapeType="1"/>
                </p:cNvSpPr>
                <p:nvPr/>
              </p:nvSpPr>
              <p:spPr bwMode="auto">
                <a:xfrm>
                  <a:off x="1473" y="1371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4" name="Line 25"/>
                <p:cNvSpPr>
                  <a:spLocks noChangeShapeType="1"/>
                </p:cNvSpPr>
                <p:nvPr/>
              </p:nvSpPr>
              <p:spPr bwMode="auto">
                <a:xfrm>
                  <a:off x="1649" y="1489"/>
                  <a:ext cx="1" cy="1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5" name="Line 26"/>
                <p:cNvSpPr>
                  <a:spLocks noChangeShapeType="1"/>
                </p:cNvSpPr>
                <p:nvPr/>
              </p:nvSpPr>
              <p:spPr bwMode="auto">
                <a:xfrm>
                  <a:off x="3360" y="13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933" name="Group 27"/>
              <p:cNvGrpSpPr/>
              <p:nvPr/>
            </p:nvGrpSpPr>
            <p:grpSpPr bwMode="auto">
              <a:xfrm>
                <a:off x="1008" y="2256"/>
                <a:ext cx="576" cy="288"/>
                <a:chOff x="576" y="3696"/>
                <a:chExt cx="576" cy="288"/>
              </a:xfrm>
            </p:grpSpPr>
            <p:sp>
              <p:nvSpPr>
                <p:cNvPr id="36935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576" y="3696"/>
                  <a:ext cx="57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/>
                    <a:t>R</a:t>
                  </a:r>
                  <a:r>
                    <a:rPr lang="en-US" altLang="zh-CN" sz="2400" baseline="-25000"/>
                    <a:t>D</a:t>
                  </a:r>
                  <a:endParaRPr lang="en-US" altLang="zh-CN" sz="2400" baseline="-25000"/>
                </a:p>
              </p:txBody>
            </p:sp>
            <p:sp>
              <p:nvSpPr>
                <p:cNvPr id="36936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720" y="374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934" name="Line 30"/>
              <p:cNvSpPr>
                <a:spLocks noChangeShapeType="1"/>
              </p:cNvSpPr>
              <p:nvPr/>
            </p:nvSpPr>
            <p:spPr bwMode="auto">
              <a:xfrm flipH="1" flipV="1">
                <a:off x="884" y="2355"/>
                <a:ext cx="2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927" name="文本框 30"/>
            <p:cNvSpPr txBox="1">
              <a:spLocks noChangeArrowheads="1"/>
            </p:cNvSpPr>
            <p:nvPr/>
          </p:nvSpPr>
          <p:spPr bwMode="auto">
            <a:xfrm>
              <a:off x="2841632" y="4099434"/>
              <a:ext cx="85094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  <a:endParaRPr lang="zh-CN" altLang="en-US" sz="2000"/>
            </a:p>
          </p:txBody>
        </p:sp>
        <p:sp>
          <p:nvSpPr>
            <p:cNvPr id="36928" name="文本框 31"/>
            <p:cNvSpPr txBox="1">
              <a:spLocks noChangeArrowheads="1"/>
            </p:cNvSpPr>
            <p:nvPr/>
          </p:nvSpPr>
          <p:spPr bwMode="auto">
            <a:xfrm>
              <a:off x="5878563" y="4066254"/>
              <a:ext cx="9937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  <a:endParaRPr lang="zh-CN" altLang="en-US" sz="2000"/>
            </a:p>
          </p:txBody>
        </p:sp>
        <p:sp>
          <p:nvSpPr>
            <p:cNvPr id="36929" name="文本框 32"/>
            <p:cNvSpPr txBox="1">
              <a:spLocks noChangeArrowheads="1"/>
            </p:cNvSpPr>
            <p:nvPr/>
          </p:nvSpPr>
          <p:spPr bwMode="auto">
            <a:xfrm>
              <a:off x="6404025" y="4066254"/>
              <a:ext cx="9953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  <a:endParaRPr lang="zh-CN" altLang="en-US" sz="2000"/>
            </a:p>
          </p:txBody>
        </p:sp>
        <p:sp>
          <p:nvSpPr>
            <p:cNvPr id="36930" name="文本框 33"/>
            <p:cNvSpPr txBox="1">
              <a:spLocks noChangeArrowheads="1"/>
            </p:cNvSpPr>
            <p:nvPr/>
          </p:nvSpPr>
          <p:spPr bwMode="auto">
            <a:xfrm>
              <a:off x="2093963" y="4072604"/>
              <a:ext cx="99536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clk</a:t>
              </a:r>
              <a:r>
                <a:rPr lang="zh-CN" altLang="en-US" sz="2000"/>
                <a:t>”</a:t>
              </a:r>
              <a:endParaRPr lang="zh-CN" altLang="en-US" sz="2000"/>
            </a:p>
          </p:txBody>
        </p:sp>
        <p:sp>
          <p:nvSpPr>
            <p:cNvPr id="36931" name="文本框 37"/>
            <p:cNvSpPr txBox="1">
              <a:spLocks noChangeArrowheads="1"/>
            </p:cNvSpPr>
            <p:nvPr/>
          </p:nvSpPr>
          <p:spPr bwMode="auto">
            <a:xfrm>
              <a:off x="3859263" y="4045616"/>
              <a:ext cx="19367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0  0  0  0</a:t>
              </a:r>
              <a:r>
                <a:rPr lang="zh-CN" altLang="en-US" sz="2000"/>
                <a:t>”</a:t>
              </a:r>
              <a:endParaRPr lang="zh-CN" altLang="en-US" sz="2000"/>
            </a:p>
          </p:txBody>
        </p:sp>
      </p:grpSp>
      <p:sp>
        <p:nvSpPr>
          <p:cNvPr id="36869" name="文本框 38"/>
          <p:cNvSpPr txBox="1">
            <a:spLocks noChangeArrowheads="1"/>
          </p:cNvSpPr>
          <p:nvPr/>
        </p:nvSpPr>
        <p:spPr bwMode="auto">
          <a:xfrm>
            <a:off x="4491038" y="142875"/>
            <a:ext cx="19192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    ______</a:t>
            </a:r>
            <a:endParaRPr lang="en-US" altLang="zh-CN" sz="280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Z=Q</a:t>
            </a:r>
            <a:r>
              <a:rPr lang="en-US" altLang="zh-CN" sz="2800" baseline="-25000"/>
              <a:t>C </a:t>
            </a:r>
            <a:r>
              <a:rPr lang="en-US" altLang="zh-CN" sz="2800">
                <a:latin typeface="Cambria Math" panose="02040503050406030204" pitchFamily="18" charset="0"/>
              </a:rPr>
              <a:t>⊕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endParaRPr lang="zh-CN" altLang="en-US" sz="2800"/>
          </a:p>
        </p:txBody>
      </p:sp>
      <p:grpSp>
        <p:nvGrpSpPr>
          <p:cNvPr id="36870" name="组合 24"/>
          <p:cNvGrpSpPr/>
          <p:nvPr/>
        </p:nvGrpSpPr>
        <p:grpSpPr bwMode="auto">
          <a:xfrm>
            <a:off x="2922588" y="100013"/>
            <a:ext cx="1073150" cy="889000"/>
            <a:chOff x="3092450" y="919403"/>
            <a:chExt cx="1073150" cy="888760"/>
          </a:xfrm>
        </p:grpSpPr>
        <p:sp>
          <p:nvSpPr>
            <p:cNvPr id="36921" name="文本框 45"/>
            <p:cNvSpPr txBox="1">
              <a:spLocks noChangeArrowheads="1"/>
            </p:cNvSpPr>
            <p:nvPr/>
          </p:nvSpPr>
          <p:spPr bwMode="auto">
            <a:xfrm>
              <a:off x="3092450" y="1408113"/>
              <a:ext cx="958850" cy="4000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</a:t>
              </a:r>
              <a:r>
                <a:rPr lang="en-US" altLang="zh-CN" sz="2000">
                  <a:latin typeface="Cambria Math" panose="02040503050406030204" pitchFamily="18" charset="0"/>
                </a:rPr>
                <a:t>⊕</a:t>
              </a:r>
              <a:endParaRPr lang="zh-CN" altLang="en-US" sz="2000"/>
            </a:p>
          </p:txBody>
        </p:sp>
        <p:sp>
          <p:nvSpPr>
            <p:cNvPr id="36922" name="椭圆 12"/>
            <p:cNvSpPr>
              <a:spLocks noChangeArrowheads="1"/>
            </p:cNvSpPr>
            <p:nvPr/>
          </p:nvSpPr>
          <p:spPr bwMode="auto">
            <a:xfrm>
              <a:off x="3497263" y="1246188"/>
              <a:ext cx="149224" cy="1619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36923" name="直接连接符 23"/>
            <p:cNvCxnSpPr>
              <a:cxnSpLocks noChangeShapeType="1"/>
              <a:endCxn id="36922" idx="0"/>
            </p:cNvCxnSpPr>
            <p:nvPr/>
          </p:nvCxnSpPr>
          <p:spPr bwMode="auto">
            <a:xfrm>
              <a:off x="3571875" y="1048280"/>
              <a:ext cx="0" cy="19790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924" name="矩形 36"/>
            <p:cNvSpPr>
              <a:spLocks noChangeArrowheads="1"/>
            </p:cNvSpPr>
            <p:nvPr/>
          </p:nvSpPr>
          <p:spPr bwMode="auto">
            <a:xfrm>
              <a:off x="3571875" y="919403"/>
              <a:ext cx="593725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Z</a:t>
              </a:r>
              <a:endParaRPr lang="zh-CN" altLang="en-US" sz="2800"/>
            </a:p>
          </p:txBody>
        </p:sp>
      </p:grpSp>
      <p:grpSp>
        <p:nvGrpSpPr>
          <p:cNvPr id="36871" name="组合 160"/>
          <p:cNvGrpSpPr/>
          <p:nvPr/>
        </p:nvGrpSpPr>
        <p:grpSpPr bwMode="auto">
          <a:xfrm>
            <a:off x="1189038" y="1001713"/>
            <a:ext cx="3176587" cy="4997450"/>
            <a:chOff x="1189238" y="1001043"/>
            <a:chExt cx="3176971" cy="4998697"/>
          </a:xfrm>
        </p:grpSpPr>
        <p:cxnSp>
          <p:nvCxnSpPr>
            <p:cNvPr id="36873" name="直接连接符 36"/>
            <p:cNvCxnSpPr>
              <a:cxnSpLocks noChangeShapeType="1"/>
            </p:cNvCxnSpPr>
            <p:nvPr/>
          </p:nvCxnSpPr>
          <p:spPr bwMode="auto">
            <a:xfrm flipH="1">
              <a:off x="3810942" y="4017606"/>
              <a:ext cx="3373" cy="23233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4" name="直接连接符 5"/>
            <p:cNvCxnSpPr>
              <a:cxnSpLocks noChangeShapeType="1"/>
            </p:cNvCxnSpPr>
            <p:nvPr/>
          </p:nvCxnSpPr>
          <p:spPr bwMode="auto">
            <a:xfrm>
              <a:off x="2690559" y="1268760"/>
              <a:ext cx="30971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5" name="直接连接符 7"/>
            <p:cNvCxnSpPr>
              <a:cxnSpLocks noChangeShapeType="1"/>
            </p:cNvCxnSpPr>
            <p:nvPr/>
          </p:nvCxnSpPr>
          <p:spPr bwMode="auto">
            <a:xfrm>
              <a:off x="3000270" y="1014920"/>
              <a:ext cx="0" cy="25343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6" name="直接连接符 11"/>
            <p:cNvCxnSpPr>
              <a:cxnSpLocks noChangeShapeType="1"/>
              <a:stCxn id="36882" idx="6"/>
            </p:cNvCxnSpPr>
            <p:nvPr/>
          </p:nvCxnSpPr>
          <p:spPr bwMode="auto">
            <a:xfrm flipH="1" flipV="1">
              <a:off x="1619672" y="1695822"/>
              <a:ext cx="1932129" cy="505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7" name="直接连接符 14"/>
            <p:cNvCxnSpPr>
              <a:cxnSpLocks noChangeShapeType="1"/>
            </p:cNvCxnSpPr>
            <p:nvPr/>
          </p:nvCxnSpPr>
          <p:spPr bwMode="auto">
            <a:xfrm>
              <a:off x="3477189" y="1001043"/>
              <a:ext cx="9422" cy="72052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8" name="直接连接符 18"/>
            <p:cNvCxnSpPr>
              <a:cxnSpLocks noChangeShapeType="1"/>
            </p:cNvCxnSpPr>
            <p:nvPr/>
          </p:nvCxnSpPr>
          <p:spPr bwMode="auto">
            <a:xfrm>
              <a:off x="1835696" y="1916832"/>
              <a:ext cx="194671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9" name="直接连接符 21"/>
            <p:cNvCxnSpPr>
              <a:cxnSpLocks noChangeShapeType="1"/>
            </p:cNvCxnSpPr>
            <p:nvPr/>
          </p:nvCxnSpPr>
          <p:spPr bwMode="auto">
            <a:xfrm flipH="1" flipV="1">
              <a:off x="1220888" y="1265720"/>
              <a:ext cx="1478906" cy="304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880" name="椭圆 12"/>
            <p:cNvSpPr>
              <a:spLocks noChangeArrowheads="1"/>
            </p:cNvSpPr>
            <p:nvPr/>
          </p:nvSpPr>
          <p:spPr bwMode="auto">
            <a:xfrm>
              <a:off x="2906962" y="1178196"/>
              <a:ext cx="149224" cy="16192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36881" name="直接连接符 28"/>
            <p:cNvCxnSpPr>
              <a:cxnSpLocks noChangeShapeType="1"/>
            </p:cNvCxnSpPr>
            <p:nvPr/>
          </p:nvCxnSpPr>
          <p:spPr bwMode="auto">
            <a:xfrm flipH="1">
              <a:off x="1403648" y="1478631"/>
              <a:ext cx="1807122" cy="61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882" name="椭圆 12"/>
            <p:cNvSpPr>
              <a:spLocks noChangeArrowheads="1"/>
            </p:cNvSpPr>
            <p:nvPr/>
          </p:nvSpPr>
          <p:spPr bwMode="auto">
            <a:xfrm>
              <a:off x="3402577" y="1619917"/>
              <a:ext cx="149224" cy="16192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36883" name="直接连接符 43"/>
            <p:cNvCxnSpPr>
              <a:cxnSpLocks noChangeShapeType="1"/>
            </p:cNvCxnSpPr>
            <p:nvPr/>
          </p:nvCxnSpPr>
          <p:spPr bwMode="auto">
            <a:xfrm>
              <a:off x="1835696" y="1916832"/>
              <a:ext cx="0" cy="364931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4" name="直接连接符 92"/>
            <p:cNvCxnSpPr>
              <a:cxnSpLocks noChangeShapeType="1"/>
            </p:cNvCxnSpPr>
            <p:nvPr/>
          </p:nvCxnSpPr>
          <p:spPr bwMode="auto">
            <a:xfrm>
              <a:off x="1619672" y="1697692"/>
              <a:ext cx="0" cy="40159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5" name="直接连接符 96"/>
            <p:cNvCxnSpPr>
              <a:cxnSpLocks noChangeShapeType="1"/>
            </p:cNvCxnSpPr>
            <p:nvPr/>
          </p:nvCxnSpPr>
          <p:spPr bwMode="auto">
            <a:xfrm>
              <a:off x="1403649" y="1484782"/>
              <a:ext cx="3833" cy="437286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6" name="直接连接符 105"/>
            <p:cNvCxnSpPr>
              <a:cxnSpLocks noChangeShapeType="1"/>
            </p:cNvCxnSpPr>
            <p:nvPr/>
          </p:nvCxnSpPr>
          <p:spPr bwMode="auto">
            <a:xfrm flipH="1">
              <a:off x="1194666" y="1265720"/>
              <a:ext cx="26222" cy="473402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7" name="直接连接符 64"/>
            <p:cNvCxnSpPr>
              <a:cxnSpLocks noChangeShapeType="1"/>
            </p:cNvCxnSpPr>
            <p:nvPr/>
          </p:nvCxnSpPr>
          <p:spPr bwMode="auto">
            <a:xfrm>
              <a:off x="1835696" y="5566150"/>
              <a:ext cx="1592937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8" name="直接连接符 76"/>
            <p:cNvCxnSpPr>
              <a:cxnSpLocks noChangeShapeType="1"/>
            </p:cNvCxnSpPr>
            <p:nvPr/>
          </p:nvCxnSpPr>
          <p:spPr bwMode="auto">
            <a:xfrm>
              <a:off x="1619672" y="5713627"/>
              <a:ext cx="213328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9" name="直接连接符 171"/>
            <p:cNvCxnSpPr>
              <a:cxnSpLocks noChangeShapeType="1"/>
            </p:cNvCxnSpPr>
            <p:nvPr/>
          </p:nvCxnSpPr>
          <p:spPr bwMode="auto">
            <a:xfrm>
              <a:off x="1399607" y="5857642"/>
              <a:ext cx="264500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0" name="直接连接符 185"/>
            <p:cNvCxnSpPr>
              <a:cxnSpLocks noChangeShapeType="1"/>
            </p:cNvCxnSpPr>
            <p:nvPr/>
          </p:nvCxnSpPr>
          <p:spPr bwMode="auto">
            <a:xfrm>
              <a:off x="1189238" y="5999740"/>
              <a:ext cx="317239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6891" name="组合 39992"/>
            <p:cNvGrpSpPr/>
            <p:nvPr/>
          </p:nvGrpSpPr>
          <p:grpSpPr bwMode="auto">
            <a:xfrm>
              <a:off x="3845209" y="4966263"/>
              <a:ext cx="432048" cy="360040"/>
              <a:chOff x="2707128" y="5930109"/>
              <a:chExt cx="432048" cy="360040"/>
            </a:xfrm>
          </p:grpSpPr>
          <p:sp>
            <p:nvSpPr>
              <p:cNvPr id="36916" name="椭圆 12"/>
              <p:cNvSpPr>
                <a:spLocks noChangeArrowheads="1"/>
              </p:cNvSpPr>
              <p:nvPr/>
            </p:nvSpPr>
            <p:spPr bwMode="auto">
              <a:xfrm>
                <a:off x="2851144" y="5930109"/>
                <a:ext cx="147662" cy="144016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cxnSp>
            <p:nvCxnSpPr>
              <p:cNvPr id="36917" name="直接连接符 56"/>
              <p:cNvCxnSpPr>
                <a:cxnSpLocks noChangeShapeType="1"/>
              </p:cNvCxnSpPr>
              <p:nvPr/>
            </p:nvCxnSpPr>
            <p:spPr bwMode="auto">
              <a:xfrm>
                <a:off x="2707128" y="6074125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8" name="直接连接符 58"/>
              <p:cNvCxnSpPr>
                <a:cxnSpLocks noChangeShapeType="1"/>
              </p:cNvCxnSpPr>
              <p:nvPr/>
            </p:nvCxnSpPr>
            <p:spPr bwMode="auto">
              <a:xfrm>
                <a:off x="3139176" y="6074125"/>
                <a:ext cx="0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9" name="直接连接符 117"/>
              <p:cNvCxnSpPr>
                <a:cxnSpLocks noChangeShapeType="1"/>
              </p:cNvCxnSpPr>
              <p:nvPr/>
            </p:nvCxnSpPr>
            <p:spPr bwMode="auto">
              <a:xfrm>
                <a:off x="2707128" y="6290149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20" name="直接连接符 119"/>
              <p:cNvCxnSpPr>
                <a:cxnSpLocks noChangeShapeType="1"/>
              </p:cNvCxnSpPr>
              <p:nvPr/>
            </p:nvCxnSpPr>
            <p:spPr bwMode="auto">
              <a:xfrm flipH="1">
                <a:off x="2707128" y="6074125"/>
                <a:ext cx="76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6892" name="组合 135"/>
            <p:cNvGrpSpPr/>
            <p:nvPr/>
          </p:nvGrpSpPr>
          <p:grpSpPr bwMode="auto">
            <a:xfrm>
              <a:off x="3212609" y="4972299"/>
              <a:ext cx="432048" cy="369631"/>
              <a:chOff x="2707128" y="5930109"/>
              <a:chExt cx="432048" cy="360040"/>
            </a:xfrm>
          </p:grpSpPr>
          <p:sp>
            <p:nvSpPr>
              <p:cNvPr id="36911" name="椭圆 12"/>
              <p:cNvSpPr>
                <a:spLocks noChangeArrowheads="1"/>
              </p:cNvSpPr>
              <p:nvPr/>
            </p:nvSpPr>
            <p:spPr bwMode="auto">
              <a:xfrm>
                <a:off x="2851144" y="5930109"/>
                <a:ext cx="147662" cy="144016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cxnSp>
            <p:nvCxnSpPr>
              <p:cNvPr id="36912" name="直接连接符 137"/>
              <p:cNvCxnSpPr>
                <a:cxnSpLocks noChangeShapeType="1"/>
              </p:cNvCxnSpPr>
              <p:nvPr/>
            </p:nvCxnSpPr>
            <p:spPr bwMode="auto">
              <a:xfrm>
                <a:off x="2707128" y="6074125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3" name="直接连接符 138"/>
              <p:cNvCxnSpPr>
                <a:cxnSpLocks noChangeShapeType="1"/>
              </p:cNvCxnSpPr>
              <p:nvPr/>
            </p:nvCxnSpPr>
            <p:spPr bwMode="auto">
              <a:xfrm>
                <a:off x="3139176" y="6074125"/>
                <a:ext cx="0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4" name="直接连接符 139"/>
              <p:cNvCxnSpPr>
                <a:cxnSpLocks noChangeShapeType="1"/>
              </p:cNvCxnSpPr>
              <p:nvPr/>
            </p:nvCxnSpPr>
            <p:spPr bwMode="auto">
              <a:xfrm>
                <a:off x="2707128" y="6290149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5" name="直接连接符 140"/>
              <p:cNvCxnSpPr>
                <a:cxnSpLocks noChangeShapeType="1"/>
              </p:cNvCxnSpPr>
              <p:nvPr/>
            </p:nvCxnSpPr>
            <p:spPr bwMode="auto">
              <a:xfrm flipH="1">
                <a:off x="2707128" y="6074125"/>
                <a:ext cx="76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6893" name="组合 39997"/>
            <p:cNvGrpSpPr/>
            <p:nvPr/>
          </p:nvGrpSpPr>
          <p:grpSpPr bwMode="auto">
            <a:xfrm>
              <a:off x="3466154" y="4245641"/>
              <a:ext cx="718846" cy="369631"/>
              <a:chOff x="3455921" y="4553302"/>
              <a:chExt cx="718846" cy="369631"/>
            </a:xfrm>
          </p:grpSpPr>
          <p:sp>
            <p:nvSpPr>
              <p:cNvPr id="36906" name="椭圆 12"/>
              <p:cNvSpPr>
                <a:spLocks noChangeArrowheads="1"/>
              </p:cNvSpPr>
              <p:nvPr/>
            </p:nvSpPr>
            <p:spPr bwMode="auto">
              <a:xfrm>
                <a:off x="3742719" y="4553302"/>
                <a:ext cx="147662" cy="14785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cxnSp>
            <p:nvCxnSpPr>
              <p:cNvPr id="36907" name="直接连接符 143"/>
              <p:cNvCxnSpPr>
                <a:cxnSpLocks noChangeShapeType="1"/>
              </p:cNvCxnSpPr>
              <p:nvPr/>
            </p:nvCxnSpPr>
            <p:spPr bwMode="auto">
              <a:xfrm>
                <a:off x="3455921" y="4701154"/>
                <a:ext cx="71884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08" name="直接连接符 144"/>
              <p:cNvCxnSpPr>
                <a:cxnSpLocks noChangeShapeType="1"/>
              </p:cNvCxnSpPr>
              <p:nvPr/>
            </p:nvCxnSpPr>
            <p:spPr bwMode="auto">
              <a:xfrm>
                <a:off x="4174767" y="4701154"/>
                <a:ext cx="0" cy="22177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09" name="直接连接符 145"/>
              <p:cNvCxnSpPr>
                <a:cxnSpLocks noChangeShapeType="1"/>
              </p:cNvCxnSpPr>
              <p:nvPr/>
            </p:nvCxnSpPr>
            <p:spPr bwMode="auto">
              <a:xfrm>
                <a:off x="3455921" y="4922933"/>
                <a:ext cx="71884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0" name="直接连接符 146"/>
              <p:cNvCxnSpPr>
                <a:cxnSpLocks noChangeShapeType="1"/>
              </p:cNvCxnSpPr>
              <p:nvPr/>
            </p:nvCxnSpPr>
            <p:spPr bwMode="auto">
              <a:xfrm flipH="1">
                <a:off x="3455921" y="4701154"/>
                <a:ext cx="768" cy="22177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6894" name="直接连接符 66"/>
            <p:cNvCxnSpPr>
              <a:cxnSpLocks noChangeShapeType="1"/>
            </p:cNvCxnSpPr>
            <p:nvPr/>
          </p:nvCxnSpPr>
          <p:spPr bwMode="auto">
            <a:xfrm>
              <a:off x="3428633" y="5341930"/>
              <a:ext cx="0" cy="22422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5" name="直接连接符 68"/>
            <p:cNvCxnSpPr>
              <a:cxnSpLocks noChangeShapeType="1"/>
            </p:cNvCxnSpPr>
            <p:nvPr/>
          </p:nvCxnSpPr>
          <p:spPr bwMode="auto">
            <a:xfrm flipH="1">
              <a:off x="3572299" y="4615272"/>
              <a:ext cx="2150" cy="24422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6" name="直接连接符 70"/>
            <p:cNvCxnSpPr>
              <a:cxnSpLocks noChangeShapeType="1"/>
            </p:cNvCxnSpPr>
            <p:nvPr/>
          </p:nvCxnSpPr>
          <p:spPr bwMode="auto">
            <a:xfrm flipV="1">
              <a:off x="3428633" y="4858740"/>
              <a:ext cx="143666" cy="75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7" name="直接连接符 73"/>
            <p:cNvCxnSpPr>
              <a:cxnSpLocks noChangeShapeType="1"/>
            </p:cNvCxnSpPr>
            <p:nvPr/>
          </p:nvCxnSpPr>
          <p:spPr bwMode="auto">
            <a:xfrm>
              <a:off x="3428633" y="4859498"/>
              <a:ext cx="1823" cy="11280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8" name="直接连接符 78"/>
            <p:cNvCxnSpPr>
              <a:cxnSpLocks noChangeShapeType="1"/>
            </p:cNvCxnSpPr>
            <p:nvPr/>
          </p:nvCxnSpPr>
          <p:spPr bwMode="auto">
            <a:xfrm>
              <a:off x="3752952" y="4615272"/>
              <a:ext cx="0" cy="109835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9" name="直接连接符 181"/>
            <p:cNvCxnSpPr>
              <a:cxnSpLocks noChangeShapeType="1"/>
            </p:cNvCxnSpPr>
            <p:nvPr/>
          </p:nvCxnSpPr>
          <p:spPr bwMode="auto">
            <a:xfrm flipH="1">
              <a:off x="4054845" y="5321437"/>
              <a:ext cx="3730" cy="53620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0" name="直接连接符 194"/>
            <p:cNvCxnSpPr>
              <a:cxnSpLocks noChangeShapeType="1"/>
            </p:cNvCxnSpPr>
            <p:nvPr/>
          </p:nvCxnSpPr>
          <p:spPr bwMode="auto">
            <a:xfrm>
              <a:off x="4061233" y="4854790"/>
              <a:ext cx="1823" cy="11147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1" name="直接连接符 116"/>
            <p:cNvCxnSpPr>
              <a:cxnSpLocks noChangeShapeType="1"/>
            </p:cNvCxnSpPr>
            <p:nvPr/>
          </p:nvCxnSpPr>
          <p:spPr bwMode="auto">
            <a:xfrm flipH="1">
              <a:off x="3934161" y="4854790"/>
              <a:ext cx="12068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2" name="直接连接符 199"/>
            <p:cNvCxnSpPr>
              <a:cxnSpLocks noChangeShapeType="1"/>
            </p:cNvCxnSpPr>
            <p:nvPr/>
          </p:nvCxnSpPr>
          <p:spPr bwMode="auto">
            <a:xfrm flipH="1">
              <a:off x="3934160" y="4620770"/>
              <a:ext cx="2150" cy="24422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3" name="直接连接符 200"/>
            <p:cNvCxnSpPr>
              <a:cxnSpLocks noChangeShapeType="1"/>
            </p:cNvCxnSpPr>
            <p:nvPr/>
          </p:nvCxnSpPr>
          <p:spPr bwMode="auto">
            <a:xfrm flipH="1">
              <a:off x="4355976" y="4777523"/>
              <a:ext cx="10233" cy="122221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4" name="直接连接符 203"/>
            <p:cNvCxnSpPr>
              <a:cxnSpLocks noChangeShapeType="1"/>
            </p:cNvCxnSpPr>
            <p:nvPr/>
          </p:nvCxnSpPr>
          <p:spPr bwMode="auto">
            <a:xfrm flipV="1">
              <a:off x="4117517" y="4776764"/>
              <a:ext cx="244114" cy="75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5" name="直接连接符 205"/>
            <p:cNvCxnSpPr>
              <a:cxnSpLocks noChangeShapeType="1"/>
            </p:cNvCxnSpPr>
            <p:nvPr/>
          </p:nvCxnSpPr>
          <p:spPr bwMode="auto">
            <a:xfrm>
              <a:off x="4121583" y="4614026"/>
              <a:ext cx="5270" cy="174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3" name="文本框 92"/>
          <p:cNvSpPr txBox="1">
            <a:spLocks noChangeArrowheads="1"/>
          </p:cNvSpPr>
          <p:nvPr/>
        </p:nvSpPr>
        <p:spPr bwMode="auto">
          <a:xfrm>
            <a:off x="6227763" y="4995863"/>
            <a:ext cx="2636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9933"/>
                </a:solidFill>
              </a:rPr>
              <a:t>能否自启动？</a:t>
            </a:r>
            <a:endParaRPr lang="zh-CN" altLang="en-US" b="1">
              <a:solidFill>
                <a:srgbClr val="FF99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2268538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配合</a:t>
            </a:r>
            <a:r>
              <a:rPr lang="zh-CN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适当的门电路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101001101001101001……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同步时序电路的分析与设计方法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55F5B12-F498-4718-843A-1A9FF1CE6E64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5125" name="矩形 8"/>
          <p:cNvSpPr>
            <a:spLocks noChangeArrowheads="1"/>
          </p:cNvSpPr>
          <p:nvPr/>
        </p:nvSpPr>
        <p:spPr bwMode="auto">
          <a:xfrm>
            <a:off x="903288" y="3860800"/>
            <a:ext cx="7489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分析：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要求的脉冲序列为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……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，共</a:t>
            </a:r>
            <a:r>
              <a:rPr lang="en-US" altLang="zh-CN" sz="2800">
                <a:latin typeface="Times New Roman" panose="02020603050405020304" pitchFamily="18" charset="0"/>
              </a:rPr>
              <a:t>6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方法</a:t>
            </a:r>
            <a:r>
              <a:rPr lang="en-US" altLang="zh-CN" dirty="0"/>
              <a:t>2——</a:t>
            </a:r>
            <a:r>
              <a:rPr lang="zh-CN" altLang="en-US" dirty="0"/>
              <a:t>采用计数器的设计思想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48FB011-1DD6-4CF5-872C-060D5DE60964}" type="slidenum">
              <a:rPr lang="en-US" altLang="zh-CN" sz="1000" smtClean="0"/>
            </a:fld>
            <a:endParaRPr lang="en-US" altLang="zh-CN" sz="1000"/>
          </a:p>
        </p:txBody>
      </p:sp>
      <p:graphicFrame>
        <p:nvGraphicFramePr>
          <p:cNvPr id="5" name="内容占位符 9"/>
          <p:cNvGraphicFramePr>
            <a:graphicFrameLocks noGrp="1"/>
          </p:cNvGraphicFramePr>
          <p:nvPr>
            <p:ph idx="1"/>
          </p:nvPr>
        </p:nvGraphicFramePr>
        <p:xfrm>
          <a:off x="1354138" y="1125538"/>
          <a:ext cx="633571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970"/>
                <a:gridCol w="647970"/>
                <a:gridCol w="647970"/>
                <a:gridCol w="1007954"/>
                <a:gridCol w="1007954"/>
                <a:gridCol w="1007954"/>
                <a:gridCol w="1367939"/>
              </a:tblGrid>
              <a:tr h="406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Cn+1</a:t>
                      </a:r>
                      <a:endParaRPr lang="en-US" altLang="zh-CN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Bn+1</a:t>
                      </a:r>
                      <a:endParaRPr lang="en-US" altLang="zh-CN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An+1</a:t>
                      </a:r>
                      <a:endParaRPr lang="en-US" altLang="zh-CN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Z</a:t>
                      </a:r>
                      <a:endParaRPr lang="zh-CN" altLang="en-US" sz="24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28"/>
          <p:cNvGrpSpPr/>
          <p:nvPr/>
        </p:nvGrpSpPr>
        <p:grpSpPr bwMode="auto">
          <a:xfrm>
            <a:off x="1403350" y="4652963"/>
            <a:ext cx="4219575" cy="1943100"/>
            <a:chOff x="1258252" y="1268758"/>
            <a:chExt cx="4220483" cy="1942101"/>
          </a:xfrm>
        </p:grpSpPr>
        <p:grpSp>
          <p:nvGrpSpPr>
            <p:cNvPr id="38985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3900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8986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7" name="直接箭头连接符 44"/>
            <p:cNvCxnSpPr>
              <a:cxnSpLocks noChangeShapeType="1"/>
              <a:endCxn id="39003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8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9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8990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3900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958" y="4381550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1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3900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674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2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3900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848" y="4381552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3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3899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4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3899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585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8995" name="直接箭头连接符 47"/>
            <p:cNvCxnSpPr>
              <a:cxnSpLocks noChangeShapeType="1"/>
              <a:stCxn id="38997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96" name="直接箭头连接符 47"/>
            <p:cNvCxnSpPr>
              <a:cxnSpLocks noChangeShapeType="1"/>
              <a:stCxn id="39003" idx="4"/>
              <a:endCxn id="39007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" name="矩形 31"/>
          <p:cNvSpPr/>
          <p:nvPr/>
        </p:nvSpPr>
        <p:spPr>
          <a:xfrm>
            <a:off x="5716588" y="4689475"/>
            <a:ext cx="3262312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867400" y="5381625"/>
            <a:ext cx="2492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个触发器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7" name="组合 28"/>
          <p:cNvGrpSpPr/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/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/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/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8" name="组合 107"/>
          <p:cNvGrpSpPr/>
          <p:nvPr/>
        </p:nvGrpSpPr>
        <p:grpSpPr bwMode="auto">
          <a:xfrm>
            <a:off x="503238" y="3311525"/>
            <a:ext cx="3341687" cy="1757363"/>
            <a:chOff x="491524" y="2942876"/>
            <a:chExt cx="3341688" cy="1756942"/>
          </a:xfrm>
        </p:grpSpPr>
        <p:grpSp>
          <p:nvGrpSpPr>
            <p:cNvPr id="40003" name="Group 4"/>
            <p:cNvGrpSpPr/>
            <p:nvPr/>
          </p:nvGrpSpPr>
          <p:grpSpPr bwMode="auto">
            <a:xfrm>
              <a:off x="491524" y="3017067"/>
              <a:ext cx="3341688" cy="1682751"/>
              <a:chOff x="639" y="1382"/>
              <a:chExt cx="2105" cy="1060"/>
            </a:xfrm>
          </p:grpSpPr>
          <p:sp>
            <p:nvSpPr>
              <p:cNvPr id="35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6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0013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4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5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6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7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8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9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0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1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0025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40026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4" name="Rectangle 23"/>
            <p:cNvSpPr>
              <a:spLocks noChangeArrowheads="1"/>
            </p:cNvSpPr>
            <p:nvPr/>
          </p:nvSpPr>
          <p:spPr bwMode="auto">
            <a:xfrm>
              <a:off x="1799624" y="2942876"/>
              <a:ext cx="819150" cy="399954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 bwMode="auto">
          <a:xfrm>
            <a:off x="4922838" y="3206750"/>
            <a:ext cx="3341687" cy="1817688"/>
            <a:chOff x="4921442" y="3712470"/>
            <a:chExt cx="3341688" cy="1817611"/>
          </a:xfrm>
        </p:grpSpPr>
        <p:grpSp>
          <p:nvGrpSpPr>
            <p:cNvPr id="39979" name="Group 4"/>
            <p:cNvGrpSpPr/>
            <p:nvPr/>
          </p:nvGrpSpPr>
          <p:grpSpPr bwMode="auto">
            <a:xfrm>
              <a:off x="4921442" y="3847330"/>
              <a:ext cx="3341688" cy="1682751"/>
              <a:chOff x="639" y="1382"/>
              <a:chExt cx="2105" cy="1060"/>
            </a:xfrm>
          </p:grpSpPr>
          <p:sp>
            <p:nvSpPr>
              <p:cNvPr id="58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59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0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1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2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4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5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989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0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1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0001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40002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5" name="Rectangle 23"/>
            <p:cNvSpPr>
              <a:spLocks noChangeArrowheads="1"/>
            </p:cNvSpPr>
            <p:nvPr/>
          </p:nvSpPr>
          <p:spPr bwMode="auto">
            <a:xfrm>
              <a:off x="6331142" y="3712470"/>
              <a:ext cx="819150" cy="400033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 bwMode="auto">
          <a:xfrm>
            <a:off x="5056188" y="576263"/>
            <a:ext cx="3341687" cy="1833562"/>
            <a:chOff x="5055586" y="576762"/>
            <a:chExt cx="3341688" cy="1832746"/>
          </a:xfrm>
        </p:grpSpPr>
        <p:grpSp>
          <p:nvGrpSpPr>
            <p:cNvPr id="39955" name="Group 4"/>
            <p:cNvGrpSpPr/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1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2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3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4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965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39977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39978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3" name="Rectangle 23"/>
            <p:cNvSpPr>
              <a:spLocks noChangeArrowheads="1"/>
            </p:cNvSpPr>
            <p:nvPr/>
          </p:nvSpPr>
          <p:spPr bwMode="auto">
            <a:xfrm>
              <a:off x="6593873" y="576762"/>
              <a:ext cx="817563" cy="39987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sp>
        <p:nvSpPr>
          <p:cNvPr id="118" name="矩形 9"/>
          <p:cNvSpPr>
            <a:spLocks noChangeArrowheads="1"/>
          </p:cNvSpPr>
          <p:nvPr/>
        </p:nvSpPr>
        <p:spPr bwMode="auto">
          <a:xfrm>
            <a:off x="6932613" y="1482725"/>
            <a:ext cx="592137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21" name="组合 120"/>
          <p:cNvGrpSpPr/>
          <p:nvPr/>
        </p:nvGrpSpPr>
        <p:grpSpPr bwMode="auto">
          <a:xfrm>
            <a:off x="5646738" y="1978025"/>
            <a:ext cx="2516187" cy="414338"/>
            <a:chOff x="5646930" y="1978449"/>
            <a:chExt cx="2515403" cy="414459"/>
          </a:xfrm>
        </p:grpSpPr>
        <p:sp>
          <p:nvSpPr>
            <p:cNvPr id="39953" name="矩形 9"/>
            <p:cNvSpPr>
              <a:spLocks noChangeArrowheads="1"/>
            </p:cNvSpPr>
            <p:nvPr/>
          </p:nvSpPr>
          <p:spPr bwMode="auto">
            <a:xfrm>
              <a:off x="7570014" y="1987992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9954" name="矩形 9"/>
            <p:cNvSpPr>
              <a:spLocks noChangeArrowheads="1"/>
            </p:cNvSpPr>
            <p:nvPr/>
          </p:nvSpPr>
          <p:spPr bwMode="auto">
            <a:xfrm>
              <a:off x="5646930" y="1978449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122" name="矩形 9"/>
          <p:cNvSpPr>
            <a:spLocks noChangeArrowheads="1"/>
          </p:cNvSpPr>
          <p:nvPr/>
        </p:nvSpPr>
        <p:spPr bwMode="auto">
          <a:xfrm>
            <a:off x="3014663" y="4141788"/>
            <a:ext cx="592137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125" name="矩形 9"/>
          <p:cNvSpPr>
            <a:spLocks noChangeArrowheads="1"/>
          </p:cNvSpPr>
          <p:nvPr/>
        </p:nvSpPr>
        <p:spPr bwMode="auto">
          <a:xfrm>
            <a:off x="1760538" y="4152900"/>
            <a:ext cx="593725" cy="404813"/>
          </a:xfrm>
          <a:prstGeom prst="rect">
            <a:avLst/>
          </a:prstGeom>
          <a:solidFill>
            <a:srgbClr val="00FF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28" name="组合 127"/>
          <p:cNvGrpSpPr/>
          <p:nvPr/>
        </p:nvGrpSpPr>
        <p:grpSpPr bwMode="auto">
          <a:xfrm>
            <a:off x="5526088" y="4065588"/>
            <a:ext cx="2520950" cy="957262"/>
            <a:chOff x="5526189" y="4065881"/>
            <a:chExt cx="2521040" cy="956424"/>
          </a:xfrm>
        </p:grpSpPr>
        <p:sp>
          <p:nvSpPr>
            <p:cNvPr id="39951" name="矩形 9"/>
            <p:cNvSpPr>
              <a:spLocks noChangeArrowheads="1"/>
            </p:cNvSpPr>
            <p:nvPr/>
          </p:nvSpPr>
          <p:spPr bwMode="auto">
            <a:xfrm>
              <a:off x="7454910" y="4065881"/>
              <a:ext cx="592319" cy="927098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9952" name="矩形 9"/>
            <p:cNvSpPr>
              <a:spLocks noChangeArrowheads="1"/>
            </p:cNvSpPr>
            <p:nvPr/>
          </p:nvSpPr>
          <p:spPr bwMode="auto">
            <a:xfrm>
              <a:off x="5526189" y="4095207"/>
              <a:ext cx="592319" cy="927098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491163" y="2508250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Cn+1</a:t>
            </a:r>
            <a:r>
              <a:rPr lang="en-US" altLang="zh-CN" sz="2400"/>
              <a:t>=Q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116" name="文本框 115"/>
          <p:cNvSpPr txBox="1">
            <a:spLocks noChangeArrowheads="1"/>
          </p:cNvSpPr>
          <p:nvPr/>
        </p:nvSpPr>
        <p:spPr bwMode="auto">
          <a:xfrm>
            <a:off x="965200" y="5265738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—   —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Bn+1</a:t>
            </a:r>
            <a:r>
              <a:rPr lang="en-US" altLang="zh-CN" sz="2400"/>
              <a:t>=Q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117" name="文本框 116"/>
          <p:cNvSpPr txBox="1">
            <a:spLocks noChangeArrowheads="1"/>
          </p:cNvSpPr>
          <p:nvPr/>
        </p:nvSpPr>
        <p:spPr bwMode="auto">
          <a:xfrm>
            <a:off x="5983288" y="5202238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An+1</a:t>
            </a:r>
            <a:r>
              <a:rPr lang="en-US" altLang="zh-CN" sz="2400"/>
              <a:t>=Q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22" grpId="0" animBg="1"/>
      <p:bldP spid="125" grpId="0" animBg="1"/>
      <p:bldP spid="2" grpId="0"/>
      <p:bldP spid="116" grpId="0"/>
      <p:bldP spid="1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0F122B8-14D2-4759-971D-E3C2503C7268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5" name="组合 4"/>
          <p:cNvGrpSpPr/>
          <p:nvPr/>
        </p:nvGrpSpPr>
        <p:grpSpPr bwMode="auto">
          <a:xfrm>
            <a:off x="508000" y="1752600"/>
            <a:ext cx="3341688" cy="1833563"/>
            <a:chOff x="5055586" y="576762"/>
            <a:chExt cx="3341688" cy="1832746"/>
          </a:xfrm>
        </p:grpSpPr>
        <p:grpSp>
          <p:nvGrpSpPr>
            <p:cNvPr id="40978" name="Group 4"/>
            <p:cNvGrpSpPr/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0988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9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0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1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2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3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4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5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6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1000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41001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7" name="Rectangle 23"/>
            <p:cNvSpPr>
              <a:spLocks noChangeArrowheads="1"/>
            </p:cNvSpPr>
            <p:nvPr/>
          </p:nvSpPr>
          <p:spPr bwMode="auto">
            <a:xfrm>
              <a:off x="6593874" y="576762"/>
              <a:ext cx="817562" cy="39987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Z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矩形 9"/>
          <p:cNvSpPr>
            <a:spLocks noChangeArrowheads="1"/>
          </p:cNvSpPr>
          <p:nvPr/>
        </p:nvSpPr>
        <p:spPr bwMode="auto">
          <a:xfrm>
            <a:off x="1814513" y="3130550"/>
            <a:ext cx="1095375" cy="411163"/>
          </a:xfrm>
          <a:prstGeom prst="rect">
            <a:avLst/>
          </a:prstGeom>
          <a:solidFill>
            <a:srgbClr val="FF0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33" name="组合 32"/>
          <p:cNvGrpSpPr/>
          <p:nvPr/>
        </p:nvGrpSpPr>
        <p:grpSpPr bwMode="auto">
          <a:xfrm>
            <a:off x="1112838" y="2671763"/>
            <a:ext cx="2514600" cy="415925"/>
            <a:chOff x="5646930" y="1978449"/>
            <a:chExt cx="2515403" cy="414459"/>
          </a:xfrm>
        </p:grpSpPr>
        <p:sp>
          <p:nvSpPr>
            <p:cNvPr id="40976" name="矩形 9"/>
            <p:cNvSpPr>
              <a:spLocks noChangeArrowheads="1"/>
            </p:cNvSpPr>
            <p:nvPr/>
          </p:nvSpPr>
          <p:spPr bwMode="auto">
            <a:xfrm>
              <a:off x="7570014" y="1987992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0977" name="矩形 9"/>
            <p:cNvSpPr>
              <a:spLocks noChangeArrowheads="1"/>
            </p:cNvSpPr>
            <p:nvPr/>
          </p:nvSpPr>
          <p:spPr bwMode="auto">
            <a:xfrm>
              <a:off x="5646930" y="1978449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757613" y="404813"/>
            <a:ext cx="5062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用</a:t>
            </a:r>
            <a:r>
              <a:rPr lang="en-US" altLang="zh-CN" sz="2800" dirty="0">
                <a:solidFill>
                  <a:srgbClr val="FF9933"/>
                </a:solidFill>
              </a:rPr>
              <a:t>D</a:t>
            </a:r>
            <a:r>
              <a:rPr lang="zh-CN" altLang="en-US" sz="2800" dirty="0">
                <a:solidFill>
                  <a:srgbClr val="FF9933"/>
                </a:solidFill>
              </a:rPr>
              <a:t>触发器</a:t>
            </a:r>
            <a:r>
              <a:rPr lang="zh-CN" altLang="en-US" sz="2800" dirty="0"/>
              <a:t>设计，激励方程为：</a:t>
            </a:r>
            <a:endParaRPr lang="zh-CN" altLang="en-US" sz="2800" dirty="0"/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4903788" y="3632200"/>
            <a:ext cx="279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输出</a:t>
            </a:r>
            <a:r>
              <a:rPr lang="en-US" altLang="zh-CN" sz="2800" dirty="0"/>
              <a:t>Z</a:t>
            </a:r>
            <a:r>
              <a:rPr lang="zh-CN" altLang="en-US" sz="2800" dirty="0"/>
              <a:t>方程为：</a:t>
            </a:r>
            <a:endParaRPr lang="zh-CN" altLang="en-US" sz="2800" dirty="0"/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4903788" y="5322888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9933"/>
                </a:solidFill>
              </a:rPr>
              <a:t>能否自启动？</a:t>
            </a:r>
            <a:endParaRPr lang="zh-CN" altLang="en-US" sz="2800" dirty="0"/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855663" y="1249363"/>
            <a:ext cx="19177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设计输出</a:t>
            </a:r>
            <a:r>
              <a:rPr lang="en-US" altLang="zh-CN" sz="2800"/>
              <a:t>Z</a:t>
            </a:r>
            <a:endParaRPr lang="zh-CN" altLang="en-US" sz="2800"/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930275" y="3894138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—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Z=Q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835525" y="4443413"/>
            <a:ext cx="3103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—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Z=Q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grpSp>
        <p:nvGrpSpPr>
          <p:cNvPr id="2" name="组合 1"/>
          <p:cNvGrpSpPr/>
          <p:nvPr/>
        </p:nvGrpSpPr>
        <p:grpSpPr bwMode="auto">
          <a:xfrm>
            <a:off x="4937125" y="1406525"/>
            <a:ext cx="3883025" cy="1781175"/>
            <a:chOff x="4937003" y="1406337"/>
            <a:chExt cx="3883467" cy="1781967"/>
          </a:xfrm>
        </p:grpSpPr>
        <p:sp>
          <p:nvSpPr>
            <p:cNvPr id="40973" name="文本框 57"/>
            <p:cNvSpPr txBox="1">
              <a:spLocks noChangeArrowheads="1"/>
            </p:cNvSpPr>
            <p:nvPr/>
          </p:nvSpPr>
          <p:spPr bwMode="auto">
            <a:xfrm>
              <a:off x="4937003" y="1406337"/>
              <a:ext cx="3525959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Cn+1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0974" name="文本框 58"/>
            <p:cNvSpPr txBox="1">
              <a:spLocks noChangeArrowheads="1"/>
            </p:cNvSpPr>
            <p:nvPr/>
          </p:nvSpPr>
          <p:spPr bwMode="auto">
            <a:xfrm>
              <a:off x="4944095" y="2006087"/>
              <a:ext cx="3876375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—   —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Bn+1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0975" name="文本框 59"/>
            <p:cNvSpPr txBox="1">
              <a:spLocks noChangeArrowheads="1"/>
            </p:cNvSpPr>
            <p:nvPr/>
          </p:nvSpPr>
          <p:spPr bwMode="auto">
            <a:xfrm>
              <a:off x="4956968" y="2628855"/>
              <a:ext cx="2857501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An+1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0" grpId="0"/>
      <p:bldP spid="41" grpId="0"/>
      <p:bldP spid="43" grpId="0"/>
      <p:bldP spid="44" grpId="0"/>
      <p:bldP spid="52" grpId="0"/>
      <p:bldP spid="5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7322555-9CE9-43DC-8D7B-71E418E43862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5" name="组合 28"/>
          <p:cNvGrpSpPr/>
          <p:nvPr/>
        </p:nvGrpSpPr>
        <p:grpSpPr bwMode="auto">
          <a:xfrm>
            <a:off x="323850" y="404813"/>
            <a:ext cx="4219575" cy="1943100"/>
            <a:chOff x="1258252" y="1268758"/>
            <a:chExt cx="4220483" cy="1942101"/>
          </a:xfrm>
        </p:grpSpPr>
        <p:grpSp>
          <p:nvGrpSpPr>
            <p:cNvPr id="42003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202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2004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5" name="直接箭头连接符 44"/>
            <p:cNvCxnSpPr>
              <a:cxnSpLocks noChangeShapeType="1"/>
              <a:endCxn id="42021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6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7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2008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202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958" y="4381550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09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202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674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10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201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48" y="4381552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11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201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12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201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139585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2013" name="直接箭头连接符 47"/>
            <p:cNvCxnSpPr>
              <a:cxnSpLocks noChangeShapeType="1"/>
              <a:stCxn id="42015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4" name="直接箭头连接符 47"/>
            <p:cNvCxnSpPr>
              <a:cxnSpLocks noChangeShapeType="1"/>
              <a:stCxn id="42021" idx="4"/>
              <a:endCxn id="42025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4932363" y="273050"/>
            <a:ext cx="4089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还有两个状态需要分析</a:t>
            </a:r>
            <a:endParaRPr lang="zh-CN" altLang="en-US" sz="2800"/>
          </a:p>
        </p:txBody>
      </p:sp>
      <p:grpSp>
        <p:nvGrpSpPr>
          <p:cNvPr id="57" name="组合 56"/>
          <p:cNvGrpSpPr/>
          <p:nvPr/>
        </p:nvGrpSpPr>
        <p:grpSpPr bwMode="auto">
          <a:xfrm>
            <a:off x="5148263" y="1122363"/>
            <a:ext cx="2297112" cy="719137"/>
            <a:chOff x="5148064" y="1121883"/>
            <a:chExt cx="2297439" cy="719508"/>
          </a:xfrm>
        </p:grpSpPr>
        <p:grpSp>
          <p:nvGrpSpPr>
            <p:cNvPr id="41997" name="组合 25"/>
            <p:cNvGrpSpPr/>
            <p:nvPr/>
          </p:nvGrpSpPr>
          <p:grpSpPr bwMode="auto">
            <a:xfrm>
              <a:off x="6507517" y="1121883"/>
              <a:ext cx="937986" cy="719508"/>
              <a:chOff x="4067944" y="4221088"/>
              <a:chExt cx="720080" cy="720080"/>
            </a:xfrm>
          </p:grpSpPr>
          <p:sp>
            <p:nvSpPr>
              <p:cNvPr id="4200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4139581" y="4381635"/>
                <a:ext cx="648443" cy="40057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98" name="组合 25"/>
            <p:cNvGrpSpPr/>
            <p:nvPr/>
          </p:nvGrpSpPr>
          <p:grpSpPr bwMode="auto">
            <a:xfrm>
              <a:off x="5148064" y="1121883"/>
              <a:ext cx="937986" cy="719508"/>
              <a:chOff x="4067945" y="4221088"/>
              <a:chExt cx="720080" cy="720080"/>
            </a:xfrm>
          </p:grpSpPr>
          <p:sp>
            <p:nvSpPr>
              <p:cNvPr id="41999" name="椭圆 26"/>
              <p:cNvSpPr>
                <a:spLocks noChangeArrowheads="1"/>
              </p:cNvSpPr>
              <p:nvPr/>
            </p:nvSpPr>
            <p:spPr bwMode="auto">
              <a:xfrm>
                <a:off x="4067945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4139858" y="4381635"/>
                <a:ext cx="648443" cy="40057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62" name="文本框 61"/>
          <p:cNvSpPr txBox="1">
            <a:spLocks noChangeArrowheads="1"/>
          </p:cNvSpPr>
          <p:nvPr/>
        </p:nvSpPr>
        <p:spPr bwMode="auto">
          <a:xfrm>
            <a:off x="827088" y="2935288"/>
            <a:ext cx="39608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根据激励方程求解：</a:t>
            </a:r>
            <a:endParaRPr lang="zh-CN" altLang="en-US" sz="2800" dirty="0"/>
          </a:p>
        </p:txBody>
      </p:sp>
      <p:sp>
        <p:nvSpPr>
          <p:cNvPr id="63" name="文本框 62"/>
          <p:cNvSpPr txBox="1">
            <a:spLocks noChangeArrowheads="1"/>
          </p:cNvSpPr>
          <p:nvPr/>
        </p:nvSpPr>
        <p:spPr bwMode="auto">
          <a:xfrm>
            <a:off x="4972050" y="2962275"/>
            <a:ext cx="31289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当现态是</a:t>
            </a:r>
            <a:r>
              <a:rPr lang="en-US" altLang="zh-CN" sz="2800"/>
              <a:t>110</a:t>
            </a:r>
            <a:r>
              <a:rPr lang="zh-CN" altLang="en-US" sz="2800"/>
              <a:t>时，次态是</a:t>
            </a:r>
            <a:r>
              <a:rPr lang="en-US" altLang="zh-CN" sz="2800"/>
              <a:t>111</a:t>
            </a:r>
            <a:endParaRPr lang="zh-CN" altLang="en-US" sz="2800"/>
          </a:p>
        </p:txBody>
      </p:sp>
      <p:sp>
        <p:nvSpPr>
          <p:cNvPr id="64" name="文本框 63"/>
          <p:cNvSpPr txBox="1">
            <a:spLocks noChangeArrowheads="1"/>
          </p:cNvSpPr>
          <p:nvPr/>
        </p:nvSpPr>
        <p:spPr bwMode="auto">
          <a:xfrm>
            <a:off x="4943475" y="4127500"/>
            <a:ext cx="31289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当现态是</a:t>
            </a:r>
            <a:r>
              <a:rPr lang="en-US" altLang="zh-CN" sz="2800"/>
              <a:t>111</a:t>
            </a:r>
            <a:r>
              <a:rPr lang="zh-CN" altLang="en-US" sz="2800"/>
              <a:t>时，次态是</a:t>
            </a:r>
            <a:r>
              <a:rPr lang="en-US" altLang="zh-CN" sz="2800"/>
              <a:t>100</a:t>
            </a:r>
            <a:endParaRPr lang="zh-CN" altLang="en-US" sz="2800"/>
          </a:p>
        </p:txBody>
      </p:sp>
      <p:grpSp>
        <p:nvGrpSpPr>
          <p:cNvPr id="44" name="组合 43"/>
          <p:cNvGrpSpPr/>
          <p:nvPr/>
        </p:nvGrpSpPr>
        <p:grpSpPr bwMode="auto">
          <a:xfrm>
            <a:off x="657225" y="3716338"/>
            <a:ext cx="3876675" cy="1779587"/>
            <a:chOff x="4944095" y="1409809"/>
            <a:chExt cx="3876375" cy="1778495"/>
          </a:xfrm>
        </p:grpSpPr>
        <p:sp>
          <p:nvSpPr>
            <p:cNvPr id="41994" name="文本框 44"/>
            <p:cNvSpPr txBox="1">
              <a:spLocks noChangeArrowheads="1"/>
            </p:cNvSpPr>
            <p:nvPr/>
          </p:nvSpPr>
          <p:spPr bwMode="auto">
            <a:xfrm>
              <a:off x="4952589" y="1409809"/>
              <a:ext cx="3525959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Cn+1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1995" name="文本框 45"/>
            <p:cNvSpPr txBox="1">
              <a:spLocks noChangeArrowheads="1"/>
            </p:cNvSpPr>
            <p:nvPr/>
          </p:nvSpPr>
          <p:spPr bwMode="auto">
            <a:xfrm>
              <a:off x="4944095" y="2006087"/>
              <a:ext cx="3876375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—   —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Bn+1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1996" name="文本框 46"/>
            <p:cNvSpPr txBox="1">
              <a:spLocks noChangeArrowheads="1"/>
            </p:cNvSpPr>
            <p:nvPr/>
          </p:nvSpPr>
          <p:spPr bwMode="auto">
            <a:xfrm>
              <a:off x="4956968" y="2628855"/>
              <a:ext cx="2857501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  <a:endParaRPr lang="en-US" altLang="zh-CN" sz="2400"/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An+1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2" grpId="0"/>
      <p:bldP spid="63" grpId="0"/>
      <p:bldP spid="6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EEB1AC3-C91F-4600-B94F-EE1188A1DDEE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5" name="组合 28"/>
          <p:cNvGrpSpPr/>
          <p:nvPr/>
        </p:nvGrpSpPr>
        <p:grpSpPr bwMode="auto">
          <a:xfrm>
            <a:off x="1403350" y="1557338"/>
            <a:ext cx="4219575" cy="1943100"/>
            <a:chOff x="1258252" y="1268758"/>
            <a:chExt cx="4220483" cy="1942101"/>
          </a:xfrm>
        </p:grpSpPr>
        <p:grpSp>
          <p:nvGrpSpPr>
            <p:cNvPr id="43023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304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3024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5" name="直接箭头连接符 44"/>
            <p:cNvCxnSpPr>
              <a:cxnSpLocks noChangeShapeType="1"/>
              <a:endCxn id="43041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6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7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028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304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958" y="4381550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29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304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674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30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303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48" y="4381552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31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303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32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303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139585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3033" name="直接箭头连接符 47"/>
            <p:cNvCxnSpPr>
              <a:cxnSpLocks noChangeShapeType="1"/>
              <a:stCxn id="43035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34" name="直接箭头连接符 47"/>
            <p:cNvCxnSpPr>
              <a:cxnSpLocks noChangeShapeType="1"/>
              <a:stCxn id="43041" idx="4"/>
              <a:endCxn id="43045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9" name="组合 38"/>
          <p:cNvGrpSpPr/>
          <p:nvPr/>
        </p:nvGrpSpPr>
        <p:grpSpPr bwMode="auto">
          <a:xfrm>
            <a:off x="3073400" y="3508375"/>
            <a:ext cx="2541588" cy="1214438"/>
            <a:chOff x="3073805" y="3507947"/>
            <a:chExt cx="2540991" cy="1215534"/>
          </a:xfrm>
        </p:grpSpPr>
        <p:grpSp>
          <p:nvGrpSpPr>
            <p:cNvPr id="43015" name="组合 25"/>
            <p:cNvGrpSpPr/>
            <p:nvPr/>
          </p:nvGrpSpPr>
          <p:grpSpPr bwMode="auto">
            <a:xfrm>
              <a:off x="3073805" y="4003973"/>
              <a:ext cx="937986" cy="719508"/>
              <a:chOff x="4067944" y="4221088"/>
              <a:chExt cx="720080" cy="720080"/>
            </a:xfrm>
          </p:grpSpPr>
          <p:sp>
            <p:nvSpPr>
              <p:cNvPr id="4302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4139831" y="4381419"/>
                <a:ext cx="648198" cy="40072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16" name="组合 25"/>
            <p:cNvGrpSpPr/>
            <p:nvPr/>
          </p:nvGrpSpPr>
          <p:grpSpPr bwMode="auto">
            <a:xfrm>
              <a:off x="4676810" y="4003973"/>
              <a:ext cx="937986" cy="719508"/>
              <a:chOff x="4067945" y="4221088"/>
              <a:chExt cx="720080" cy="720080"/>
            </a:xfrm>
          </p:grpSpPr>
          <p:sp>
            <p:nvSpPr>
              <p:cNvPr id="43019" name="椭圆 26"/>
              <p:cNvSpPr>
                <a:spLocks noChangeArrowheads="1"/>
              </p:cNvSpPr>
              <p:nvPr/>
            </p:nvSpPr>
            <p:spPr bwMode="auto">
              <a:xfrm>
                <a:off x="4067945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4139827" y="4381419"/>
                <a:ext cx="648198" cy="40072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3017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998841" y="4363727"/>
              <a:ext cx="665019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18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3555806" y="3507947"/>
              <a:ext cx="341" cy="48797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6292850" y="2398713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9933"/>
                </a:solidFill>
              </a:rPr>
              <a:t>可以自启动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配合</a:t>
            </a:r>
            <a:r>
              <a:rPr lang="zh-CN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适当的门电路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101001101001101001……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7" name="组合 28"/>
          <p:cNvGrpSpPr/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/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/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/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8" name="组合 107"/>
          <p:cNvGrpSpPr/>
          <p:nvPr/>
        </p:nvGrpSpPr>
        <p:grpSpPr bwMode="auto">
          <a:xfrm>
            <a:off x="503238" y="3311525"/>
            <a:ext cx="3341687" cy="1757363"/>
            <a:chOff x="491524" y="2942876"/>
            <a:chExt cx="3341688" cy="1756942"/>
          </a:xfrm>
        </p:grpSpPr>
        <p:grpSp>
          <p:nvGrpSpPr>
            <p:cNvPr id="40003" name="Group 4"/>
            <p:cNvGrpSpPr/>
            <p:nvPr/>
          </p:nvGrpSpPr>
          <p:grpSpPr bwMode="auto">
            <a:xfrm>
              <a:off x="491524" y="3017067"/>
              <a:ext cx="3341688" cy="1682751"/>
              <a:chOff x="639" y="1382"/>
              <a:chExt cx="2105" cy="1060"/>
            </a:xfrm>
          </p:grpSpPr>
          <p:sp>
            <p:nvSpPr>
              <p:cNvPr id="35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6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0013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4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5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6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7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8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9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0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1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0025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40026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4" name="Rectangle 23"/>
            <p:cNvSpPr>
              <a:spLocks noChangeArrowheads="1"/>
            </p:cNvSpPr>
            <p:nvPr/>
          </p:nvSpPr>
          <p:spPr bwMode="auto">
            <a:xfrm>
              <a:off x="1799624" y="2942876"/>
              <a:ext cx="819150" cy="399954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 bwMode="auto">
          <a:xfrm>
            <a:off x="4922838" y="3206750"/>
            <a:ext cx="3341687" cy="1817688"/>
            <a:chOff x="4921442" y="3712470"/>
            <a:chExt cx="3341688" cy="1817611"/>
          </a:xfrm>
        </p:grpSpPr>
        <p:grpSp>
          <p:nvGrpSpPr>
            <p:cNvPr id="39979" name="Group 4"/>
            <p:cNvGrpSpPr/>
            <p:nvPr/>
          </p:nvGrpSpPr>
          <p:grpSpPr bwMode="auto">
            <a:xfrm>
              <a:off x="4921442" y="3847330"/>
              <a:ext cx="3341688" cy="1682751"/>
              <a:chOff x="639" y="1382"/>
              <a:chExt cx="2105" cy="1060"/>
            </a:xfrm>
          </p:grpSpPr>
          <p:sp>
            <p:nvSpPr>
              <p:cNvPr id="58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59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0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1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2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4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5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989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0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1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0001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40002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5" name="Rectangle 23"/>
            <p:cNvSpPr>
              <a:spLocks noChangeArrowheads="1"/>
            </p:cNvSpPr>
            <p:nvPr/>
          </p:nvSpPr>
          <p:spPr bwMode="auto">
            <a:xfrm>
              <a:off x="6331142" y="3712470"/>
              <a:ext cx="819150" cy="400033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 bwMode="auto">
          <a:xfrm>
            <a:off x="5056188" y="576263"/>
            <a:ext cx="3341687" cy="1833562"/>
            <a:chOff x="5055586" y="576762"/>
            <a:chExt cx="3341688" cy="1832746"/>
          </a:xfrm>
        </p:grpSpPr>
        <p:grpSp>
          <p:nvGrpSpPr>
            <p:cNvPr id="39955" name="Group 4"/>
            <p:cNvGrpSpPr/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1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2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3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4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965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39977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39978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3" name="Rectangle 23"/>
            <p:cNvSpPr>
              <a:spLocks noChangeArrowheads="1"/>
            </p:cNvSpPr>
            <p:nvPr/>
          </p:nvSpPr>
          <p:spPr bwMode="auto">
            <a:xfrm>
              <a:off x="6593873" y="576762"/>
              <a:ext cx="817563" cy="39987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491163" y="2508250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Cn+1</a:t>
            </a:r>
            <a:r>
              <a:rPr lang="en-US" altLang="zh-CN" sz="2400"/>
              <a:t>=Q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116" name="文本框 115"/>
          <p:cNvSpPr txBox="1">
            <a:spLocks noChangeArrowheads="1"/>
          </p:cNvSpPr>
          <p:nvPr/>
        </p:nvSpPr>
        <p:spPr bwMode="auto">
          <a:xfrm>
            <a:off x="965200" y="5265738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—   — —</a:t>
            </a:r>
            <a:endParaRPr lang="en-US" altLang="zh-CN" sz="2400" dirty="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Bn+1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17" name="文本框 116"/>
          <p:cNvSpPr txBox="1">
            <a:spLocks noChangeArrowheads="1"/>
          </p:cNvSpPr>
          <p:nvPr/>
        </p:nvSpPr>
        <p:spPr bwMode="auto">
          <a:xfrm>
            <a:off x="5983288" y="5202238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An+1</a:t>
            </a:r>
            <a:r>
              <a:rPr lang="en-US" altLang="zh-CN" sz="2400"/>
              <a:t>=Q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6" grpId="0"/>
      <p:bldP spid="1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</a:fld>
            <a:endParaRPr lang="en-US" altLang="zh-CN" sz="1000" dirty="0"/>
          </a:p>
        </p:txBody>
      </p:sp>
      <p:grpSp>
        <p:nvGrpSpPr>
          <p:cNvPr id="7" name="组合 28"/>
          <p:cNvGrpSpPr/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/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/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/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2" name="组合 111"/>
          <p:cNvGrpSpPr/>
          <p:nvPr/>
        </p:nvGrpSpPr>
        <p:grpSpPr bwMode="auto">
          <a:xfrm>
            <a:off x="5056188" y="576263"/>
            <a:ext cx="3341687" cy="1833562"/>
            <a:chOff x="5055586" y="576762"/>
            <a:chExt cx="3341688" cy="1832746"/>
          </a:xfrm>
        </p:grpSpPr>
        <p:grpSp>
          <p:nvGrpSpPr>
            <p:cNvPr id="39955" name="Group 4"/>
            <p:cNvGrpSpPr/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1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2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3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4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5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965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39977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39978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endParaRPr lang="en-US" altLang="zh-CN" sz="2400" dirty="0">
                  <a:solidFill>
                    <a:srgbClr val="FFC000"/>
                  </a:solidFill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endParaRPr lang="en-US" altLang="zh-CN" sz="2400" dirty="0">
                  <a:solidFill>
                    <a:srgbClr val="FFC000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3" name="Rectangle 23"/>
            <p:cNvSpPr>
              <a:spLocks noChangeArrowheads="1"/>
            </p:cNvSpPr>
            <p:nvPr/>
          </p:nvSpPr>
          <p:spPr bwMode="auto">
            <a:xfrm>
              <a:off x="6593873" y="576762"/>
              <a:ext cx="817563" cy="39987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491163" y="2508250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         —</a:t>
            </a:r>
            <a:endParaRPr lang="en-US" altLang="zh-CN" sz="2400" dirty="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Cn+1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3" name="Rectangle 23"/>
          <p:cNvSpPr>
            <a:spLocks noChangeArrowheads="1"/>
          </p:cNvSpPr>
          <p:nvPr/>
        </p:nvSpPr>
        <p:spPr bwMode="auto">
          <a:xfrm>
            <a:off x="2152401" y="3479169"/>
            <a:ext cx="449883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C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5964755" y="3549898"/>
            <a:ext cx="449883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C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anose="02020603050405020304" pitchFamily="18" charset="0"/>
            </a:endParaRPr>
          </a:p>
        </p:txBody>
      </p:sp>
      <p:grpSp>
        <p:nvGrpSpPr>
          <p:cNvPr id="8" name="Group 4"/>
          <p:cNvGrpSpPr/>
          <p:nvPr/>
        </p:nvGrpSpPr>
        <p:grpSpPr bwMode="auto">
          <a:xfrm>
            <a:off x="611560" y="3861009"/>
            <a:ext cx="3341687" cy="1683500"/>
            <a:chOff x="639" y="1382"/>
            <a:chExt cx="2105" cy="1060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23"/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24"/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44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5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46" name="Group 4"/>
          <p:cNvGrpSpPr/>
          <p:nvPr/>
        </p:nvGrpSpPr>
        <p:grpSpPr bwMode="auto">
          <a:xfrm>
            <a:off x="4216435" y="3861009"/>
            <a:ext cx="3341687" cy="1683500"/>
            <a:chOff x="639" y="1382"/>
            <a:chExt cx="2105" cy="1060"/>
          </a:xfrm>
        </p:grpSpPr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0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23"/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24"/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89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00    01    11     10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90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95" name="矩形 9"/>
          <p:cNvSpPr>
            <a:spLocks noChangeArrowheads="1"/>
          </p:cNvSpPr>
          <p:nvPr/>
        </p:nvSpPr>
        <p:spPr bwMode="auto">
          <a:xfrm>
            <a:off x="2506436" y="4608286"/>
            <a:ext cx="592137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6" name="矩形 9"/>
          <p:cNvSpPr>
            <a:spLocks noChangeArrowheads="1"/>
          </p:cNvSpPr>
          <p:nvPr/>
        </p:nvSpPr>
        <p:spPr bwMode="auto">
          <a:xfrm>
            <a:off x="5457066" y="4620437"/>
            <a:ext cx="1248533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7" name="文本框 96"/>
          <p:cNvSpPr txBox="1">
            <a:spLocks noChangeArrowheads="1"/>
          </p:cNvSpPr>
          <p:nvPr/>
        </p:nvSpPr>
        <p:spPr bwMode="auto">
          <a:xfrm>
            <a:off x="1288824" y="5717593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01" name="文本框 100"/>
          <p:cNvSpPr txBox="1">
            <a:spLocks noChangeArrowheads="1"/>
          </p:cNvSpPr>
          <p:nvPr/>
        </p:nvSpPr>
        <p:spPr bwMode="auto">
          <a:xfrm>
            <a:off x="5215605" y="5700274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5" grpId="0" animBg="1"/>
      <p:bldP spid="96" grpId="0" animBg="1"/>
      <p:bldP spid="97" grpId="0"/>
      <p:bldP spid="10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7" name="组合 28"/>
          <p:cNvGrpSpPr/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/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/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/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8" name="组合 107"/>
          <p:cNvGrpSpPr/>
          <p:nvPr/>
        </p:nvGrpSpPr>
        <p:grpSpPr bwMode="auto">
          <a:xfrm>
            <a:off x="5013023" y="405599"/>
            <a:ext cx="3341687" cy="1757363"/>
            <a:chOff x="491524" y="2942876"/>
            <a:chExt cx="3341688" cy="1756942"/>
          </a:xfrm>
        </p:grpSpPr>
        <p:grpSp>
          <p:nvGrpSpPr>
            <p:cNvPr id="40003" name="Group 4"/>
            <p:cNvGrpSpPr/>
            <p:nvPr/>
          </p:nvGrpSpPr>
          <p:grpSpPr bwMode="auto">
            <a:xfrm>
              <a:off x="491524" y="3017067"/>
              <a:ext cx="3341688" cy="1682751"/>
              <a:chOff x="639" y="1382"/>
              <a:chExt cx="2105" cy="1060"/>
            </a:xfrm>
          </p:grpSpPr>
          <p:sp>
            <p:nvSpPr>
              <p:cNvPr id="35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6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40013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4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5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6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7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8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9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0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1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0025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0   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1   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1    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0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40026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4" name="Rectangle 23"/>
            <p:cNvSpPr>
              <a:spLocks noChangeArrowheads="1"/>
            </p:cNvSpPr>
            <p:nvPr/>
          </p:nvSpPr>
          <p:spPr bwMode="auto">
            <a:xfrm>
              <a:off x="1799624" y="2942876"/>
              <a:ext cx="819150" cy="399954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文本框 115"/>
          <p:cNvSpPr txBox="1">
            <a:spLocks noChangeArrowheads="1"/>
          </p:cNvSpPr>
          <p:nvPr/>
        </p:nvSpPr>
        <p:spPr bwMode="auto">
          <a:xfrm>
            <a:off x="5329237" y="2257510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—   — —</a:t>
            </a:r>
            <a:endParaRPr lang="en-US" altLang="zh-CN" sz="2400" dirty="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Bn+1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grpSp>
        <p:nvGrpSpPr>
          <p:cNvPr id="3" name="Group 4"/>
          <p:cNvGrpSpPr/>
          <p:nvPr/>
        </p:nvGrpSpPr>
        <p:grpSpPr bwMode="auto">
          <a:xfrm>
            <a:off x="611560" y="3861009"/>
            <a:ext cx="3341687" cy="1683500"/>
            <a:chOff x="639" y="1382"/>
            <a:chExt cx="2105" cy="106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34" name="Group 4"/>
          <p:cNvGrpSpPr/>
          <p:nvPr/>
        </p:nvGrpSpPr>
        <p:grpSpPr bwMode="auto">
          <a:xfrm>
            <a:off x="4216435" y="3861009"/>
            <a:ext cx="3341687" cy="1683500"/>
            <a:chOff x="639" y="1382"/>
            <a:chExt cx="2105" cy="1060"/>
          </a:xfrm>
        </p:grpSpPr>
        <p:sp>
          <p:nvSpPr>
            <p:cNvPr id="43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4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6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0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23"/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24"/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74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78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79" name="Rectangle 23"/>
          <p:cNvSpPr>
            <a:spLocks noChangeArrowheads="1"/>
          </p:cNvSpPr>
          <p:nvPr/>
        </p:nvSpPr>
        <p:spPr bwMode="auto">
          <a:xfrm>
            <a:off x="2152401" y="3479169"/>
            <a:ext cx="449883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B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80" name="Rectangle 23"/>
          <p:cNvSpPr>
            <a:spLocks noChangeArrowheads="1"/>
          </p:cNvSpPr>
          <p:nvPr/>
        </p:nvSpPr>
        <p:spPr bwMode="auto">
          <a:xfrm>
            <a:off x="5964755" y="3549898"/>
            <a:ext cx="449883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B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>
            <a:spLocks noChangeArrowheads="1"/>
          </p:cNvSpPr>
          <p:nvPr/>
        </p:nvSpPr>
        <p:spPr bwMode="auto">
          <a:xfrm>
            <a:off x="5541746" y="5831252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91" name="矩形 9"/>
          <p:cNvSpPr>
            <a:spLocks noChangeArrowheads="1"/>
          </p:cNvSpPr>
          <p:nvPr/>
        </p:nvSpPr>
        <p:spPr bwMode="auto">
          <a:xfrm>
            <a:off x="1869495" y="4654177"/>
            <a:ext cx="1105515" cy="329488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2" name="矩形 9"/>
          <p:cNvSpPr>
            <a:spLocks noChangeArrowheads="1"/>
          </p:cNvSpPr>
          <p:nvPr/>
        </p:nvSpPr>
        <p:spPr bwMode="auto">
          <a:xfrm>
            <a:off x="5434048" y="4585438"/>
            <a:ext cx="1259148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3" name="文本框 92"/>
          <p:cNvSpPr txBox="1">
            <a:spLocks noChangeArrowheads="1"/>
          </p:cNvSpPr>
          <p:nvPr/>
        </p:nvSpPr>
        <p:spPr bwMode="auto">
          <a:xfrm>
            <a:off x="1872304" y="5627582"/>
            <a:ext cx="1425035" cy="56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—   </a:t>
            </a:r>
            <a:endParaRPr lang="en-US" altLang="zh-CN" sz="2400" dirty="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79" grpId="0"/>
      <p:bldP spid="80" grpId="0"/>
      <p:bldP spid="90" grpId="0"/>
      <p:bldP spid="91" grpId="0" animBg="1"/>
      <p:bldP spid="92" grpId="0" animBg="1"/>
      <p:bldP spid="9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7" name="组合 28"/>
          <p:cNvGrpSpPr/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/>
            <p:cNvGrpSpPr/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/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/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/>
            <p:cNvGrpSpPr/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/>
            <p:cNvGrpSpPr/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/>
            <p:cNvGrpSpPr/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/>
            <p:cNvGrpSpPr/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/>
            <p:cNvGrpSpPr/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/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/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9" name="组合 108"/>
          <p:cNvGrpSpPr/>
          <p:nvPr/>
        </p:nvGrpSpPr>
        <p:grpSpPr bwMode="auto">
          <a:xfrm>
            <a:off x="5029100" y="532275"/>
            <a:ext cx="3341687" cy="1817688"/>
            <a:chOff x="4921442" y="3712470"/>
            <a:chExt cx="3341688" cy="1817611"/>
          </a:xfrm>
        </p:grpSpPr>
        <p:grpSp>
          <p:nvGrpSpPr>
            <p:cNvPr id="39979" name="Group 4"/>
            <p:cNvGrpSpPr/>
            <p:nvPr/>
          </p:nvGrpSpPr>
          <p:grpSpPr bwMode="auto">
            <a:xfrm>
              <a:off x="4921442" y="3847330"/>
              <a:ext cx="3341688" cy="1682751"/>
              <a:chOff x="639" y="1382"/>
              <a:chExt cx="2105" cy="1060"/>
            </a:xfrm>
          </p:grpSpPr>
          <p:sp>
            <p:nvSpPr>
              <p:cNvPr id="58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59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0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1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2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4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5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9989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0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1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Rectangle 23"/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Rectangle 24"/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anose="02020603050405020304" pitchFamily="18" charset="0"/>
                  </a:rPr>
                  <a:t>C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0001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0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    0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    1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     1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endParaRPr lang="en-US" altLang="zh-CN" sz="2400" dirty="0">
                  <a:solidFill>
                    <a:srgbClr val="FFC000"/>
                  </a:solidFill>
                  <a:latin typeface="Georgia" panose="02040502050405020303" pitchFamily="18" charset="0"/>
                </a:endParaRPr>
              </a:p>
            </p:txBody>
          </p:sp>
          <p:sp>
            <p:nvSpPr>
              <p:cNvPr id="40002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5" name="Rectangle 23"/>
            <p:cNvSpPr>
              <a:spLocks noChangeArrowheads="1"/>
            </p:cNvSpPr>
            <p:nvPr/>
          </p:nvSpPr>
          <p:spPr bwMode="auto">
            <a:xfrm>
              <a:off x="6331142" y="3712470"/>
              <a:ext cx="819150" cy="400033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</p:grpSp>
      <p:sp>
        <p:nvSpPr>
          <p:cNvPr id="117" name="文本框 116"/>
          <p:cNvSpPr txBox="1">
            <a:spLocks noChangeArrowheads="1"/>
          </p:cNvSpPr>
          <p:nvPr/>
        </p:nvSpPr>
        <p:spPr bwMode="auto">
          <a:xfrm>
            <a:off x="6089550" y="2527763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—</a:t>
            </a:r>
            <a:endParaRPr lang="en-US" altLang="zh-CN" sz="2400" dirty="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An+1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grpSp>
        <p:nvGrpSpPr>
          <p:cNvPr id="3" name="Group 4"/>
          <p:cNvGrpSpPr/>
          <p:nvPr/>
        </p:nvGrpSpPr>
        <p:grpSpPr bwMode="auto">
          <a:xfrm>
            <a:off x="611560" y="3861009"/>
            <a:ext cx="3341687" cy="1683500"/>
            <a:chOff x="639" y="1382"/>
            <a:chExt cx="2105" cy="106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34" name="Group 4"/>
          <p:cNvGrpSpPr/>
          <p:nvPr/>
        </p:nvGrpSpPr>
        <p:grpSpPr bwMode="auto">
          <a:xfrm>
            <a:off x="4216435" y="3861009"/>
            <a:ext cx="3341687" cy="1683500"/>
            <a:chOff x="639" y="1382"/>
            <a:chExt cx="2105" cy="1060"/>
          </a:xfrm>
        </p:grpSpPr>
        <p:sp>
          <p:nvSpPr>
            <p:cNvPr id="43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4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6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0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23"/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24"/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C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74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78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79" name="Rectangle 23"/>
          <p:cNvSpPr>
            <a:spLocks noChangeArrowheads="1"/>
          </p:cNvSpPr>
          <p:nvPr/>
        </p:nvSpPr>
        <p:spPr bwMode="auto">
          <a:xfrm>
            <a:off x="2152401" y="3479169"/>
            <a:ext cx="449883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A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80" name="Rectangle 23"/>
          <p:cNvSpPr>
            <a:spLocks noChangeArrowheads="1"/>
          </p:cNvSpPr>
          <p:nvPr/>
        </p:nvSpPr>
        <p:spPr bwMode="auto">
          <a:xfrm>
            <a:off x="5964755" y="3549898"/>
            <a:ext cx="449883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A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92" name="文本框 91"/>
          <p:cNvSpPr txBox="1">
            <a:spLocks noChangeArrowheads="1"/>
          </p:cNvSpPr>
          <p:nvPr/>
        </p:nvSpPr>
        <p:spPr bwMode="auto">
          <a:xfrm>
            <a:off x="5528476" y="5856662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 1</a:t>
            </a:r>
            <a:endParaRPr lang="zh-CN" altLang="en-US" sz="2400" baseline="-25000" dirty="0"/>
          </a:p>
        </p:txBody>
      </p:sp>
      <p:sp>
        <p:nvSpPr>
          <p:cNvPr id="93" name="文本框 92"/>
          <p:cNvSpPr txBox="1">
            <a:spLocks noChangeArrowheads="1"/>
          </p:cNvSpPr>
          <p:nvPr/>
        </p:nvSpPr>
        <p:spPr bwMode="auto">
          <a:xfrm>
            <a:off x="1860796" y="5845094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=1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79" grpId="0"/>
      <p:bldP spid="80" grpId="0"/>
      <p:bldP spid="92" grpId="0"/>
      <p:bldP spid="9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</a:fld>
            <a:endParaRPr lang="en-US" altLang="zh-CN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403648" y="2204864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5330429" y="2187545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043608" y="5014740"/>
            <a:ext cx="3103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— —</a:t>
            </a:r>
            <a:endParaRPr lang="en-US" altLang="zh-CN" sz="2400" dirty="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Z=Q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55576" y="1219105"/>
            <a:ext cx="50625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用</a:t>
            </a:r>
            <a:r>
              <a:rPr lang="en-US" altLang="zh-CN" sz="2800" dirty="0">
                <a:solidFill>
                  <a:srgbClr val="FF9933"/>
                </a:solidFill>
              </a:rPr>
              <a:t>JK</a:t>
            </a:r>
            <a:r>
              <a:rPr lang="zh-CN" altLang="en-US" sz="2800" dirty="0">
                <a:solidFill>
                  <a:srgbClr val="FF9933"/>
                </a:solidFill>
              </a:rPr>
              <a:t>触发器</a:t>
            </a:r>
            <a:r>
              <a:rPr lang="zh-CN" altLang="en-US" sz="2800" dirty="0"/>
              <a:t>设计，激励方程为：</a:t>
            </a:r>
            <a:endParaRPr lang="zh-CN" altLang="en-US" sz="2800" dirty="0"/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748136" y="4294581"/>
            <a:ext cx="279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输出</a:t>
            </a:r>
            <a:r>
              <a:rPr lang="en-US" altLang="zh-CN" sz="2800" dirty="0"/>
              <a:t>Z</a:t>
            </a:r>
            <a:r>
              <a:rPr lang="zh-CN" altLang="en-US" sz="2800" dirty="0"/>
              <a:t>方程为：</a:t>
            </a:r>
            <a:endParaRPr lang="zh-CN" altLang="en-US" sz="2800" dirty="0"/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4938328" y="4736509"/>
            <a:ext cx="353454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9933"/>
                </a:solidFill>
              </a:rPr>
              <a:t>能否自启动？</a:t>
            </a:r>
            <a:endParaRPr lang="en-US" altLang="zh-CN" sz="2800" dirty="0">
              <a:solidFill>
                <a:srgbClr val="FF9933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9933"/>
                </a:solidFill>
              </a:rPr>
              <a:t>请同学们自己检查！</a:t>
            </a:r>
            <a:endParaRPr lang="zh-CN" altLang="en-US" sz="2800" dirty="0"/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5309683" y="2879433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1415860" y="2692654"/>
            <a:ext cx="1425035" cy="56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—   </a:t>
            </a:r>
            <a:endParaRPr lang="en-US" altLang="zh-CN" sz="2400" dirty="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5292080" y="3636906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 1</a:t>
            </a:r>
            <a:endParaRPr lang="zh-CN" altLang="en-US" sz="2400" baseline="-25000" dirty="0"/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1421251" y="3658798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=1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/>
      <p:bldP spid="13" grpId="0"/>
      <p:bldP spid="14" grpId="0"/>
      <p:bldP spid="3" grpId="0"/>
      <p:bldP spid="15" grpId="0"/>
      <p:bldP spid="16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6959CEB-F03C-4397-A0AD-0D69CC9B7F97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6147" name="矩形 4"/>
          <p:cNvSpPr>
            <a:spLocks noChangeArrowheads="1"/>
          </p:cNvSpPr>
          <p:nvPr/>
        </p:nvSpPr>
        <p:spPr bwMode="auto">
          <a:xfrm>
            <a:off x="4067175" y="1601788"/>
            <a:ext cx="35734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1   0   1   0   0   1</a:t>
            </a:r>
            <a:endParaRPr lang="zh-CN" altLang="en-US"/>
          </a:p>
        </p:txBody>
      </p:sp>
      <p:sp>
        <p:nvSpPr>
          <p:cNvPr id="6148" name="矩形 5"/>
          <p:cNvSpPr>
            <a:spLocks noChangeArrowheads="1"/>
          </p:cNvSpPr>
          <p:nvPr/>
        </p:nvSpPr>
        <p:spPr bwMode="auto">
          <a:xfrm>
            <a:off x="755650" y="1268413"/>
            <a:ext cx="21605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先选用两位触发器设计</a:t>
            </a:r>
            <a:endParaRPr lang="zh-CN" altLang="en-US" sz="28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39750" y="2962275"/>
          <a:ext cx="4968875" cy="258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19"/>
                <a:gridCol w="1242219"/>
                <a:gridCol w="1453162"/>
                <a:gridCol w="1031275"/>
              </a:tblGrid>
              <a:tr h="3658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Q</a:t>
                      </a:r>
                      <a:r>
                        <a:rPr lang="en-US" altLang="zh-CN" sz="1800" baseline="-25000" dirty="0"/>
                        <a:t>1n</a:t>
                      </a:r>
                      <a:endParaRPr lang="zh-CN" altLang="en-US" sz="1800" baseline="-25000" dirty="0"/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Q</a:t>
                      </a:r>
                      <a:r>
                        <a:rPr lang="en-US" altLang="zh-CN" sz="1800" baseline="-25000" dirty="0"/>
                        <a:t>0n</a:t>
                      </a:r>
                      <a:endParaRPr lang="zh-CN" altLang="en-US" sz="1800" baseline="-25000" dirty="0"/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dirty="0"/>
                        <a:t>Q</a:t>
                      </a:r>
                      <a:r>
                        <a:rPr lang="en-US" altLang="zh-CN" sz="18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1(n+1)</a:t>
                      </a:r>
                      <a:endParaRPr lang="zh-CN" altLang="en-US" sz="18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dirty="0"/>
                        <a:t>Q</a:t>
                      </a:r>
                      <a:r>
                        <a:rPr lang="en-US" altLang="zh-CN" sz="18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0(n+1)</a:t>
                      </a:r>
                      <a:endParaRPr lang="zh-CN" altLang="en-US" sz="18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26" marB="45726">
                    <a:noFill/>
                  </a:tcPr>
                </a:tc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</a:tr>
              <a:tr h="3658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</a:tr>
            </a:tbl>
          </a:graphicData>
        </a:graphic>
      </p:graphicFrame>
      <p:sp>
        <p:nvSpPr>
          <p:cNvPr id="6191" name="矩形 7"/>
          <p:cNvSpPr>
            <a:spLocks noChangeArrowheads="1"/>
          </p:cNvSpPr>
          <p:nvPr/>
        </p:nvSpPr>
        <p:spPr bwMode="auto">
          <a:xfrm>
            <a:off x="539750" y="3357563"/>
            <a:ext cx="2447925" cy="3587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2" name="矩形 8"/>
          <p:cNvSpPr>
            <a:spLocks noChangeArrowheads="1"/>
          </p:cNvSpPr>
          <p:nvPr/>
        </p:nvSpPr>
        <p:spPr bwMode="auto">
          <a:xfrm>
            <a:off x="549275" y="4092575"/>
            <a:ext cx="2447925" cy="360363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3" name="矩形 9"/>
          <p:cNvSpPr>
            <a:spLocks noChangeArrowheads="1"/>
          </p:cNvSpPr>
          <p:nvPr/>
        </p:nvSpPr>
        <p:spPr bwMode="auto">
          <a:xfrm>
            <a:off x="3132138" y="3357563"/>
            <a:ext cx="2376487" cy="358775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4" name="矩形 10"/>
          <p:cNvSpPr>
            <a:spLocks noChangeArrowheads="1"/>
          </p:cNvSpPr>
          <p:nvPr/>
        </p:nvSpPr>
        <p:spPr bwMode="auto">
          <a:xfrm>
            <a:off x="3132138" y="4092575"/>
            <a:ext cx="2376487" cy="360363"/>
          </a:xfrm>
          <a:prstGeom prst="rect">
            <a:avLst/>
          </a:prstGeom>
          <a:solidFill>
            <a:srgbClr val="FFFF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5" name="矩形 11"/>
          <p:cNvSpPr>
            <a:spLocks noChangeArrowheads="1"/>
          </p:cNvSpPr>
          <p:nvPr/>
        </p:nvSpPr>
        <p:spPr bwMode="auto">
          <a:xfrm>
            <a:off x="6084888" y="3141663"/>
            <a:ext cx="2374900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同一个现态转向不同的次态，不可实现。需要增加位数</a:t>
            </a:r>
            <a:endParaRPr lang="zh-CN" altLang="en-US" sz="2800"/>
          </a:p>
        </p:txBody>
      </p:sp>
      <p:grpSp>
        <p:nvGrpSpPr>
          <p:cNvPr id="17" name="组合 16"/>
          <p:cNvGrpSpPr/>
          <p:nvPr/>
        </p:nvGrpSpPr>
        <p:grpSpPr bwMode="auto">
          <a:xfrm>
            <a:off x="4427538" y="2062163"/>
            <a:ext cx="865187" cy="250825"/>
            <a:chOff x="4283968" y="1978108"/>
            <a:chExt cx="864096" cy="250274"/>
          </a:xfrm>
        </p:grpSpPr>
        <p:cxnSp>
          <p:nvCxnSpPr>
            <p:cNvPr id="44106" name="直接连接符 2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7" name="直接连接符 5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8" name="直接连接符 8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组合 24"/>
          <p:cNvGrpSpPr/>
          <p:nvPr/>
        </p:nvGrpSpPr>
        <p:grpSpPr bwMode="auto">
          <a:xfrm>
            <a:off x="4878388" y="2135188"/>
            <a:ext cx="863600" cy="250825"/>
            <a:chOff x="4283968" y="1978108"/>
            <a:chExt cx="864096" cy="250274"/>
          </a:xfrm>
        </p:grpSpPr>
        <p:cxnSp>
          <p:nvCxnSpPr>
            <p:cNvPr id="44103" name="直接连接符 25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4" name="直接连接符 26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5" name="直接连接符 27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" name="组合 28"/>
          <p:cNvGrpSpPr/>
          <p:nvPr/>
        </p:nvGrpSpPr>
        <p:grpSpPr bwMode="auto">
          <a:xfrm>
            <a:off x="5435600" y="2214563"/>
            <a:ext cx="865188" cy="250825"/>
            <a:chOff x="4283968" y="1978108"/>
            <a:chExt cx="864096" cy="250274"/>
          </a:xfrm>
        </p:grpSpPr>
        <p:cxnSp>
          <p:nvCxnSpPr>
            <p:cNvPr id="44100" name="直接连接符 29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1" name="直接连接符 30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2" name="直接连接符 31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3" name="组合 32"/>
          <p:cNvGrpSpPr/>
          <p:nvPr/>
        </p:nvGrpSpPr>
        <p:grpSpPr bwMode="auto">
          <a:xfrm>
            <a:off x="5994400" y="2278063"/>
            <a:ext cx="863600" cy="244475"/>
            <a:chOff x="4283968" y="1978108"/>
            <a:chExt cx="864096" cy="250274"/>
          </a:xfrm>
        </p:grpSpPr>
        <p:cxnSp>
          <p:nvCxnSpPr>
            <p:cNvPr id="44097" name="直接连接符 33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8" name="直接连接符 34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9" name="直接连接符 35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" name="组合 36"/>
          <p:cNvGrpSpPr/>
          <p:nvPr/>
        </p:nvGrpSpPr>
        <p:grpSpPr bwMode="auto">
          <a:xfrm>
            <a:off x="6519863" y="2335213"/>
            <a:ext cx="863600" cy="250825"/>
            <a:chOff x="4283968" y="1978108"/>
            <a:chExt cx="864096" cy="250274"/>
          </a:xfrm>
        </p:grpSpPr>
        <p:cxnSp>
          <p:nvCxnSpPr>
            <p:cNvPr id="44094" name="直接连接符 37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5" name="直接连接符 38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6" name="直接连接符 39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4" name="组合 43"/>
          <p:cNvGrpSpPr/>
          <p:nvPr/>
        </p:nvGrpSpPr>
        <p:grpSpPr bwMode="auto">
          <a:xfrm>
            <a:off x="4572000" y="1433513"/>
            <a:ext cx="2520950" cy="292100"/>
            <a:chOff x="4572000" y="975520"/>
            <a:chExt cx="2520280" cy="292893"/>
          </a:xfrm>
        </p:grpSpPr>
        <p:cxnSp>
          <p:nvCxnSpPr>
            <p:cNvPr id="44091" name="直接连接符 18"/>
            <p:cNvCxnSpPr>
              <a:cxnSpLocks noChangeShapeType="1"/>
            </p:cNvCxnSpPr>
            <p:nvPr/>
          </p:nvCxnSpPr>
          <p:spPr bwMode="auto">
            <a:xfrm>
              <a:off x="7092280" y="975520"/>
              <a:ext cx="0" cy="29289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2" name="直接连接符 20"/>
            <p:cNvCxnSpPr>
              <a:cxnSpLocks noChangeShapeType="1"/>
            </p:cNvCxnSpPr>
            <p:nvPr/>
          </p:nvCxnSpPr>
          <p:spPr bwMode="auto">
            <a:xfrm flipH="1">
              <a:off x="4572000" y="975520"/>
              <a:ext cx="2520280" cy="520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3" name="直接箭头连接符 22"/>
            <p:cNvCxnSpPr>
              <a:cxnSpLocks noChangeShapeType="1"/>
            </p:cNvCxnSpPr>
            <p:nvPr/>
          </p:nvCxnSpPr>
          <p:spPr bwMode="auto">
            <a:xfrm>
              <a:off x="4572000" y="980728"/>
              <a:ext cx="0" cy="28768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5" name="标题 1"/>
          <p:cNvSpPr>
            <a:spLocks noGrp="1"/>
          </p:cNvSpPr>
          <p:nvPr>
            <p:ph type="title"/>
          </p:nvPr>
        </p:nvSpPr>
        <p:spPr>
          <a:xfrm>
            <a:off x="457200" y="258763"/>
            <a:ext cx="8382000" cy="7620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方法</a:t>
            </a:r>
            <a:r>
              <a:rPr lang="en-US" altLang="zh-CN" dirty="0"/>
              <a:t>3——</a:t>
            </a:r>
            <a:r>
              <a:rPr lang="zh-CN" altLang="en-US" dirty="0"/>
              <a:t>循环移位方式设计思想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8" grpId="0"/>
      <p:bldP spid="6191" grpId="0" animBg="1"/>
      <p:bldP spid="6192" grpId="0" animBg="1"/>
      <p:bldP spid="6193" grpId="0" animBg="1"/>
      <p:bldP spid="6194" grpId="0" animBg="1"/>
      <p:bldP spid="619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D7C599C-68FA-41B2-9235-BF0602405ECC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46083" name="矩形 4"/>
          <p:cNvSpPr>
            <a:spLocks noChangeArrowheads="1"/>
          </p:cNvSpPr>
          <p:nvPr/>
        </p:nvSpPr>
        <p:spPr bwMode="auto">
          <a:xfrm>
            <a:off x="3995738" y="476250"/>
            <a:ext cx="446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1   0   1   0   0   1  1  0  1</a:t>
            </a:r>
            <a:endParaRPr lang="zh-CN" altLang="en-US"/>
          </a:p>
        </p:txBody>
      </p:sp>
      <p:sp>
        <p:nvSpPr>
          <p:cNvPr id="46084" name="矩形 5"/>
          <p:cNvSpPr>
            <a:spLocks noChangeArrowheads="1"/>
          </p:cNvSpPr>
          <p:nvPr/>
        </p:nvSpPr>
        <p:spPr bwMode="auto">
          <a:xfrm>
            <a:off x="1116013" y="404813"/>
            <a:ext cx="21605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选用三位触发器设计</a:t>
            </a:r>
            <a:endParaRPr lang="zh-CN" altLang="en-US" sz="2800"/>
          </a:p>
        </p:txBody>
      </p:sp>
      <p:sp>
        <p:nvSpPr>
          <p:cNvPr id="7173" name="矩形 11"/>
          <p:cNvSpPr>
            <a:spLocks noChangeArrowheads="1"/>
          </p:cNvSpPr>
          <p:nvPr/>
        </p:nvSpPr>
        <p:spPr bwMode="auto">
          <a:xfrm>
            <a:off x="1181100" y="5522913"/>
            <a:ext cx="6192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无重复状态，可以设计</a:t>
            </a:r>
            <a:endParaRPr lang="zh-CN" altLang="en-US" sz="2800"/>
          </a:p>
        </p:txBody>
      </p:sp>
      <p:graphicFrame>
        <p:nvGraphicFramePr>
          <p:cNvPr id="13" name="内容占位符 9"/>
          <p:cNvGraphicFramePr>
            <a:graphicFrameLocks noGrp="1"/>
          </p:cNvGraphicFramePr>
          <p:nvPr>
            <p:ph idx="1"/>
          </p:nvPr>
        </p:nvGraphicFramePr>
        <p:xfrm>
          <a:off x="446088" y="2114550"/>
          <a:ext cx="838834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330"/>
                <a:gridCol w="1325330"/>
                <a:gridCol w="1325330"/>
                <a:gridCol w="1325330"/>
                <a:gridCol w="1325330"/>
                <a:gridCol w="1761698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 bwMode="auto">
          <a:xfrm>
            <a:off x="4211638" y="884238"/>
            <a:ext cx="1439862" cy="290512"/>
            <a:chOff x="4283968" y="1978108"/>
            <a:chExt cx="864096" cy="250274"/>
          </a:xfrm>
        </p:grpSpPr>
        <p:cxnSp>
          <p:nvCxnSpPr>
            <p:cNvPr id="46169" name="直接连接符 7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70" name="直接连接符 8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71" name="直接连接符 9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 bwMode="auto">
          <a:xfrm>
            <a:off x="4640263" y="962025"/>
            <a:ext cx="1524000" cy="315913"/>
            <a:chOff x="4283968" y="1978108"/>
            <a:chExt cx="864096" cy="250274"/>
          </a:xfrm>
        </p:grpSpPr>
        <p:cxnSp>
          <p:nvCxnSpPr>
            <p:cNvPr id="46166" name="直接连接符 11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7" name="直接连接符 13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8" name="直接连接符 14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组合 15"/>
          <p:cNvGrpSpPr/>
          <p:nvPr/>
        </p:nvGrpSpPr>
        <p:grpSpPr bwMode="auto">
          <a:xfrm>
            <a:off x="5219700" y="1055688"/>
            <a:ext cx="1414463" cy="319087"/>
            <a:chOff x="4283968" y="1978108"/>
            <a:chExt cx="864096" cy="250274"/>
          </a:xfrm>
        </p:grpSpPr>
        <p:cxnSp>
          <p:nvCxnSpPr>
            <p:cNvPr id="46163" name="直接连接符 16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4" name="直接连接符 17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5" name="直接连接符 18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" name="组合 19"/>
          <p:cNvGrpSpPr/>
          <p:nvPr/>
        </p:nvGrpSpPr>
        <p:grpSpPr bwMode="auto">
          <a:xfrm>
            <a:off x="5695950" y="1179513"/>
            <a:ext cx="1366838" cy="280987"/>
            <a:chOff x="4283968" y="1978108"/>
            <a:chExt cx="864096" cy="250274"/>
          </a:xfrm>
        </p:grpSpPr>
        <p:cxnSp>
          <p:nvCxnSpPr>
            <p:cNvPr id="46160" name="直接连接符 20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1" name="直接连接符 21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2" name="直接连接符 22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" name="组合 23"/>
          <p:cNvGrpSpPr/>
          <p:nvPr/>
        </p:nvGrpSpPr>
        <p:grpSpPr bwMode="auto">
          <a:xfrm>
            <a:off x="6213475" y="1196975"/>
            <a:ext cx="1292225" cy="314325"/>
            <a:chOff x="4283968" y="1978108"/>
            <a:chExt cx="864096" cy="250274"/>
          </a:xfrm>
        </p:grpSpPr>
        <p:cxnSp>
          <p:nvCxnSpPr>
            <p:cNvPr id="46157" name="直接连接符 24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8" name="直接连接符 25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9" name="直接连接符 26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" name="组合 27"/>
          <p:cNvGrpSpPr/>
          <p:nvPr/>
        </p:nvGrpSpPr>
        <p:grpSpPr bwMode="auto">
          <a:xfrm>
            <a:off x="6818313" y="1252538"/>
            <a:ext cx="1111250" cy="314325"/>
            <a:chOff x="4283968" y="1978108"/>
            <a:chExt cx="864096" cy="250274"/>
          </a:xfrm>
        </p:grpSpPr>
        <p:cxnSp>
          <p:nvCxnSpPr>
            <p:cNvPr id="46154" name="直接连接符 28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5" name="直接连接符 29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6" name="直接连接符 30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" name="组合 31"/>
          <p:cNvGrpSpPr/>
          <p:nvPr/>
        </p:nvGrpSpPr>
        <p:grpSpPr bwMode="auto">
          <a:xfrm>
            <a:off x="7215188" y="1308100"/>
            <a:ext cx="1173162" cy="314325"/>
            <a:chOff x="4283968" y="1978108"/>
            <a:chExt cx="864096" cy="250274"/>
          </a:xfrm>
        </p:grpSpPr>
        <p:cxnSp>
          <p:nvCxnSpPr>
            <p:cNvPr id="46151" name="直接连接符 32"/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2" name="直接连接符 33"/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3" name="直接连接符 34"/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A3A08CC-D115-4D5E-9AB5-07AA6DD4287B}" type="slidenum">
              <a:rPr lang="en-US" altLang="zh-CN" sz="1000" smtClean="0"/>
            </a:fld>
            <a:endParaRPr lang="en-US" altLang="zh-CN" sz="1000"/>
          </a:p>
        </p:txBody>
      </p:sp>
      <p:graphicFrame>
        <p:nvGraphicFramePr>
          <p:cNvPr id="5" name="内容占位符 9"/>
          <p:cNvGraphicFramePr/>
          <p:nvPr/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3373" name="组合 8"/>
          <p:cNvGrpSpPr/>
          <p:nvPr/>
        </p:nvGrpSpPr>
        <p:grpSpPr bwMode="auto">
          <a:xfrm>
            <a:off x="768350" y="4111625"/>
            <a:ext cx="720725" cy="719138"/>
            <a:chOff x="4067944" y="4221088"/>
            <a:chExt cx="720080" cy="720080"/>
          </a:xfrm>
        </p:grpSpPr>
        <p:sp>
          <p:nvSpPr>
            <p:cNvPr id="47212" name="椭圆 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139318" y="4381636"/>
              <a:ext cx="648706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4" name="组合 9"/>
          <p:cNvGrpSpPr/>
          <p:nvPr/>
        </p:nvGrpSpPr>
        <p:grpSpPr bwMode="auto">
          <a:xfrm>
            <a:off x="2136775" y="4094163"/>
            <a:ext cx="719138" cy="720725"/>
            <a:chOff x="4067944" y="4221088"/>
            <a:chExt cx="720080" cy="720080"/>
          </a:xfrm>
        </p:grpSpPr>
        <p:sp>
          <p:nvSpPr>
            <p:cNvPr id="47210" name="椭圆 10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5" name="组合 12"/>
          <p:cNvGrpSpPr/>
          <p:nvPr/>
        </p:nvGrpSpPr>
        <p:grpSpPr bwMode="auto">
          <a:xfrm>
            <a:off x="3494088" y="4094163"/>
            <a:ext cx="720725" cy="720725"/>
            <a:chOff x="4067944" y="4221088"/>
            <a:chExt cx="720080" cy="720080"/>
          </a:xfrm>
        </p:grpSpPr>
        <p:sp>
          <p:nvSpPr>
            <p:cNvPr id="47208" name="椭圆 13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6" name="组合 15"/>
          <p:cNvGrpSpPr/>
          <p:nvPr/>
        </p:nvGrpSpPr>
        <p:grpSpPr bwMode="auto">
          <a:xfrm>
            <a:off x="3494088" y="5316538"/>
            <a:ext cx="720725" cy="719137"/>
            <a:chOff x="4067944" y="4221088"/>
            <a:chExt cx="720080" cy="720080"/>
          </a:xfrm>
        </p:grpSpPr>
        <p:sp>
          <p:nvSpPr>
            <p:cNvPr id="47206" name="椭圆 1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139317" y="4381635"/>
              <a:ext cx="648707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7" name="组合 18"/>
          <p:cNvGrpSpPr/>
          <p:nvPr/>
        </p:nvGrpSpPr>
        <p:grpSpPr bwMode="auto">
          <a:xfrm>
            <a:off x="2136775" y="5310188"/>
            <a:ext cx="719138" cy="720725"/>
            <a:chOff x="4067944" y="4221088"/>
            <a:chExt cx="720080" cy="720080"/>
          </a:xfrm>
        </p:grpSpPr>
        <p:sp>
          <p:nvSpPr>
            <p:cNvPr id="47204" name="椭圆 1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8" name="组合 21"/>
          <p:cNvGrpSpPr/>
          <p:nvPr/>
        </p:nvGrpSpPr>
        <p:grpSpPr bwMode="auto">
          <a:xfrm>
            <a:off x="722313" y="5310188"/>
            <a:ext cx="719137" cy="720725"/>
            <a:chOff x="4067944" y="4221088"/>
            <a:chExt cx="720080" cy="720080"/>
          </a:xfrm>
        </p:grpSpPr>
        <p:sp>
          <p:nvSpPr>
            <p:cNvPr id="47202" name="椭圆 2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139475" y="4381282"/>
              <a:ext cx="648549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3379" name="直接箭头连接符 25"/>
          <p:cNvCxnSpPr>
            <a:cxnSpLocks noChangeShapeType="1"/>
            <a:stCxn id="8" idx="3"/>
            <a:endCxn id="47210" idx="2"/>
          </p:cNvCxnSpPr>
          <p:nvPr/>
        </p:nvCxnSpPr>
        <p:spPr bwMode="auto">
          <a:xfrm flipV="1">
            <a:off x="1489075" y="4454525"/>
            <a:ext cx="647700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0" name="直接箭头连接符 26"/>
          <p:cNvCxnSpPr>
            <a:cxnSpLocks noChangeShapeType="1"/>
          </p:cNvCxnSpPr>
          <p:nvPr/>
        </p:nvCxnSpPr>
        <p:spPr bwMode="auto">
          <a:xfrm flipV="1">
            <a:off x="2881313" y="4454525"/>
            <a:ext cx="649287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1" name="直接箭头连接符 27"/>
          <p:cNvCxnSpPr>
            <a:cxnSpLocks noChangeShapeType="1"/>
            <a:stCxn id="47208" idx="4"/>
            <a:endCxn id="47206" idx="0"/>
          </p:cNvCxnSpPr>
          <p:nvPr/>
        </p:nvCxnSpPr>
        <p:spPr bwMode="auto">
          <a:xfrm>
            <a:off x="3854450" y="4814888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2" name="直接箭头连接符 30"/>
          <p:cNvCxnSpPr>
            <a:cxnSpLocks noChangeShapeType="1"/>
          </p:cNvCxnSpPr>
          <p:nvPr/>
        </p:nvCxnSpPr>
        <p:spPr bwMode="auto">
          <a:xfrm flipH="1" flipV="1">
            <a:off x="2828925" y="5661025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3" name="直接箭头连接符 32"/>
          <p:cNvCxnSpPr>
            <a:cxnSpLocks noChangeShapeType="1"/>
          </p:cNvCxnSpPr>
          <p:nvPr/>
        </p:nvCxnSpPr>
        <p:spPr bwMode="auto">
          <a:xfrm flipH="1" flipV="1">
            <a:off x="1457325" y="5670550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4" name="直接箭头连接符 33"/>
          <p:cNvCxnSpPr>
            <a:cxnSpLocks noChangeShapeType="1"/>
            <a:endCxn id="47212" idx="4"/>
          </p:cNvCxnSpPr>
          <p:nvPr/>
        </p:nvCxnSpPr>
        <p:spPr bwMode="auto">
          <a:xfrm flipV="1">
            <a:off x="1114425" y="4830763"/>
            <a:ext cx="14288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 bwMode="auto">
          <a:xfrm>
            <a:off x="5189538" y="4094163"/>
            <a:ext cx="3492500" cy="1941512"/>
            <a:chOff x="5189528" y="4094163"/>
            <a:chExt cx="3492500" cy="1941513"/>
          </a:xfrm>
        </p:grpSpPr>
        <p:grpSp>
          <p:nvGrpSpPr>
            <p:cNvPr id="47178" name="组合 8"/>
            <p:cNvGrpSpPr/>
            <p:nvPr/>
          </p:nvGrpSpPr>
          <p:grpSpPr bwMode="auto">
            <a:xfrm>
              <a:off x="5235565" y="4111626"/>
              <a:ext cx="720725" cy="719137"/>
              <a:chOff x="4067944" y="4221088"/>
              <a:chExt cx="720080" cy="720080"/>
            </a:xfrm>
          </p:grpSpPr>
          <p:sp>
            <p:nvSpPr>
              <p:cNvPr id="47200" name="椭圆 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4139318" y="4381635"/>
                <a:ext cx="648706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5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79" name="组合 9"/>
            <p:cNvGrpSpPr/>
            <p:nvPr/>
          </p:nvGrpSpPr>
          <p:grpSpPr bwMode="auto">
            <a:xfrm>
              <a:off x="6603990" y="4094163"/>
              <a:ext cx="719138" cy="720725"/>
              <a:chOff x="4067944" y="4221088"/>
              <a:chExt cx="720080" cy="720080"/>
            </a:xfrm>
          </p:grpSpPr>
          <p:sp>
            <p:nvSpPr>
              <p:cNvPr id="47198" name="椭圆 10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4139476" y="4381282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80" name="组合 12"/>
            <p:cNvGrpSpPr/>
            <p:nvPr/>
          </p:nvGrpSpPr>
          <p:grpSpPr bwMode="auto">
            <a:xfrm>
              <a:off x="7961303" y="4094163"/>
              <a:ext cx="720725" cy="720725"/>
              <a:chOff x="4067944" y="4221088"/>
              <a:chExt cx="720080" cy="720080"/>
            </a:xfrm>
          </p:grpSpPr>
          <p:sp>
            <p:nvSpPr>
              <p:cNvPr id="47196" name="椭圆 13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4139317" y="4381282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81" name="组合 15"/>
            <p:cNvGrpSpPr/>
            <p:nvPr/>
          </p:nvGrpSpPr>
          <p:grpSpPr bwMode="auto">
            <a:xfrm>
              <a:off x="7961303" y="5316538"/>
              <a:ext cx="720725" cy="719138"/>
              <a:chOff x="4067944" y="4221088"/>
              <a:chExt cx="720080" cy="720080"/>
            </a:xfrm>
          </p:grpSpPr>
          <p:sp>
            <p:nvSpPr>
              <p:cNvPr id="47194" name="椭圆 1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4139317" y="4381636"/>
                <a:ext cx="648707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82" name="组合 18"/>
            <p:cNvGrpSpPr/>
            <p:nvPr/>
          </p:nvGrpSpPr>
          <p:grpSpPr bwMode="auto">
            <a:xfrm>
              <a:off x="6603990" y="5310188"/>
              <a:ext cx="719138" cy="720725"/>
              <a:chOff x="4067944" y="4221088"/>
              <a:chExt cx="720080" cy="720080"/>
            </a:xfrm>
          </p:grpSpPr>
          <p:sp>
            <p:nvSpPr>
              <p:cNvPr id="47192" name="椭圆 19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4139476" y="4381283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altLang="zh-CN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83" name="组合 21"/>
            <p:cNvGrpSpPr/>
            <p:nvPr/>
          </p:nvGrpSpPr>
          <p:grpSpPr bwMode="auto">
            <a:xfrm>
              <a:off x="5189528" y="5310188"/>
              <a:ext cx="719137" cy="720725"/>
              <a:chOff x="4067944" y="4221088"/>
              <a:chExt cx="720080" cy="720080"/>
            </a:xfrm>
          </p:grpSpPr>
          <p:sp>
            <p:nvSpPr>
              <p:cNvPr id="47190" name="椭圆 22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4139475" y="4381283"/>
                <a:ext cx="648549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6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7184" name="直接箭头连接符 25"/>
            <p:cNvCxnSpPr>
              <a:cxnSpLocks noChangeShapeType="1"/>
              <a:stCxn id="37" idx="3"/>
              <a:endCxn id="47198" idx="2"/>
            </p:cNvCxnSpPr>
            <p:nvPr/>
          </p:nvCxnSpPr>
          <p:spPr bwMode="auto">
            <a:xfrm flipV="1">
              <a:off x="5956290" y="4454526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5" name="直接箭头连接符 26"/>
            <p:cNvCxnSpPr>
              <a:cxnSpLocks noChangeShapeType="1"/>
            </p:cNvCxnSpPr>
            <p:nvPr/>
          </p:nvCxnSpPr>
          <p:spPr bwMode="auto">
            <a:xfrm flipV="1">
              <a:off x="7348528" y="4454526"/>
              <a:ext cx="649287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6" name="直接箭头连接符 27"/>
            <p:cNvCxnSpPr>
              <a:cxnSpLocks noChangeShapeType="1"/>
              <a:stCxn id="47196" idx="4"/>
              <a:endCxn id="47194" idx="0"/>
            </p:cNvCxnSpPr>
            <p:nvPr/>
          </p:nvCxnSpPr>
          <p:spPr bwMode="auto">
            <a:xfrm>
              <a:off x="8321665" y="4814888"/>
              <a:ext cx="0" cy="5016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7" name="直接箭头连接符 30"/>
            <p:cNvCxnSpPr>
              <a:cxnSpLocks noChangeShapeType="1"/>
            </p:cNvCxnSpPr>
            <p:nvPr/>
          </p:nvCxnSpPr>
          <p:spPr bwMode="auto">
            <a:xfrm flipH="1" flipV="1">
              <a:off x="7296140" y="5661026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8" name="直接箭头连接符 32"/>
            <p:cNvCxnSpPr>
              <a:cxnSpLocks noChangeShapeType="1"/>
            </p:cNvCxnSpPr>
            <p:nvPr/>
          </p:nvCxnSpPr>
          <p:spPr bwMode="auto">
            <a:xfrm flipH="1" flipV="1">
              <a:off x="5924540" y="5670551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9" name="直接箭头连接符 33"/>
            <p:cNvCxnSpPr>
              <a:cxnSpLocks noChangeShapeType="1"/>
              <a:endCxn id="47200" idx="4"/>
            </p:cNvCxnSpPr>
            <p:nvPr/>
          </p:nvCxnSpPr>
          <p:spPr bwMode="auto">
            <a:xfrm flipV="1">
              <a:off x="5581640" y="4830763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7468A7-10A0-4B1F-A1D2-BDAD80DA3E9F}" type="slidenum">
              <a:rPr lang="en-US" altLang="zh-CN" sz="1000" smtClean="0"/>
            </a:fld>
            <a:endParaRPr lang="en-US" altLang="zh-CN" sz="1000"/>
          </a:p>
        </p:txBody>
      </p:sp>
      <p:graphicFrame>
        <p:nvGraphicFramePr>
          <p:cNvPr id="10" name="内容占位符 9"/>
          <p:cNvGraphicFramePr>
            <a:graphicFrameLocks noGrp="1"/>
          </p:cNvGraphicFramePr>
          <p:nvPr>
            <p:ph idx="1"/>
          </p:nvPr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8254" name="Group 4"/>
          <p:cNvGrpSpPr/>
          <p:nvPr/>
        </p:nvGrpSpPr>
        <p:grpSpPr bwMode="auto">
          <a:xfrm>
            <a:off x="323850" y="3614738"/>
            <a:ext cx="3952875" cy="2541587"/>
            <a:chOff x="6" y="2159"/>
            <a:chExt cx="2490" cy="160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48195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6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7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8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9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0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1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2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3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4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48205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48207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48221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48222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48208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48209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48210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48211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48212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48213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48214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8215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48216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48217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48218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48219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109" y="2168"/>
              <a:ext cx="64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2(n+1)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8255" name="矩形 4"/>
          <p:cNvSpPr>
            <a:spLocks noChangeArrowheads="1"/>
          </p:cNvSpPr>
          <p:nvPr/>
        </p:nvSpPr>
        <p:spPr bwMode="auto">
          <a:xfrm>
            <a:off x="2765425" y="4637088"/>
            <a:ext cx="1511300" cy="1493837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5364163" y="4964113"/>
            <a:ext cx="2046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5" grpId="0" animBg="1"/>
      <p:bldP spid="3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065283C-4652-4397-81E7-29ADAB9ABD06}" type="slidenum">
              <a:rPr lang="en-US" altLang="zh-CN" sz="1000" smtClean="0"/>
            </a:fld>
            <a:endParaRPr lang="en-US" altLang="zh-CN" sz="1000"/>
          </a:p>
        </p:txBody>
      </p:sp>
      <p:graphicFrame>
        <p:nvGraphicFramePr>
          <p:cNvPr id="10" name="内容占位符 9"/>
          <p:cNvGraphicFramePr>
            <a:graphicFrameLocks noGrp="1"/>
          </p:cNvGraphicFramePr>
          <p:nvPr>
            <p:ph idx="1"/>
          </p:nvPr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9278" name="Group 4"/>
          <p:cNvGrpSpPr/>
          <p:nvPr/>
        </p:nvGrpSpPr>
        <p:grpSpPr bwMode="auto">
          <a:xfrm>
            <a:off x="461963" y="3709988"/>
            <a:ext cx="3952875" cy="2541587"/>
            <a:chOff x="6" y="2159"/>
            <a:chExt cx="2490" cy="160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49219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0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1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2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3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4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5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6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7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8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49229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49231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49245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49246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49232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49233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49234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49235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49236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49237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49238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9239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49240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49241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49242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49243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149" y="2169"/>
              <a:ext cx="628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1(n+1)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9279" name="矩形 40"/>
          <p:cNvSpPr>
            <a:spLocks noChangeArrowheads="1"/>
          </p:cNvSpPr>
          <p:nvPr/>
        </p:nvSpPr>
        <p:spPr bwMode="auto">
          <a:xfrm>
            <a:off x="2109788" y="4738688"/>
            <a:ext cx="1511300" cy="1493837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5508625" y="4886325"/>
            <a:ext cx="2044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9" grpId="0" animBg="1"/>
      <p:bldP spid="3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62763" y="6186488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AA71D39-B29F-4B67-92DB-9BAD3F4AACBB}" type="slidenum">
              <a:rPr lang="en-US" altLang="zh-CN" sz="1000" smtClean="0"/>
            </a:fld>
            <a:endParaRPr lang="en-US" altLang="zh-CN" sz="1000"/>
          </a:p>
        </p:txBody>
      </p:sp>
      <p:graphicFrame>
        <p:nvGraphicFramePr>
          <p:cNvPr id="10" name="内容占位符 9"/>
          <p:cNvGraphicFramePr>
            <a:graphicFrameLocks noGrp="1"/>
          </p:cNvGraphicFramePr>
          <p:nvPr>
            <p:ph idx="1"/>
          </p:nvPr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1326" name="Group 4"/>
          <p:cNvGrpSpPr/>
          <p:nvPr/>
        </p:nvGrpSpPr>
        <p:grpSpPr bwMode="auto">
          <a:xfrm>
            <a:off x="468313" y="3644900"/>
            <a:ext cx="3952875" cy="2541588"/>
            <a:chOff x="6" y="2159"/>
            <a:chExt cx="2490" cy="160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1270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1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2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3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4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5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6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7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8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9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1280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51282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1296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51297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51283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51284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51285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51286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51287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1288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51289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1290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1291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51292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51293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1294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142" y="2163"/>
              <a:ext cx="653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0(n+1)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4986338" y="4968875"/>
            <a:ext cx="383381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46" name="矩形 40"/>
          <p:cNvSpPr>
            <a:spLocks noChangeArrowheads="1"/>
          </p:cNvSpPr>
          <p:nvPr/>
        </p:nvSpPr>
        <p:spPr bwMode="auto">
          <a:xfrm>
            <a:off x="1344613" y="4719638"/>
            <a:ext cx="1511300" cy="6223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1344613" y="5451475"/>
            <a:ext cx="2997200" cy="633413"/>
            <a:chOff x="1345216" y="5451600"/>
            <a:chExt cx="2996044" cy="633339"/>
          </a:xfrm>
        </p:grpSpPr>
        <p:sp>
          <p:nvSpPr>
            <p:cNvPr id="51265" name="矩形 40"/>
            <p:cNvSpPr>
              <a:spLocks noChangeArrowheads="1"/>
            </p:cNvSpPr>
            <p:nvPr/>
          </p:nvSpPr>
          <p:spPr bwMode="auto">
            <a:xfrm>
              <a:off x="1345216" y="5462711"/>
              <a:ext cx="630454" cy="622228"/>
            </a:xfrm>
            <a:prstGeom prst="rect">
              <a:avLst/>
            </a:prstGeom>
            <a:solidFill>
              <a:srgbClr val="92D05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1266" name="矩形 40"/>
            <p:cNvSpPr>
              <a:spLocks noChangeArrowheads="1"/>
            </p:cNvSpPr>
            <p:nvPr/>
          </p:nvSpPr>
          <p:spPr bwMode="auto">
            <a:xfrm>
              <a:off x="3710806" y="5451600"/>
              <a:ext cx="630454" cy="622228"/>
            </a:xfrm>
            <a:prstGeom prst="rect">
              <a:avLst/>
            </a:prstGeom>
            <a:solidFill>
              <a:srgbClr val="92D050">
                <a:alpha val="50195"/>
              </a:srgb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22B19B6-B726-480E-A7C5-A81BB9D5B467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211638" y="2781300"/>
            <a:ext cx="4398962" cy="1655763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能否自启动？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98500" y="2159000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的状态方程：</a:t>
            </a:r>
            <a:endParaRPr lang="zh-CN" altLang="en-US" sz="2400" dirty="0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766763" y="3198813"/>
            <a:ext cx="2046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781050" y="3781425"/>
            <a:ext cx="2044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66763" y="4254500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/>
      <p:bldP spid="11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0C79E24-04A1-47E4-9EFB-283103A65434}" type="slidenum">
              <a:rPr lang="en-US" altLang="zh-CN" sz="1000" smtClean="0"/>
            </a:fld>
            <a:endParaRPr lang="en-US" altLang="zh-CN" sz="1000"/>
          </a:p>
        </p:txBody>
      </p:sp>
      <p:graphicFrame>
        <p:nvGraphicFramePr>
          <p:cNvPr id="5" name="内容占位符 9"/>
          <p:cNvGraphicFramePr/>
          <p:nvPr/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3373" name="组合 8"/>
          <p:cNvGrpSpPr/>
          <p:nvPr/>
        </p:nvGrpSpPr>
        <p:grpSpPr bwMode="auto">
          <a:xfrm>
            <a:off x="1136650" y="4094163"/>
            <a:ext cx="720725" cy="719137"/>
            <a:chOff x="4067944" y="4221088"/>
            <a:chExt cx="720080" cy="720080"/>
          </a:xfrm>
        </p:grpSpPr>
        <p:sp>
          <p:nvSpPr>
            <p:cNvPr id="53338" name="椭圆 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4" name="组合 9"/>
          <p:cNvGrpSpPr/>
          <p:nvPr/>
        </p:nvGrpSpPr>
        <p:grpSpPr bwMode="auto">
          <a:xfrm>
            <a:off x="2505075" y="4076700"/>
            <a:ext cx="719138" cy="720725"/>
            <a:chOff x="4067944" y="4221088"/>
            <a:chExt cx="720080" cy="720080"/>
          </a:xfrm>
        </p:grpSpPr>
        <p:sp>
          <p:nvSpPr>
            <p:cNvPr id="53336" name="椭圆 10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5" name="组合 12"/>
          <p:cNvGrpSpPr/>
          <p:nvPr/>
        </p:nvGrpSpPr>
        <p:grpSpPr bwMode="auto">
          <a:xfrm>
            <a:off x="3862388" y="4076700"/>
            <a:ext cx="720725" cy="720725"/>
            <a:chOff x="4067944" y="4221088"/>
            <a:chExt cx="720080" cy="720080"/>
          </a:xfrm>
        </p:grpSpPr>
        <p:sp>
          <p:nvSpPr>
            <p:cNvPr id="53334" name="椭圆 13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6" name="组合 15"/>
          <p:cNvGrpSpPr/>
          <p:nvPr/>
        </p:nvGrpSpPr>
        <p:grpSpPr bwMode="auto">
          <a:xfrm>
            <a:off x="3862388" y="5299075"/>
            <a:ext cx="720725" cy="719138"/>
            <a:chOff x="4067944" y="4221088"/>
            <a:chExt cx="720080" cy="720080"/>
          </a:xfrm>
        </p:grpSpPr>
        <p:sp>
          <p:nvSpPr>
            <p:cNvPr id="53332" name="椭圆 1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139317" y="4381636"/>
              <a:ext cx="648707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7" name="组合 18"/>
          <p:cNvGrpSpPr/>
          <p:nvPr/>
        </p:nvGrpSpPr>
        <p:grpSpPr bwMode="auto">
          <a:xfrm>
            <a:off x="2505075" y="5292725"/>
            <a:ext cx="719138" cy="720725"/>
            <a:chOff x="4067944" y="4221088"/>
            <a:chExt cx="720080" cy="720080"/>
          </a:xfrm>
        </p:grpSpPr>
        <p:sp>
          <p:nvSpPr>
            <p:cNvPr id="53330" name="椭圆 1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8" name="组合 21"/>
          <p:cNvGrpSpPr/>
          <p:nvPr/>
        </p:nvGrpSpPr>
        <p:grpSpPr bwMode="auto">
          <a:xfrm>
            <a:off x="1090613" y="5292725"/>
            <a:ext cx="719137" cy="720725"/>
            <a:chOff x="4067944" y="4221088"/>
            <a:chExt cx="720080" cy="720080"/>
          </a:xfrm>
        </p:grpSpPr>
        <p:sp>
          <p:nvSpPr>
            <p:cNvPr id="53328" name="椭圆 2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139475" y="4381283"/>
              <a:ext cx="648549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3379" name="直接箭头连接符 25"/>
          <p:cNvCxnSpPr>
            <a:cxnSpLocks noChangeShapeType="1"/>
            <a:stCxn id="8" idx="3"/>
            <a:endCxn id="53336" idx="2"/>
          </p:cNvCxnSpPr>
          <p:nvPr/>
        </p:nvCxnSpPr>
        <p:spPr bwMode="auto">
          <a:xfrm flipV="1">
            <a:off x="1857375" y="4437063"/>
            <a:ext cx="647700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0" name="直接箭头连接符 26"/>
          <p:cNvCxnSpPr>
            <a:cxnSpLocks noChangeShapeType="1"/>
          </p:cNvCxnSpPr>
          <p:nvPr/>
        </p:nvCxnSpPr>
        <p:spPr bwMode="auto">
          <a:xfrm flipV="1">
            <a:off x="3249613" y="4437063"/>
            <a:ext cx="649287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1" name="直接箭头连接符 27"/>
          <p:cNvCxnSpPr>
            <a:cxnSpLocks noChangeShapeType="1"/>
            <a:stCxn id="53334" idx="4"/>
            <a:endCxn id="53332" idx="0"/>
          </p:cNvCxnSpPr>
          <p:nvPr/>
        </p:nvCxnSpPr>
        <p:spPr bwMode="auto">
          <a:xfrm>
            <a:off x="4222750" y="4797425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2" name="直接箭头连接符 30"/>
          <p:cNvCxnSpPr>
            <a:cxnSpLocks noChangeShapeType="1"/>
          </p:cNvCxnSpPr>
          <p:nvPr/>
        </p:nvCxnSpPr>
        <p:spPr bwMode="auto">
          <a:xfrm flipH="1" flipV="1">
            <a:off x="3197225" y="5643563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3" name="直接箭头连接符 32"/>
          <p:cNvCxnSpPr>
            <a:cxnSpLocks noChangeShapeType="1"/>
          </p:cNvCxnSpPr>
          <p:nvPr/>
        </p:nvCxnSpPr>
        <p:spPr bwMode="auto">
          <a:xfrm flipH="1" flipV="1">
            <a:off x="1825625" y="5653088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4" name="直接箭头连接符 33"/>
          <p:cNvCxnSpPr>
            <a:cxnSpLocks noChangeShapeType="1"/>
            <a:endCxn id="53338" idx="4"/>
          </p:cNvCxnSpPr>
          <p:nvPr/>
        </p:nvCxnSpPr>
        <p:spPr bwMode="auto">
          <a:xfrm flipV="1">
            <a:off x="1482725" y="4813300"/>
            <a:ext cx="14288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385" name="组合 35"/>
          <p:cNvGrpSpPr/>
          <p:nvPr/>
        </p:nvGrpSpPr>
        <p:grpSpPr bwMode="auto">
          <a:xfrm>
            <a:off x="5867400" y="5305425"/>
            <a:ext cx="720725" cy="720725"/>
            <a:chOff x="4067944" y="4221088"/>
            <a:chExt cx="720080" cy="720080"/>
          </a:xfrm>
        </p:grpSpPr>
        <p:sp>
          <p:nvSpPr>
            <p:cNvPr id="53326" name="椭圆 3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5614988" y="3941763"/>
            <a:ext cx="2087562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能否自启动？还差两个状态</a:t>
            </a:r>
            <a:endParaRPr lang="zh-CN" altLang="en-US" sz="2400" dirty="0"/>
          </a:p>
        </p:txBody>
      </p:sp>
      <p:grpSp>
        <p:nvGrpSpPr>
          <p:cNvPr id="13387" name="组合 40"/>
          <p:cNvGrpSpPr/>
          <p:nvPr/>
        </p:nvGrpSpPr>
        <p:grpSpPr bwMode="auto">
          <a:xfrm>
            <a:off x="7092950" y="5284788"/>
            <a:ext cx="719138" cy="719137"/>
            <a:chOff x="4067944" y="4221088"/>
            <a:chExt cx="720080" cy="720080"/>
          </a:xfrm>
        </p:grpSpPr>
        <p:sp>
          <p:nvSpPr>
            <p:cNvPr id="53324" name="椭圆 41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139476" y="4381635"/>
              <a:ext cx="648548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B584FCE-FA75-4510-BE31-B6D59B31F6BB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8" name="矩形 7"/>
          <p:cNvSpPr/>
          <p:nvPr/>
        </p:nvSpPr>
        <p:spPr>
          <a:xfrm>
            <a:off x="493713" y="1117600"/>
            <a:ext cx="308133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根据状态方程计算：</a:t>
            </a:r>
            <a:endParaRPr lang="zh-CN" altLang="en-US" sz="2400" dirty="0"/>
          </a:p>
        </p:txBody>
      </p:sp>
      <p:grpSp>
        <p:nvGrpSpPr>
          <p:cNvPr id="54277" name="组合 8"/>
          <p:cNvGrpSpPr/>
          <p:nvPr/>
        </p:nvGrpSpPr>
        <p:grpSpPr bwMode="auto">
          <a:xfrm>
            <a:off x="4146550" y="1827213"/>
            <a:ext cx="720725" cy="720725"/>
            <a:chOff x="4067944" y="4221088"/>
            <a:chExt cx="720080" cy="720080"/>
          </a:xfrm>
        </p:grpSpPr>
        <p:sp>
          <p:nvSpPr>
            <p:cNvPr id="54325" name="椭圆 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4345" name="组合 11"/>
          <p:cNvGrpSpPr/>
          <p:nvPr/>
        </p:nvGrpSpPr>
        <p:grpSpPr bwMode="auto">
          <a:xfrm>
            <a:off x="5508625" y="1790700"/>
            <a:ext cx="719138" cy="720725"/>
            <a:chOff x="4067944" y="4221088"/>
            <a:chExt cx="720080" cy="720080"/>
          </a:xfrm>
        </p:grpSpPr>
        <p:sp>
          <p:nvSpPr>
            <p:cNvPr id="54323" name="椭圆 1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46" name="直接箭头连接符 14"/>
          <p:cNvCxnSpPr>
            <a:cxnSpLocks noChangeShapeType="1"/>
          </p:cNvCxnSpPr>
          <p:nvPr/>
        </p:nvCxnSpPr>
        <p:spPr bwMode="auto">
          <a:xfrm>
            <a:off x="4859338" y="2151063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280" name="组合 18"/>
          <p:cNvGrpSpPr/>
          <p:nvPr/>
        </p:nvGrpSpPr>
        <p:grpSpPr bwMode="auto">
          <a:xfrm>
            <a:off x="4146550" y="2787650"/>
            <a:ext cx="720725" cy="719138"/>
            <a:chOff x="4067944" y="4221088"/>
            <a:chExt cx="720080" cy="720080"/>
          </a:xfrm>
        </p:grpSpPr>
        <p:sp>
          <p:nvSpPr>
            <p:cNvPr id="54321" name="椭圆 1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139318" y="4381636"/>
              <a:ext cx="648706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4348" name="组合 21"/>
          <p:cNvGrpSpPr/>
          <p:nvPr/>
        </p:nvGrpSpPr>
        <p:grpSpPr bwMode="auto">
          <a:xfrm>
            <a:off x="5508625" y="2751138"/>
            <a:ext cx="719138" cy="720725"/>
            <a:chOff x="4067944" y="4221088"/>
            <a:chExt cx="720080" cy="720080"/>
          </a:xfrm>
        </p:grpSpPr>
        <p:sp>
          <p:nvSpPr>
            <p:cNvPr id="54319" name="椭圆 2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49" name="直接箭头连接符 24"/>
          <p:cNvCxnSpPr>
            <a:cxnSpLocks noChangeShapeType="1"/>
          </p:cNvCxnSpPr>
          <p:nvPr/>
        </p:nvCxnSpPr>
        <p:spPr bwMode="auto">
          <a:xfrm>
            <a:off x="4859338" y="3111500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283" name="组合 25"/>
          <p:cNvGrpSpPr/>
          <p:nvPr/>
        </p:nvGrpSpPr>
        <p:grpSpPr bwMode="auto">
          <a:xfrm>
            <a:off x="2987675" y="3963988"/>
            <a:ext cx="720725" cy="719137"/>
            <a:chOff x="4067944" y="4221088"/>
            <a:chExt cx="720080" cy="720080"/>
          </a:xfrm>
        </p:grpSpPr>
        <p:sp>
          <p:nvSpPr>
            <p:cNvPr id="54317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4" name="组合 28"/>
          <p:cNvGrpSpPr/>
          <p:nvPr/>
        </p:nvGrpSpPr>
        <p:grpSpPr bwMode="auto">
          <a:xfrm>
            <a:off x="4356100" y="3946525"/>
            <a:ext cx="720725" cy="720725"/>
            <a:chOff x="4067944" y="4221088"/>
            <a:chExt cx="720080" cy="720080"/>
          </a:xfrm>
        </p:grpSpPr>
        <p:sp>
          <p:nvSpPr>
            <p:cNvPr id="54315" name="椭圆 2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5" name="组合 31"/>
          <p:cNvGrpSpPr/>
          <p:nvPr/>
        </p:nvGrpSpPr>
        <p:grpSpPr bwMode="auto">
          <a:xfrm>
            <a:off x="5713413" y="3946525"/>
            <a:ext cx="720725" cy="720725"/>
            <a:chOff x="4067944" y="4221088"/>
            <a:chExt cx="720080" cy="720080"/>
          </a:xfrm>
        </p:grpSpPr>
        <p:sp>
          <p:nvSpPr>
            <p:cNvPr id="54313" name="椭圆 3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6" name="组合 34"/>
          <p:cNvGrpSpPr/>
          <p:nvPr/>
        </p:nvGrpSpPr>
        <p:grpSpPr bwMode="auto">
          <a:xfrm>
            <a:off x="5713413" y="5168900"/>
            <a:ext cx="720725" cy="719138"/>
            <a:chOff x="4067944" y="4221088"/>
            <a:chExt cx="720080" cy="720080"/>
          </a:xfrm>
        </p:grpSpPr>
        <p:sp>
          <p:nvSpPr>
            <p:cNvPr id="54311" name="椭圆 35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139317" y="4381636"/>
              <a:ext cx="648707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7" name="组合 37"/>
          <p:cNvGrpSpPr/>
          <p:nvPr/>
        </p:nvGrpSpPr>
        <p:grpSpPr bwMode="auto">
          <a:xfrm>
            <a:off x="4356100" y="5162550"/>
            <a:ext cx="720725" cy="720725"/>
            <a:chOff x="4067944" y="4221088"/>
            <a:chExt cx="720080" cy="720080"/>
          </a:xfrm>
        </p:grpSpPr>
        <p:sp>
          <p:nvSpPr>
            <p:cNvPr id="54309" name="椭圆 38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8" name="组合 40"/>
          <p:cNvGrpSpPr/>
          <p:nvPr/>
        </p:nvGrpSpPr>
        <p:grpSpPr bwMode="auto">
          <a:xfrm>
            <a:off x="2941638" y="5162550"/>
            <a:ext cx="720725" cy="720725"/>
            <a:chOff x="4067944" y="4221088"/>
            <a:chExt cx="720080" cy="720080"/>
          </a:xfrm>
        </p:grpSpPr>
        <p:sp>
          <p:nvSpPr>
            <p:cNvPr id="54307" name="椭圆 41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4289" name="直接箭头连接符 43"/>
          <p:cNvCxnSpPr>
            <a:cxnSpLocks noChangeShapeType="1"/>
            <a:stCxn id="28" idx="3"/>
            <a:endCxn id="54315" idx="2"/>
          </p:cNvCxnSpPr>
          <p:nvPr/>
        </p:nvCxnSpPr>
        <p:spPr bwMode="auto">
          <a:xfrm flipV="1">
            <a:off x="3708400" y="4306888"/>
            <a:ext cx="647700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0" name="直接箭头连接符 44"/>
          <p:cNvCxnSpPr>
            <a:cxnSpLocks noChangeShapeType="1"/>
          </p:cNvCxnSpPr>
          <p:nvPr/>
        </p:nvCxnSpPr>
        <p:spPr bwMode="auto">
          <a:xfrm flipV="1">
            <a:off x="5102225" y="4306888"/>
            <a:ext cx="647700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1" name="直接箭头连接符 45"/>
          <p:cNvCxnSpPr>
            <a:cxnSpLocks noChangeShapeType="1"/>
            <a:stCxn id="54313" idx="4"/>
            <a:endCxn id="54311" idx="0"/>
          </p:cNvCxnSpPr>
          <p:nvPr/>
        </p:nvCxnSpPr>
        <p:spPr bwMode="auto">
          <a:xfrm>
            <a:off x="6073775" y="4667250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2" name="直接箭头连接符 46"/>
          <p:cNvCxnSpPr>
            <a:cxnSpLocks noChangeShapeType="1"/>
          </p:cNvCxnSpPr>
          <p:nvPr/>
        </p:nvCxnSpPr>
        <p:spPr bwMode="auto">
          <a:xfrm flipH="1" flipV="1">
            <a:off x="5048250" y="5513388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3" name="直接箭头连接符 47"/>
          <p:cNvCxnSpPr>
            <a:cxnSpLocks noChangeShapeType="1"/>
          </p:cNvCxnSpPr>
          <p:nvPr/>
        </p:nvCxnSpPr>
        <p:spPr bwMode="auto">
          <a:xfrm flipH="1" flipV="1">
            <a:off x="3676650" y="5522913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4" name="直接箭头连接符 48"/>
          <p:cNvCxnSpPr>
            <a:cxnSpLocks noChangeShapeType="1"/>
            <a:endCxn id="54317" idx="4"/>
          </p:cNvCxnSpPr>
          <p:nvPr/>
        </p:nvCxnSpPr>
        <p:spPr bwMode="auto">
          <a:xfrm flipV="1">
            <a:off x="3333750" y="4683125"/>
            <a:ext cx="14288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362" name="组合 49"/>
          <p:cNvGrpSpPr/>
          <p:nvPr/>
        </p:nvGrpSpPr>
        <p:grpSpPr bwMode="auto">
          <a:xfrm>
            <a:off x="7132638" y="5151438"/>
            <a:ext cx="720725" cy="720725"/>
            <a:chOff x="4067944" y="4221088"/>
            <a:chExt cx="720080" cy="720080"/>
          </a:xfrm>
        </p:grpSpPr>
        <p:sp>
          <p:nvSpPr>
            <p:cNvPr id="54305" name="椭圆 50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63" name="直接箭头连接符 52"/>
          <p:cNvCxnSpPr>
            <a:cxnSpLocks noChangeShapeType="1"/>
          </p:cNvCxnSpPr>
          <p:nvPr/>
        </p:nvCxnSpPr>
        <p:spPr bwMode="auto">
          <a:xfrm flipH="1" flipV="1">
            <a:off x="6403975" y="5500688"/>
            <a:ext cx="723900" cy="1111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364" name="组合 54"/>
          <p:cNvGrpSpPr/>
          <p:nvPr/>
        </p:nvGrpSpPr>
        <p:grpSpPr bwMode="auto">
          <a:xfrm>
            <a:off x="1565275" y="5199063"/>
            <a:ext cx="719138" cy="720725"/>
            <a:chOff x="4067944" y="4221088"/>
            <a:chExt cx="720080" cy="720080"/>
          </a:xfrm>
        </p:grpSpPr>
        <p:sp>
          <p:nvSpPr>
            <p:cNvPr id="54303" name="椭圆 55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65" name="直接箭头连接符 57"/>
          <p:cNvCxnSpPr>
            <a:cxnSpLocks noChangeShapeType="1"/>
          </p:cNvCxnSpPr>
          <p:nvPr/>
        </p:nvCxnSpPr>
        <p:spPr bwMode="auto">
          <a:xfrm>
            <a:off x="2284413" y="5522913"/>
            <a:ext cx="6477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矩形 58"/>
          <p:cNvSpPr/>
          <p:nvPr/>
        </p:nvSpPr>
        <p:spPr>
          <a:xfrm>
            <a:off x="2033588" y="6130925"/>
            <a:ext cx="49149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能够自启动！</a:t>
            </a:r>
            <a:endParaRPr lang="zh-CN" altLang="en-US" sz="2400" dirty="0"/>
          </a:p>
        </p:txBody>
      </p:sp>
      <p:sp>
        <p:nvSpPr>
          <p:cNvPr id="54300" name="文本框 54"/>
          <p:cNvSpPr txBox="1">
            <a:spLocks noChangeArrowheads="1"/>
          </p:cNvSpPr>
          <p:nvPr/>
        </p:nvSpPr>
        <p:spPr bwMode="auto">
          <a:xfrm>
            <a:off x="457200" y="1957388"/>
            <a:ext cx="2046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4301" name="文本框 55"/>
          <p:cNvSpPr txBox="1">
            <a:spLocks noChangeArrowheads="1"/>
          </p:cNvSpPr>
          <p:nvPr/>
        </p:nvSpPr>
        <p:spPr bwMode="auto">
          <a:xfrm>
            <a:off x="471488" y="2540000"/>
            <a:ext cx="2046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4302" name="文本框 57"/>
          <p:cNvSpPr txBox="1">
            <a:spLocks noChangeArrowheads="1"/>
          </p:cNvSpPr>
          <p:nvPr/>
        </p:nvSpPr>
        <p:spPr bwMode="auto">
          <a:xfrm>
            <a:off x="457200" y="3011488"/>
            <a:ext cx="38354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9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63550" y="1273175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上述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DEB17BC-3570-449E-AA9C-D80385D2B296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9" name="矩形 8"/>
          <p:cNvSpPr/>
          <p:nvPr/>
        </p:nvSpPr>
        <p:spPr>
          <a:xfrm>
            <a:off x="698500" y="2159000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的状态方程：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4716463" y="2159000"/>
            <a:ext cx="286385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55303" name="文本框 12"/>
          <p:cNvSpPr txBox="1">
            <a:spLocks noChangeArrowheads="1"/>
          </p:cNvSpPr>
          <p:nvPr/>
        </p:nvSpPr>
        <p:spPr bwMode="auto">
          <a:xfrm>
            <a:off x="563563" y="2987675"/>
            <a:ext cx="2046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5304" name="文本框 13"/>
          <p:cNvSpPr txBox="1">
            <a:spLocks noChangeArrowheads="1"/>
          </p:cNvSpPr>
          <p:nvPr/>
        </p:nvSpPr>
        <p:spPr bwMode="auto">
          <a:xfrm>
            <a:off x="577850" y="3570288"/>
            <a:ext cx="2044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5305" name="文本框 14"/>
          <p:cNvSpPr txBox="1">
            <a:spLocks noChangeArrowheads="1"/>
          </p:cNvSpPr>
          <p:nvPr/>
        </p:nvSpPr>
        <p:spPr bwMode="auto">
          <a:xfrm>
            <a:off x="563563" y="4043363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4787900" y="3086100"/>
            <a:ext cx="2046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4787900" y="3644900"/>
            <a:ext cx="2046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1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4778375" y="4111625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—   — 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0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1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E345FD3-D007-45F4-B4D9-E29154BBC2AD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5" name="矩形 4"/>
          <p:cNvSpPr/>
          <p:nvPr/>
        </p:nvSpPr>
        <p:spPr>
          <a:xfrm>
            <a:off x="477359" y="551455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3131840" y="2296165"/>
            <a:ext cx="4535487" cy="1879600"/>
            <a:chOff x="3027363" y="3027363"/>
            <a:chExt cx="4535487" cy="1879600"/>
          </a:xfrm>
        </p:grpSpPr>
        <p:sp>
          <p:nvSpPr>
            <p:cNvPr id="56365" name="文本框 33"/>
            <p:cNvSpPr txBox="1">
              <a:spLocks noChangeArrowheads="1"/>
            </p:cNvSpPr>
            <p:nvPr/>
          </p:nvSpPr>
          <p:spPr bwMode="auto">
            <a:xfrm>
              <a:off x="6732588" y="3027363"/>
              <a:ext cx="6842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FF2</a:t>
              </a:r>
              <a:endParaRPr lang="en-US" altLang="zh-CN" sz="2000"/>
            </a:p>
          </p:txBody>
        </p:sp>
        <p:grpSp>
          <p:nvGrpSpPr>
            <p:cNvPr id="56366" name="组合 2"/>
            <p:cNvGrpSpPr/>
            <p:nvPr/>
          </p:nvGrpSpPr>
          <p:grpSpPr bwMode="auto">
            <a:xfrm>
              <a:off x="3027363" y="3027363"/>
              <a:ext cx="4535487" cy="1879600"/>
              <a:chOff x="3027363" y="3027363"/>
              <a:chExt cx="4535487" cy="1879600"/>
            </a:xfrm>
          </p:grpSpPr>
          <p:grpSp>
            <p:nvGrpSpPr>
              <p:cNvPr id="56367" name="组合 23"/>
              <p:cNvGrpSpPr/>
              <p:nvPr/>
            </p:nvGrpSpPr>
            <p:grpSpPr bwMode="auto">
              <a:xfrm>
                <a:off x="4778375" y="3446463"/>
                <a:ext cx="1009650" cy="1439862"/>
                <a:chOff x="5435044" y="2567853"/>
                <a:chExt cx="1009164" cy="1440160"/>
              </a:xfrm>
            </p:grpSpPr>
            <p:sp>
              <p:nvSpPr>
                <p:cNvPr id="56386" name="矩形 8"/>
                <p:cNvSpPr>
                  <a:spLocks noChangeArrowheads="1"/>
                </p:cNvSpPr>
                <p:nvPr/>
              </p:nvSpPr>
              <p:spPr bwMode="auto">
                <a:xfrm>
                  <a:off x="5436096" y="2567853"/>
                  <a:ext cx="1008112" cy="144016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87" name="文本框 10"/>
                <p:cNvSpPr txBox="1">
                  <a:spLocks noChangeArrowheads="1"/>
                </p:cNvSpPr>
                <p:nvPr/>
              </p:nvSpPr>
              <p:spPr bwMode="auto">
                <a:xfrm>
                  <a:off x="5508104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D</a:t>
                  </a:r>
                  <a:endParaRPr lang="zh-CN" altLang="en-US" sz="2000"/>
                </a:p>
              </p:txBody>
            </p:sp>
            <p:sp>
              <p:nvSpPr>
                <p:cNvPr id="56388" name="文本框 11"/>
                <p:cNvSpPr txBox="1">
                  <a:spLocks noChangeArrowheads="1"/>
                </p:cNvSpPr>
                <p:nvPr/>
              </p:nvSpPr>
              <p:spPr bwMode="auto">
                <a:xfrm>
                  <a:off x="6084168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  <p:cxnSp>
              <p:nvCxnSpPr>
                <p:cNvPr id="56389" name="直接连接符 13"/>
                <p:cNvCxnSpPr>
                  <a:cxnSpLocks noChangeShapeType="1"/>
                </p:cNvCxnSpPr>
                <p:nvPr/>
              </p:nvCxnSpPr>
              <p:spPr bwMode="auto">
                <a:xfrm>
                  <a:off x="5436096" y="3573016"/>
                  <a:ext cx="72008" cy="7200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390" name="直接连接符 15"/>
                <p:cNvCxnSpPr>
                  <a:cxnSpLocks noChangeShapeType="1"/>
                </p:cNvCxnSpPr>
                <p:nvPr/>
              </p:nvCxnSpPr>
              <p:spPr bwMode="auto">
                <a:xfrm flipH="1">
                  <a:off x="5435044" y="3645024"/>
                  <a:ext cx="73060" cy="931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6391" name="文本框 21"/>
                <p:cNvSpPr txBox="1">
                  <a:spLocks noChangeArrowheads="1"/>
                </p:cNvSpPr>
                <p:nvPr/>
              </p:nvSpPr>
              <p:spPr bwMode="auto">
                <a:xfrm>
                  <a:off x="5459256" y="3447905"/>
                  <a:ext cx="48089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</a:t>
                  </a:r>
                  <a:endParaRPr lang="zh-CN" altLang="en-US" sz="2000"/>
                </a:p>
              </p:txBody>
            </p:sp>
            <p:sp>
              <p:nvSpPr>
                <p:cNvPr id="56392" name="文本框 22"/>
                <p:cNvSpPr txBox="1">
                  <a:spLocks noChangeArrowheads="1"/>
                </p:cNvSpPr>
                <p:nvPr/>
              </p:nvSpPr>
              <p:spPr bwMode="auto">
                <a:xfrm>
                  <a:off x="6084168" y="3368216"/>
                  <a:ext cx="360040" cy="4816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—</a:t>
                  </a:r>
                  <a:endParaRPr lang="en-US" altLang="zh-CN" sz="2000"/>
                </a:p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</p:grpSp>
          <p:sp>
            <p:nvSpPr>
              <p:cNvPr id="56368" name="文本框 24"/>
              <p:cNvSpPr txBox="1">
                <a:spLocks noChangeArrowheads="1"/>
              </p:cNvSpPr>
              <p:nvPr/>
            </p:nvSpPr>
            <p:spPr bwMode="auto">
              <a:xfrm>
                <a:off x="4957763" y="3027363"/>
                <a:ext cx="684212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FF1</a:t>
                </a:r>
                <a:endParaRPr lang="en-US" altLang="zh-CN" sz="2000"/>
              </a:p>
            </p:txBody>
          </p:sp>
          <p:grpSp>
            <p:nvGrpSpPr>
              <p:cNvPr id="56369" name="组合 25"/>
              <p:cNvGrpSpPr/>
              <p:nvPr/>
            </p:nvGrpSpPr>
            <p:grpSpPr bwMode="auto">
              <a:xfrm>
                <a:off x="6553200" y="3446463"/>
                <a:ext cx="1009650" cy="1439862"/>
                <a:chOff x="5435044" y="2567853"/>
                <a:chExt cx="1009164" cy="1440160"/>
              </a:xfrm>
            </p:grpSpPr>
            <p:sp>
              <p:nvSpPr>
                <p:cNvPr id="56379" name="矩形 26"/>
                <p:cNvSpPr>
                  <a:spLocks noChangeArrowheads="1"/>
                </p:cNvSpPr>
                <p:nvPr/>
              </p:nvSpPr>
              <p:spPr bwMode="auto">
                <a:xfrm>
                  <a:off x="5436096" y="2567853"/>
                  <a:ext cx="1008112" cy="144016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80" name="文本框 27"/>
                <p:cNvSpPr txBox="1">
                  <a:spLocks noChangeArrowheads="1"/>
                </p:cNvSpPr>
                <p:nvPr/>
              </p:nvSpPr>
              <p:spPr bwMode="auto">
                <a:xfrm>
                  <a:off x="5508104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D</a:t>
                  </a:r>
                  <a:endParaRPr lang="zh-CN" altLang="en-US" sz="2000"/>
                </a:p>
              </p:txBody>
            </p:sp>
            <p:sp>
              <p:nvSpPr>
                <p:cNvPr id="56381" name="文本框 28"/>
                <p:cNvSpPr txBox="1">
                  <a:spLocks noChangeArrowheads="1"/>
                </p:cNvSpPr>
                <p:nvPr/>
              </p:nvSpPr>
              <p:spPr bwMode="auto">
                <a:xfrm>
                  <a:off x="6084168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  <p:cxnSp>
              <p:nvCxnSpPr>
                <p:cNvPr id="56382" name="直接连接符 29"/>
                <p:cNvCxnSpPr>
                  <a:cxnSpLocks noChangeShapeType="1"/>
                </p:cNvCxnSpPr>
                <p:nvPr/>
              </p:nvCxnSpPr>
              <p:spPr bwMode="auto">
                <a:xfrm>
                  <a:off x="5436096" y="3573016"/>
                  <a:ext cx="72008" cy="7200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383" name="直接连接符 30"/>
                <p:cNvCxnSpPr>
                  <a:cxnSpLocks noChangeShapeType="1"/>
                </p:cNvCxnSpPr>
                <p:nvPr/>
              </p:nvCxnSpPr>
              <p:spPr bwMode="auto">
                <a:xfrm flipH="1">
                  <a:off x="5435044" y="3645024"/>
                  <a:ext cx="73060" cy="931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6384" name="文本框 31"/>
                <p:cNvSpPr txBox="1">
                  <a:spLocks noChangeArrowheads="1"/>
                </p:cNvSpPr>
                <p:nvPr/>
              </p:nvSpPr>
              <p:spPr bwMode="auto">
                <a:xfrm>
                  <a:off x="5459256" y="3447905"/>
                  <a:ext cx="48089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</a:t>
                  </a:r>
                  <a:endParaRPr lang="zh-CN" altLang="en-US" sz="2000"/>
                </a:p>
              </p:txBody>
            </p:sp>
            <p:sp>
              <p:nvSpPr>
                <p:cNvPr id="56385" name="文本框 32"/>
                <p:cNvSpPr txBox="1">
                  <a:spLocks noChangeArrowheads="1"/>
                </p:cNvSpPr>
                <p:nvPr/>
              </p:nvSpPr>
              <p:spPr bwMode="auto">
                <a:xfrm>
                  <a:off x="6084168" y="3368216"/>
                  <a:ext cx="360040" cy="4816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—</a:t>
                  </a:r>
                  <a:endParaRPr lang="en-US" altLang="zh-CN" sz="2000"/>
                </a:p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</p:grpSp>
          <p:grpSp>
            <p:nvGrpSpPr>
              <p:cNvPr id="56370" name="组合 34"/>
              <p:cNvGrpSpPr/>
              <p:nvPr/>
            </p:nvGrpSpPr>
            <p:grpSpPr bwMode="auto">
              <a:xfrm>
                <a:off x="3027363" y="3467100"/>
                <a:ext cx="1009650" cy="1439863"/>
                <a:chOff x="5435044" y="2567853"/>
                <a:chExt cx="1009164" cy="1440160"/>
              </a:xfrm>
            </p:grpSpPr>
            <p:sp>
              <p:nvSpPr>
                <p:cNvPr id="56372" name="矩形 35"/>
                <p:cNvSpPr>
                  <a:spLocks noChangeArrowheads="1"/>
                </p:cNvSpPr>
                <p:nvPr/>
              </p:nvSpPr>
              <p:spPr bwMode="auto">
                <a:xfrm>
                  <a:off x="5436096" y="2567853"/>
                  <a:ext cx="1008112" cy="144016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73" name="文本框 36"/>
                <p:cNvSpPr txBox="1">
                  <a:spLocks noChangeArrowheads="1"/>
                </p:cNvSpPr>
                <p:nvPr/>
              </p:nvSpPr>
              <p:spPr bwMode="auto">
                <a:xfrm>
                  <a:off x="5508104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D</a:t>
                  </a:r>
                  <a:endParaRPr lang="zh-CN" altLang="en-US" sz="2000"/>
                </a:p>
              </p:txBody>
            </p:sp>
            <p:sp>
              <p:nvSpPr>
                <p:cNvPr id="56374" name="文本框 37"/>
                <p:cNvSpPr txBox="1">
                  <a:spLocks noChangeArrowheads="1"/>
                </p:cNvSpPr>
                <p:nvPr/>
              </p:nvSpPr>
              <p:spPr bwMode="auto">
                <a:xfrm>
                  <a:off x="6084168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  <p:cxnSp>
              <p:nvCxnSpPr>
                <p:cNvPr id="56375" name="直接连接符 38"/>
                <p:cNvCxnSpPr>
                  <a:cxnSpLocks noChangeShapeType="1"/>
                </p:cNvCxnSpPr>
                <p:nvPr/>
              </p:nvCxnSpPr>
              <p:spPr bwMode="auto">
                <a:xfrm>
                  <a:off x="5436096" y="3573016"/>
                  <a:ext cx="72008" cy="7200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376" name="直接连接符 39"/>
                <p:cNvCxnSpPr>
                  <a:cxnSpLocks noChangeShapeType="1"/>
                </p:cNvCxnSpPr>
                <p:nvPr/>
              </p:nvCxnSpPr>
              <p:spPr bwMode="auto">
                <a:xfrm flipH="1">
                  <a:off x="5435044" y="3645024"/>
                  <a:ext cx="73060" cy="931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6377" name="文本框 40"/>
                <p:cNvSpPr txBox="1">
                  <a:spLocks noChangeArrowheads="1"/>
                </p:cNvSpPr>
                <p:nvPr/>
              </p:nvSpPr>
              <p:spPr bwMode="auto">
                <a:xfrm>
                  <a:off x="5459256" y="3447905"/>
                  <a:ext cx="48089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</a:t>
                  </a:r>
                  <a:endParaRPr lang="zh-CN" altLang="en-US" sz="2000"/>
                </a:p>
              </p:txBody>
            </p:sp>
            <p:sp>
              <p:nvSpPr>
                <p:cNvPr id="56378" name="文本框 41"/>
                <p:cNvSpPr txBox="1">
                  <a:spLocks noChangeArrowheads="1"/>
                </p:cNvSpPr>
                <p:nvPr/>
              </p:nvSpPr>
              <p:spPr bwMode="auto">
                <a:xfrm>
                  <a:off x="6084168" y="3368216"/>
                  <a:ext cx="360040" cy="4816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—</a:t>
                  </a:r>
                  <a:endParaRPr lang="en-US" altLang="zh-CN" sz="2000"/>
                </a:p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</p:grpSp>
          <p:sp>
            <p:nvSpPr>
              <p:cNvPr id="56371" name="文本框 42"/>
              <p:cNvSpPr txBox="1">
                <a:spLocks noChangeArrowheads="1"/>
              </p:cNvSpPr>
              <p:nvPr/>
            </p:nvSpPr>
            <p:spPr bwMode="auto">
              <a:xfrm>
                <a:off x="3206750" y="3046413"/>
                <a:ext cx="68421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FF0</a:t>
                </a:r>
                <a:endParaRPr lang="en-US" altLang="zh-CN" sz="2000"/>
              </a:p>
            </p:txBody>
          </p:sp>
        </p:grpSp>
      </p:grpSp>
      <p:cxnSp>
        <p:nvCxnSpPr>
          <p:cNvPr id="16398" name="直接连接符 44"/>
          <p:cNvCxnSpPr>
            <a:cxnSpLocks noChangeShapeType="1"/>
          </p:cNvCxnSpPr>
          <p:nvPr/>
        </p:nvCxnSpPr>
        <p:spPr bwMode="auto">
          <a:xfrm>
            <a:off x="5884565" y="3129602"/>
            <a:ext cx="742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9" name="直接连接符 51"/>
          <p:cNvCxnSpPr>
            <a:cxnSpLocks noChangeShapeType="1"/>
          </p:cNvCxnSpPr>
          <p:nvPr/>
        </p:nvCxnSpPr>
        <p:spPr bwMode="auto">
          <a:xfrm>
            <a:off x="4133552" y="3107377"/>
            <a:ext cx="742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400" name="组合 58"/>
          <p:cNvGrpSpPr/>
          <p:nvPr/>
        </p:nvGrpSpPr>
        <p:grpSpPr bwMode="auto">
          <a:xfrm>
            <a:off x="1623715" y="2789877"/>
            <a:ext cx="720725" cy="1330325"/>
            <a:chOff x="1475656" y="3601295"/>
            <a:chExt cx="720081" cy="1330813"/>
          </a:xfrm>
        </p:grpSpPr>
        <p:sp>
          <p:nvSpPr>
            <p:cNvPr id="56361" name="矩形 52"/>
            <p:cNvSpPr>
              <a:spLocks noChangeArrowheads="1"/>
            </p:cNvSpPr>
            <p:nvPr/>
          </p:nvSpPr>
          <p:spPr bwMode="auto">
            <a:xfrm>
              <a:off x="1475656" y="3601295"/>
              <a:ext cx="720080" cy="1330813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56362" name="直接连接符 54"/>
            <p:cNvCxnSpPr>
              <a:cxnSpLocks noChangeShapeType="1"/>
              <a:stCxn id="56361" idx="0"/>
              <a:endCxn id="56361" idx="2"/>
            </p:cNvCxnSpPr>
            <p:nvPr/>
          </p:nvCxnSpPr>
          <p:spPr bwMode="auto">
            <a:xfrm>
              <a:off x="1835696" y="3601295"/>
              <a:ext cx="0" cy="1330813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63" name="直接连接符 56"/>
            <p:cNvCxnSpPr>
              <a:cxnSpLocks noChangeShapeType="1"/>
              <a:stCxn id="56361" idx="1"/>
            </p:cNvCxnSpPr>
            <p:nvPr/>
          </p:nvCxnSpPr>
          <p:spPr bwMode="auto">
            <a:xfrm flipV="1">
              <a:off x="1475656" y="4266701"/>
              <a:ext cx="360040" cy="1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64" name="文本框 57"/>
            <p:cNvSpPr txBox="1">
              <a:spLocks noChangeArrowheads="1"/>
            </p:cNvSpPr>
            <p:nvPr/>
          </p:nvSpPr>
          <p:spPr bwMode="auto">
            <a:xfrm>
              <a:off x="1835697" y="3964516"/>
              <a:ext cx="3600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ym typeface="Symbol" panose="05050102010706020507" pitchFamily="18" charset="2"/>
                </a:rPr>
                <a:t></a:t>
              </a:r>
              <a:endParaRPr lang="zh-CN" altLang="en-US" sz="2800"/>
            </a:p>
          </p:txBody>
        </p:sp>
      </p:grpSp>
      <p:grpSp>
        <p:nvGrpSpPr>
          <p:cNvPr id="6" name="组合 5"/>
          <p:cNvGrpSpPr/>
          <p:nvPr/>
        </p:nvGrpSpPr>
        <p:grpSpPr bwMode="auto">
          <a:xfrm>
            <a:off x="2329886" y="3105095"/>
            <a:ext cx="787399" cy="309562"/>
            <a:chOff x="2232026" y="3836988"/>
            <a:chExt cx="787399" cy="309562"/>
          </a:xfrm>
        </p:grpSpPr>
        <p:cxnSp>
          <p:nvCxnSpPr>
            <p:cNvPr id="56358" name="直接连接符 60"/>
            <p:cNvCxnSpPr>
              <a:cxnSpLocks noChangeShapeType="1"/>
            </p:cNvCxnSpPr>
            <p:nvPr/>
          </p:nvCxnSpPr>
          <p:spPr bwMode="auto">
            <a:xfrm>
              <a:off x="2232026" y="4139945"/>
              <a:ext cx="31591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9" name="直接连接符 62"/>
            <p:cNvCxnSpPr>
              <a:cxnSpLocks noChangeShapeType="1"/>
            </p:cNvCxnSpPr>
            <p:nvPr/>
          </p:nvCxnSpPr>
          <p:spPr bwMode="auto">
            <a:xfrm>
              <a:off x="2547938" y="3836988"/>
              <a:ext cx="0" cy="3095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60" name="直接连接符 64"/>
            <p:cNvCxnSpPr>
              <a:cxnSpLocks noChangeShapeType="1"/>
            </p:cNvCxnSpPr>
            <p:nvPr/>
          </p:nvCxnSpPr>
          <p:spPr bwMode="auto">
            <a:xfrm>
              <a:off x="2547938" y="3836988"/>
              <a:ext cx="471487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6404" name="直接连接符 67"/>
          <p:cNvCxnSpPr>
            <a:cxnSpLocks noChangeShapeType="1"/>
          </p:cNvCxnSpPr>
          <p:nvPr/>
        </p:nvCxnSpPr>
        <p:spPr bwMode="auto">
          <a:xfrm>
            <a:off x="7659390" y="3124840"/>
            <a:ext cx="741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0" name="组合 9"/>
          <p:cNvGrpSpPr/>
          <p:nvPr/>
        </p:nvGrpSpPr>
        <p:grpSpPr bwMode="auto">
          <a:xfrm>
            <a:off x="1291927" y="3305815"/>
            <a:ext cx="3141663" cy="1125537"/>
            <a:chOff x="1187450" y="4037013"/>
            <a:chExt cx="3141663" cy="1125537"/>
          </a:xfrm>
        </p:grpSpPr>
        <p:cxnSp>
          <p:nvCxnSpPr>
            <p:cNvPr id="56353" name="直接连接符 87"/>
            <p:cNvCxnSpPr>
              <a:cxnSpLocks noChangeShapeType="1"/>
            </p:cNvCxnSpPr>
            <p:nvPr/>
          </p:nvCxnSpPr>
          <p:spPr bwMode="auto">
            <a:xfrm>
              <a:off x="4037013" y="4487863"/>
              <a:ext cx="2921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4" name="直接连接符 89"/>
            <p:cNvCxnSpPr>
              <a:cxnSpLocks noChangeShapeType="1"/>
            </p:cNvCxnSpPr>
            <p:nvPr/>
          </p:nvCxnSpPr>
          <p:spPr bwMode="auto">
            <a:xfrm>
              <a:off x="4329113" y="4487863"/>
              <a:ext cx="0" cy="6397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5" name="直接连接符 91"/>
            <p:cNvCxnSpPr>
              <a:cxnSpLocks noChangeShapeType="1"/>
            </p:cNvCxnSpPr>
            <p:nvPr/>
          </p:nvCxnSpPr>
          <p:spPr bwMode="auto">
            <a:xfrm flipH="1">
              <a:off x="1187450" y="5127625"/>
              <a:ext cx="314166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6" name="直接连接符 93"/>
            <p:cNvCxnSpPr>
              <a:cxnSpLocks noChangeShapeType="1"/>
            </p:cNvCxnSpPr>
            <p:nvPr/>
          </p:nvCxnSpPr>
          <p:spPr bwMode="auto">
            <a:xfrm flipH="1" flipV="1">
              <a:off x="1187450" y="4037013"/>
              <a:ext cx="7938" cy="11255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7" name="直接连接符 97"/>
            <p:cNvCxnSpPr>
              <a:cxnSpLocks noChangeShapeType="1"/>
            </p:cNvCxnSpPr>
            <p:nvPr/>
          </p:nvCxnSpPr>
          <p:spPr bwMode="auto">
            <a:xfrm>
              <a:off x="1187450" y="4037013"/>
              <a:ext cx="33178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 bwMode="auto">
          <a:xfrm>
            <a:off x="931565" y="3756215"/>
            <a:ext cx="5254625" cy="957712"/>
            <a:chOff x="827088" y="4487413"/>
            <a:chExt cx="5254625" cy="957712"/>
          </a:xfrm>
        </p:grpSpPr>
        <p:cxnSp>
          <p:nvCxnSpPr>
            <p:cNvPr id="56348" name="直接连接符 84"/>
            <p:cNvCxnSpPr>
              <a:cxnSpLocks noChangeShapeType="1"/>
            </p:cNvCxnSpPr>
            <p:nvPr/>
          </p:nvCxnSpPr>
          <p:spPr bwMode="auto">
            <a:xfrm flipV="1">
              <a:off x="5788025" y="4487413"/>
              <a:ext cx="29368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9" name="直接连接符 99"/>
            <p:cNvCxnSpPr>
              <a:cxnSpLocks noChangeShapeType="1"/>
            </p:cNvCxnSpPr>
            <p:nvPr/>
          </p:nvCxnSpPr>
          <p:spPr bwMode="auto">
            <a:xfrm>
              <a:off x="6081713" y="4487863"/>
              <a:ext cx="0" cy="9572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0" name="直接连接符 101"/>
            <p:cNvCxnSpPr>
              <a:cxnSpLocks noChangeShapeType="1"/>
            </p:cNvCxnSpPr>
            <p:nvPr/>
          </p:nvCxnSpPr>
          <p:spPr bwMode="auto">
            <a:xfrm flipH="1">
              <a:off x="827088" y="5445125"/>
              <a:ext cx="525462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1" name="直接连接符 103"/>
            <p:cNvCxnSpPr>
              <a:cxnSpLocks noChangeShapeType="1"/>
            </p:cNvCxnSpPr>
            <p:nvPr/>
          </p:nvCxnSpPr>
          <p:spPr bwMode="auto">
            <a:xfrm flipV="1">
              <a:off x="827088" y="4725988"/>
              <a:ext cx="0" cy="7191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2" name="直接连接符 105"/>
            <p:cNvCxnSpPr>
              <a:cxnSpLocks noChangeShapeType="1"/>
            </p:cNvCxnSpPr>
            <p:nvPr/>
          </p:nvCxnSpPr>
          <p:spPr bwMode="auto">
            <a:xfrm>
              <a:off x="827088" y="4725988"/>
              <a:ext cx="69215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 bwMode="auto">
          <a:xfrm>
            <a:off x="548977" y="3594740"/>
            <a:ext cx="7431386" cy="1550987"/>
            <a:chOff x="444500" y="4325938"/>
            <a:chExt cx="7431386" cy="1550987"/>
          </a:xfrm>
        </p:grpSpPr>
        <p:cxnSp>
          <p:nvCxnSpPr>
            <p:cNvPr id="56343" name="直接连接符 80"/>
            <p:cNvCxnSpPr>
              <a:cxnSpLocks noChangeShapeType="1"/>
            </p:cNvCxnSpPr>
            <p:nvPr/>
          </p:nvCxnSpPr>
          <p:spPr bwMode="auto">
            <a:xfrm flipV="1">
              <a:off x="7553623" y="4499349"/>
              <a:ext cx="32226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4" name="直接连接符 82"/>
            <p:cNvCxnSpPr>
              <a:cxnSpLocks noChangeShapeType="1"/>
            </p:cNvCxnSpPr>
            <p:nvPr/>
          </p:nvCxnSpPr>
          <p:spPr bwMode="auto">
            <a:xfrm flipH="1">
              <a:off x="7861300" y="4487863"/>
              <a:ext cx="12700" cy="13890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5" name="直接连接符 107"/>
            <p:cNvCxnSpPr>
              <a:cxnSpLocks noChangeShapeType="1"/>
            </p:cNvCxnSpPr>
            <p:nvPr/>
          </p:nvCxnSpPr>
          <p:spPr bwMode="auto">
            <a:xfrm flipH="1">
              <a:off x="444500" y="5856288"/>
              <a:ext cx="7423150" cy="206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6" name="直接连接符 109"/>
            <p:cNvCxnSpPr>
              <a:cxnSpLocks noChangeShapeType="1"/>
            </p:cNvCxnSpPr>
            <p:nvPr/>
          </p:nvCxnSpPr>
          <p:spPr bwMode="auto">
            <a:xfrm flipH="1" flipV="1">
              <a:off x="444500" y="4325938"/>
              <a:ext cx="12700" cy="155098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7" name="直接连接符 111"/>
            <p:cNvCxnSpPr>
              <a:cxnSpLocks noChangeShapeType="1"/>
            </p:cNvCxnSpPr>
            <p:nvPr/>
          </p:nvCxnSpPr>
          <p:spPr bwMode="auto">
            <a:xfrm>
              <a:off x="468313" y="4346575"/>
              <a:ext cx="105092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组合 6"/>
          <p:cNvGrpSpPr/>
          <p:nvPr/>
        </p:nvGrpSpPr>
        <p:grpSpPr bwMode="auto">
          <a:xfrm>
            <a:off x="1291927" y="2192977"/>
            <a:ext cx="6769100" cy="981075"/>
            <a:chOff x="1187450" y="2924175"/>
            <a:chExt cx="6769100" cy="981075"/>
          </a:xfrm>
        </p:grpSpPr>
        <p:cxnSp>
          <p:nvCxnSpPr>
            <p:cNvPr id="56338" name="直接连接符 69"/>
            <p:cNvCxnSpPr>
              <a:cxnSpLocks noChangeShapeType="1"/>
            </p:cNvCxnSpPr>
            <p:nvPr/>
          </p:nvCxnSpPr>
          <p:spPr bwMode="auto">
            <a:xfrm flipH="1" flipV="1">
              <a:off x="7885113" y="2924175"/>
              <a:ext cx="12700" cy="91281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9" name="直接连接符 74"/>
            <p:cNvCxnSpPr>
              <a:cxnSpLocks noChangeShapeType="1"/>
            </p:cNvCxnSpPr>
            <p:nvPr/>
          </p:nvCxnSpPr>
          <p:spPr bwMode="auto">
            <a:xfrm flipH="1">
              <a:off x="1187450" y="2924175"/>
              <a:ext cx="671036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0" name="直接连接符 76"/>
            <p:cNvCxnSpPr>
              <a:cxnSpLocks noChangeShapeType="1"/>
            </p:cNvCxnSpPr>
            <p:nvPr/>
          </p:nvCxnSpPr>
          <p:spPr bwMode="auto">
            <a:xfrm>
              <a:off x="1187450" y="2924175"/>
              <a:ext cx="0" cy="7921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1" name="直接连接符 78"/>
            <p:cNvCxnSpPr>
              <a:cxnSpLocks noChangeShapeType="1"/>
            </p:cNvCxnSpPr>
            <p:nvPr/>
          </p:nvCxnSpPr>
          <p:spPr bwMode="auto">
            <a:xfrm>
              <a:off x="1187450" y="3716338"/>
              <a:ext cx="33178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42" name="椭圆 114"/>
            <p:cNvSpPr>
              <a:spLocks noChangeArrowheads="1"/>
            </p:cNvSpPr>
            <p:nvPr/>
          </p:nvSpPr>
          <p:spPr bwMode="auto">
            <a:xfrm>
              <a:off x="7861300" y="3808413"/>
              <a:ext cx="95250" cy="9683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56335" name="文本框 72"/>
          <p:cNvSpPr txBox="1">
            <a:spLocks noChangeArrowheads="1"/>
          </p:cNvSpPr>
          <p:nvPr/>
        </p:nvSpPr>
        <p:spPr bwMode="auto">
          <a:xfrm>
            <a:off x="3607909" y="386355"/>
            <a:ext cx="2046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6336" name="文本框 73"/>
          <p:cNvSpPr txBox="1">
            <a:spLocks noChangeArrowheads="1"/>
          </p:cNvSpPr>
          <p:nvPr/>
        </p:nvSpPr>
        <p:spPr bwMode="auto">
          <a:xfrm>
            <a:off x="3607909" y="945155"/>
            <a:ext cx="2046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1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6337" name="文本框 74"/>
          <p:cNvSpPr txBox="1">
            <a:spLocks noChangeArrowheads="1"/>
          </p:cNvSpPr>
          <p:nvPr/>
        </p:nvSpPr>
        <p:spPr bwMode="auto">
          <a:xfrm>
            <a:off x="3599972" y="1411880"/>
            <a:ext cx="3833812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—   — 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0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3" name="矩形 2"/>
          <p:cNvSpPr/>
          <p:nvPr/>
        </p:nvSpPr>
        <p:spPr>
          <a:xfrm>
            <a:off x="906242" y="5266378"/>
            <a:ext cx="69061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如果给定每个门电路的延迟和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kern="1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kern="1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kern="100" baseline="-25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altLang="zh-CN" sz="2400" b="1" kern="1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cp-&gt;Q</a:t>
            </a:r>
            <a:endParaRPr lang="en-US" altLang="zh-CN" sz="2400" b="1" kern="100" baseline="-25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会不会算该电路运行的最快时钟频率？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63550" y="1273175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9FB9CA-2278-4639-8B80-AEBE83CB931C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9" name="矩形 8"/>
          <p:cNvSpPr/>
          <p:nvPr/>
        </p:nvSpPr>
        <p:spPr>
          <a:xfrm>
            <a:off x="698500" y="2159000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的状态方程：</a:t>
            </a:r>
            <a:endParaRPr lang="zh-CN" altLang="en-US" sz="2400" dirty="0"/>
          </a:p>
        </p:txBody>
      </p:sp>
      <p:sp>
        <p:nvSpPr>
          <p:cNvPr id="47" name="矩形 46"/>
          <p:cNvSpPr/>
          <p:nvPr/>
        </p:nvSpPr>
        <p:spPr>
          <a:xfrm>
            <a:off x="4843463" y="3190875"/>
            <a:ext cx="2865437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K2=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K1=?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J0=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K0=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2400" dirty="0"/>
          </a:p>
        </p:txBody>
      </p:sp>
      <p:sp>
        <p:nvSpPr>
          <p:cNvPr id="48" name="矩形 47"/>
          <p:cNvSpPr/>
          <p:nvPr/>
        </p:nvSpPr>
        <p:spPr>
          <a:xfrm>
            <a:off x="4862513" y="2190750"/>
            <a:ext cx="286385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57352" name="文本框 13"/>
          <p:cNvSpPr txBox="1">
            <a:spLocks noChangeArrowheads="1"/>
          </p:cNvSpPr>
          <p:nvPr/>
        </p:nvSpPr>
        <p:spPr bwMode="auto">
          <a:xfrm>
            <a:off x="563563" y="2987675"/>
            <a:ext cx="2046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7353" name="文本框 14"/>
          <p:cNvSpPr txBox="1">
            <a:spLocks noChangeArrowheads="1"/>
          </p:cNvSpPr>
          <p:nvPr/>
        </p:nvSpPr>
        <p:spPr bwMode="auto">
          <a:xfrm>
            <a:off x="577850" y="3570288"/>
            <a:ext cx="2044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7354" name="文本框 15"/>
          <p:cNvSpPr txBox="1">
            <a:spLocks noChangeArrowheads="1"/>
          </p:cNvSpPr>
          <p:nvPr/>
        </p:nvSpPr>
        <p:spPr bwMode="auto">
          <a:xfrm>
            <a:off x="563563" y="4043363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  <a:endParaRPr lang="en-US" altLang="zh-CN" sz="2400"/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90874D5-F869-48D9-B47C-8472BFBDCF6F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5" name="Group 4"/>
          <p:cNvGrpSpPr/>
          <p:nvPr/>
        </p:nvGrpSpPr>
        <p:grpSpPr bwMode="auto">
          <a:xfrm>
            <a:off x="1876425" y="2901950"/>
            <a:ext cx="3952875" cy="3287713"/>
            <a:chOff x="6" y="2159"/>
            <a:chExt cx="2490" cy="2071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8413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4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5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6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7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8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9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0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1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2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8423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58425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8439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58440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58426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58427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58428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58429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58430" name="Rectangle 27"/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8431" name="Rectangle 28"/>
            <p:cNvSpPr>
              <a:spLocks noChangeArrowheads="1"/>
            </p:cNvSpPr>
            <p:nvPr/>
          </p:nvSpPr>
          <p:spPr bwMode="auto">
            <a:xfrm>
              <a:off x="599" y="2899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58432" name="Rectangle 29"/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8433" name="Rectangle 30"/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8434" name="Rectangle 31"/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58435" name="Rectangle 32"/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58436" name="Rectangle 33"/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8437" name="Rectangle 34"/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58372" name="组合 25"/>
          <p:cNvGrpSpPr/>
          <p:nvPr/>
        </p:nvGrpSpPr>
        <p:grpSpPr bwMode="auto">
          <a:xfrm>
            <a:off x="1531938" y="536575"/>
            <a:ext cx="720725" cy="719138"/>
            <a:chOff x="4067944" y="4221088"/>
            <a:chExt cx="720080" cy="720080"/>
          </a:xfrm>
        </p:grpSpPr>
        <p:sp>
          <p:nvSpPr>
            <p:cNvPr id="58408" name="椭圆 26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139317" y="4381636"/>
              <a:ext cx="648707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3" name="组合 28"/>
          <p:cNvGrpSpPr/>
          <p:nvPr/>
        </p:nvGrpSpPr>
        <p:grpSpPr bwMode="auto">
          <a:xfrm>
            <a:off x="2900363" y="519113"/>
            <a:ext cx="720725" cy="720725"/>
            <a:chOff x="4067944" y="4221088"/>
            <a:chExt cx="720080" cy="720080"/>
          </a:xfrm>
        </p:grpSpPr>
        <p:sp>
          <p:nvSpPr>
            <p:cNvPr id="58406" name="椭圆 2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4" name="组合 31"/>
          <p:cNvGrpSpPr/>
          <p:nvPr/>
        </p:nvGrpSpPr>
        <p:grpSpPr bwMode="auto">
          <a:xfrm>
            <a:off x="4257675" y="519113"/>
            <a:ext cx="720725" cy="720725"/>
            <a:chOff x="4067944" y="4221088"/>
            <a:chExt cx="720080" cy="720080"/>
          </a:xfrm>
        </p:grpSpPr>
        <p:sp>
          <p:nvSpPr>
            <p:cNvPr id="58404" name="椭圆 3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5" name="组合 34"/>
          <p:cNvGrpSpPr/>
          <p:nvPr/>
        </p:nvGrpSpPr>
        <p:grpSpPr bwMode="auto">
          <a:xfrm>
            <a:off x="4257675" y="1741488"/>
            <a:ext cx="720725" cy="719137"/>
            <a:chOff x="4067944" y="4221088"/>
            <a:chExt cx="720080" cy="720080"/>
          </a:xfrm>
        </p:grpSpPr>
        <p:sp>
          <p:nvSpPr>
            <p:cNvPr id="58402" name="椭圆 35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6" name="组合 37"/>
          <p:cNvGrpSpPr/>
          <p:nvPr/>
        </p:nvGrpSpPr>
        <p:grpSpPr bwMode="auto">
          <a:xfrm>
            <a:off x="2900363" y="1735138"/>
            <a:ext cx="720725" cy="720725"/>
            <a:chOff x="4067944" y="4221088"/>
            <a:chExt cx="720080" cy="720080"/>
          </a:xfrm>
        </p:grpSpPr>
        <p:sp>
          <p:nvSpPr>
            <p:cNvPr id="58400" name="椭圆 38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7" name="组合 40"/>
          <p:cNvGrpSpPr/>
          <p:nvPr/>
        </p:nvGrpSpPr>
        <p:grpSpPr bwMode="auto">
          <a:xfrm>
            <a:off x="1485900" y="1735138"/>
            <a:ext cx="720725" cy="720725"/>
            <a:chOff x="4067944" y="4221088"/>
            <a:chExt cx="720080" cy="720080"/>
          </a:xfrm>
        </p:grpSpPr>
        <p:sp>
          <p:nvSpPr>
            <p:cNvPr id="58398" name="椭圆 41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8378" name="直接箭头连接符 43"/>
          <p:cNvCxnSpPr>
            <a:cxnSpLocks noChangeShapeType="1"/>
            <a:stCxn id="39" idx="3"/>
            <a:endCxn id="58406" idx="2"/>
          </p:cNvCxnSpPr>
          <p:nvPr/>
        </p:nvCxnSpPr>
        <p:spPr bwMode="auto">
          <a:xfrm flipV="1">
            <a:off x="2252663" y="879475"/>
            <a:ext cx="647700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79" name="直接箭头连接符 44"/>
          <p:cNvCxnSpPr>
            <a:cxnSpLocks noChangeShapeType="1"/>
          </p:cNvCxnSpPr>
          <p:nvPr/>
        </p:nvCxnSpPr>
        <p:spPr bwMode="auto">
          <a:xfrm flipV="1">
            <a:off x="3646488" y="879475"/>
            <a:ext cx="647700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0" name="直接箭头连接符 45"/>
          <p:cNvCxnSpPr>
            <a:cxnSpLocks noChangeShapeType="1"/>
            <a:stCxn id="58404" idx="4"/>
            <a:endCxn id="58402" idx="0"/>
          </p:cNvCxnSpPr>
          <p:nvPr/>
        </p:nvCxnSpPr>
        <p:spPr bwMode="auto">
          <a:xfrm>
            <a:off x="4618038" y="1239838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1" name="直接箭头连接符 46"/>
          <p:cNvCxnSpPr>
            <a:cxnSpLocks noChangeShapeType="1"/>
          </p:cNvCxnSpPr>
          <p:nvPr/>
        </p:nvCxnSpPr>
        <p:spPr bwMode="auto">
          <a:xfrm flipH="1" flipV="1">
            <a:off x="3592513" y="2085975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2" name="直接箭头连接符 47"/>
          <p:cNvCxnSpPr>
            <a:cxnSpLocks noChangeShapeType="1"/>
          </p:cNvCxnSpPr>
          <p:nvPr/>
        </p:nvCxnSpPr>
        <p:spPr bwMode="auto">
          <a:xfrm flipH="1" flipV="1">
            <a:off x="2220913" y="2095500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3" name="直接箭头连接符 48"/>
          <p:cNvCxnSpPr>
            <a:cxnSpLocks noChangeShapeType="1"/>
            <a:endCxn id="58408" idx="4"/>
          </p:cNvCxnSpPr>
          <p:nvPr/>
        </p:nvCxnSpPr>
        <p:spPr bwMode="auto">
          <a:xfrm flipV="1">
            <a:off x="1878013" y="1255713"/>
            <a:ext cx="14287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8384" name="组合 8"/>
          <p:cNvGrpSpPr/>
          <p:nvPr/>
        </p:nvGrpSpPr>
        <p:grpSpPr bwMode="auto">
          <a:xfrm>
            <a:off x="6305550" y="742950"/>
            <a:ext cx="720725" cy="720725"/>
            <a:chOff x="4067944" y="4221088"/>
            <a:chExt cx="720080" cy="720080"/>
          </a:xfrm>
        </p:grpSpPr>
        <p:sp>
          <p:nvSpPr>
            <p:cNvPr id="58396" name="椭圆 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1" name="组合 11"/>
          <p:cNvGrpSpPr/>
          <p:nvPr/>
        </p:nvGrpSpPr>
        <p:grpSpPr bwMode="auto">
          <a:xfrm>
            <a:off x="7667625" y="706438"/>
            <a:ext cx="719138" cy="720725"/>
            <a:chOff x="4067944" y="4221088"/>
            <a:chExt cx="720080" cy="720080"/>
          </a:xfrm>
        </p:grpSpPr>
        <p:sp>
          <p:nvSpPr>
            <p:cNvPr id="58394" name="椭圆 1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74" name="直接箭头连接符 14"/>
          <p:cNvCxnSpPr>
            <a:cxnSpLocks noChangeShapeType="1"/>
          </p:cNvCxnSpPr>
          <p:nvPr/>
        </p:nvCxnSpPr>
        <p:spPr bwMode="auto">
          <a:xfrm>
            <a:off x="7018338" y="1066800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8387" name="组合 18"/>
          <p:cNvGrpSpPr/>
          <p:nvPr/>
        </p:nvGrpSpPr>
        <p:grpSpPr bwMode="auto">
          <a:xfrm>
            <a:off x="6305550" y="1703388"/>
            <a:ext cx="720725" cy="719137"/>
            <a:chOff x="4067944" y="4221088"/>
            <a:chExt cx="720080" cy="720080"/>
          </a:xfrm>
        </p:grpSpPr>
        <p:sp>
          <p:nvSpPr>
            <p:cNvPr id="58392" name="椭圆 1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8" name="组合 21"/>
          <p:cNvGrpSpPr/>
          <p:nvPr/>
        </p:nvGrpSpPr>
        <p:grpSpPr bwMode="auto">
          <a:xfrm>
            <a:off x="7667625" y="1666875"/>
            <a:ext cx="719138" cy="720725"/>
            <a:chOff x="4067944" y="4221088"/>
            <a:chExt cx="720080" cy="720080"/>
          </a:xfrm>
        </p:grpSpPr>
        <p:sp>
          <p:nvSpPr>
            <p:cNvPr id="58390" name="椭圆 2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81" name="直接箭头连接符 24"/>
          <p:cNvCxnSpPr>
            <a:cxnSpLocks noChangeShapeType="1"/>
          </p:cNvCxnSpPr>
          <p:nvPr/>
        </p:nvCxnSpPr>
        <p:spPr bwMode="auto">
          <a:xfrm>
            <a:off x="7018338" y="2027238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88B8DDF-C879-4F9F-A0C8-58BE0546BE90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18435" name="Group 4"/>
          <p:cNvGrpSpPr/>
          <p:nvPr/>
        </p:nvGrpSpPr>
        <p:grpSpPr bwMode="auto">
          <a:xfrm>
            <a:off x="241300" y="750888"/>
            <a:ext cx="3952875" cy="3054350"/>
            <a:chOff x="6" y="2159"/>
            <a:chExt cx="2490" cy="1924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9447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48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49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0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1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2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3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4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5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6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9457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59459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9473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59474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59460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59461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59462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59463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59464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9465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59466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9467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9468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59469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59470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9471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549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/>
          <p:cNvGrpSpPr/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59432" name="Group 40"/>
            <p:cNvGrpSpPr/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  <a:endParaRPr lang="en-US" altLang="zh-CN" sz="2400" dirty="0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  <a:endParaRPr lang="en-US" altLang="zh-CN" sz="2400"/>
              </a:p>
            </p:txBody>
          </p:sp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  <a:endParaRPr lang="en-US" altLang="zh-CN" sz="2400"/>
              </a:p>
            </p:txBody>
          </p:sp>
          <p:sp>
            <p:nvSpPr>
              <p:cNvPr id="59438" name="Line 45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39" name="Line 46"/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0" name="Line 47"/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1" name="Line 48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2" name="Line 49"/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3" name="Line 50"/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/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  <a:endParaRPr lang="zh-CN" altLang="en-US" sz="2400" b="1"/>
            </a:p>
          </p:txBody>
        </p:sp>
      </p:grpSp>
      <p:grpSp>
        <p:nvGrpSpPr>
          <p:cNvPr id="18438" name="Group 4"/>
          <p:cNvGrpSpPr/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9404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5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9414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59416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9430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59431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59417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59418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59419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59420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59421" name="Rectangle 27"/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9422" name="Rectangle 28"/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59423" name="Rectangle 29"/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59424" name="Rectangle 30"/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9425" name="Rectangle 31"/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9426" name="Rectangle 32"/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59427" name="Rectangle 33"/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59428" name="Rectangle 34"/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81" name="Rectangle 36"/>
            <p:cNvSpPr>
              <a:spLocks noChangeArrowheads="1"/>
            </p:cNvSpPr>
            <p:nvPr/>
          </p:nvSpPr>
          <p:spPr bwMode="auto">
            <a:xfrm>
              <a:off x="999" y="3801"/>
              <a:ext cx="761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J2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K2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724525" y="4160838"/>
            <a:ext cx="120173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741988" y="4840288"/>
            <a:ext cx="1201737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" grpId="0"/>
      <p:bldP spid="8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7528850-5540-4B74-8522-D42064A9BF5D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38" name="矩形 37"/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/>
          <p:cNvGrpSpPr/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0487" name="Group 40"/>
            <p:cNvGrpSpPr/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  <a:endParaRPr lang="en-US" altLang="zh-CN" sz="2400" dirty="0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  <a:endParaRPr lang="en-US" altLang="zh-CN" sz="2400"/>
              </a:p>
            </p:txBody>
          </p:sp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  <a:endParaRPr lang="en-US" altLang="zh-CN" sz="2400"/>
              </a:p>
            </p:txBody>
          </p:sp>
          <p:sp>
            <p:nvSpPr>
              <p:cNvPr id="60493" name="Line 45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4" name="Line 46"/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5" name="Line 47"/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6" name="Line 48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7" name="Line 49"/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8" name="Line 50"/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/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  <a:endParaRPr lang="zh-CN" altLang="en-US" sz="2400" b="1"/>
            </a:p>
          </p:txBody>
        </p:sp>
      </p:grpSp>
      <p:grpSp>
        <p:nvGrpSpPr>
          <p:cNvPr id="19461" name="Group 4"/>
          <p:cNvGrpSpPr/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0459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0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1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2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3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4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5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6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7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8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0469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0471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0485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0486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0472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0473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0474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0475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0476" name="Rectangle 27"/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77" name="Rectangle 28"/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0478" name="Rectangle 29"/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0479" name="Rectangle 30"/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80" name="Rectangle 31"/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0481" name="Rectangle 32"/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0482" name="Rectangle 33"/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83" name="Rectangle 34"/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81" name="Rectangle 36"/>
            <p:cNvSpPr>
              <a:spLocks noChangeArrowheads="1"/>
            </p:cNvSpPr>
            <p:nvPr/>
          </p:nvSpPr>
          <p:spPr bwMode="auto">
            <a:xfrm>
              <a:off x="999" y="3801"/>
              <a:ext cx="73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0422" name="Group 4"/>
          <p:cNvGrpSpPr/>
          <p:nvPr/>
        </p:nvGrpSpPr>
        <p:grpSpPr bwMode="auto">
          <a:xfrm>
            <a:off x="207963" y="682625"/>
            <a:ext cx="3952875" cy="3054350"/>
            <a:chOff x="6" y="2159"/>
            <a:chExt cx="2490" cy="1924"/>
          </a:xfrm>
        </p:grpSpPr>
        <p:sp>
          <p:nvSpPr>
            <p:cNvPr id="87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8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89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0428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5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0438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01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0440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0454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0455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0441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0442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0443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0444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0445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46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0447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0448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49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60450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0451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52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15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531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6005513" y="4033838"/>
            <a:ext cx="1201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930900" y="4724400"/>
            <a:ext cx="1201738" cy="560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A2E6F9C-B967-4DA6-89AF-BB728655C9C6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38" name="矩形 37"/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/>
          <p:cNvGrpSpPr/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1511" name="Group 40"/>
            <p:cNvGrpSpPr/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  <a:endParaRPr lang="en-US" altLang="zh-CN" sz="2400" dirty="0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  <a:endParaRPr lang="en-US" altLang="zh-CN" sz="2400"/>
              </a:p>
            </p:txBody>
          </p:sp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  <a:endParaRPr lang="en-US" altLang="zh-CN" sz="2400"/>
              </a:p>
            </p:txBody>
          </p:sp>
          <p:sp>
            <p:nvSpPr>
              <p:cNvPr id="61517" name="Line 45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8" name="Line 46"/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9" name="Line 47"/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0" name="Line 48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1" name="Line 49"/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2" name="Line 50"/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/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  <a:endParaRPr lang="zh-CN" altLang="en-US" sz="2400" b="1"/>
            </a:p>
          </p:txBody>
        </p:sp>
      </p:grpSp>
      <p:grpSp>
        <p:nvGrpSpPr>
          <p:cNvPr id="20485" name="Group 4"/>
          <p:cNvGrpSpPr/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1483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4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5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6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7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8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9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0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1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2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1493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1495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1509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1510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1496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1497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1498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1499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1500" name="Rectangle 27"/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1501" name="Rectangle 28"/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1502" name="Rectangle 29"/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61503" name="Rectangle 30"/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1504" name="Rectangle 31"/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1505" name="Rectangle 32"/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1506" name="Rectangle 33"/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1507" name="Rectangle 34"/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81" name="Rectangle 36"/>
            <p:cNvSpPr>
              <a:spLocks noChangeArrowheads="1"/>
            </p:cNvSpPr>
            <p:nvPr/>
          </p:nvSpPr>
          <p:spPr bwMode="auto">
            <a:xfrm>
              <a:off x="999" y="3801"/>
              <a:ext cx="71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46" name="Group 4"/>
          <p:cNvGrpSpPr/>
          <p:nvPr/>
        </p:nvGrpSpPr>
        <p:grpSpPr bwMode="auto">
          <a:xfrm>
            <a:off x="339725" y="844550"/>
            <a:ext cx="3952875" cy="3054350"/>
            <a:chOff x="6" y="2159"/>
            <a:chExt cx="2490" cy="1924"/>
          </a:xfrm>
        </p:grpSpPr>
        <p:sp>
          <p:nvSpPr>
            <p:cNvPr id="119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1452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3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7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8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1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1462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33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1464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1478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1479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1465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1466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1467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1468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1469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1470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1471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1472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1473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61474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1475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1476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7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55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5837238" y="4227513"/>
            <a:ext cx="12033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868988" y="4868863"/>
            <a:ext cx="25812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3865574-757A-486A-A029-FF0B0E6B6C02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63550" y="1273175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5650" y="1971675"/>
            <a:ext cx="2865438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227763" y="3517900"/>
            <a:ext cx="2347912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原理图略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506413" y="3321050"/>
            <a:ext cx="1201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3875" y="4002088"/>
            <a:ext cx="1201738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362200" y="3357563"/>
            <a:ext cx="120173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287588" y="4048125"/>
            <a:ext cx="1201737" cy="560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092575" y="3440113"/>
            <a:ext cx="120173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122738" y="4083050"/>
            <a:ext cx="258127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1" grpId="0"/>
      <p:bldP spid="22" grpId="0"/>
      <p:bldP spid="23" grpId="0"/>
      <p:bldP spid="24" grpId="0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检查能否自启动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2FBCB55-090A-41E7-9D88-62E980E75EC4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11" name="Group 4"/>
          <p:cNvGrpSpPr/>
          <p:nvPr/>
        </p:nvGrpSpPr>
        <p:grpSpPr bwMode="auto">
          <a:xfrm>
            <a:off x="395288" y="2565400"/>
            <a:ext cx="3952875" cy="3287713"/>
            <a:chOff x="6" y="2159"/>
            <a:chExt cx="2490" cy="2071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3515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6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7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8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9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2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3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4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3525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6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3527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3541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3542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3528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3529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3530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3531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3532" name="Rectangle 27"/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3533" name="Rectangle 28"/>
            <p:cNvSpPr>
              <a:spLocks noChangeArrowheads="1"/>
            </p:cNvSpPr>
            <p:nvPr/>
          </p:nvSpPr>
          <p:spPr bwMode="auto">
            <a:xfrm>
              <a:off x="599" y="2899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3534" name="Rectangle 29"/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535" name="Rectangle 30"/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3536" name="Rectangle 31"/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63537" name="Rectangle 32"/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3538" name="Rectangle 33"/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3539" name="Rectangle 34"/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5219700" y="2470150"/>
            <a:ext cx="3246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检查两个状态：</a:t>
            </a:r>
            <a:r>
              <a:rPr lang="en-US" altLang="zh-CN" sz="2800"/>
              <a:t>000</a:t>
            </a:r>
            <a:r>
              <a:rPr lang="zh-CN" altLang="en-US" sz="2800"/>
              <a:t>和</a:t>
            </a:r>
            <a:r>
              <a:rPr lang="en-US" altLang="zh-CN" sz="2800"/>
              <a:t>111</a:t>
            </a:r>
            <a:r>
              <a:rPr lang="zh-CN" altLang="en-US" sz="2800"/>
              <a:t>的次态。</a:t>
            </a:r>
            <a:endParaRPr lang="zh-CN" altLang="en-US" sz="2800"/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5118100" y="3517900"/>
            <a:ext cx="3246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现态</a:t>
            </a:r>
            <a:r>
              <a:rPr lang="en-US" altLang="zh-CN" sz="2400"/>
              <a:t>000</a:t>
            </a:r>
            <a:r>
              <a:rPr lang="zh-CN" altLang="en-US" sz="2400"/>
              <a:t>：</a:t>
            </a:r>
            <a:endParaRPr lang="zh-CN" altLang="en-US" sz="2400"/>
          </a:p>
        </p:txBody>
      </p: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5127625" y="3981450"/>
            <a:ext cx="3621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2</a:t>
            </a:r>
            <a:r>
              <a:rPr lang="en-US" altLang="zh-CN" sz="2400"/>
              <a:t>=0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2</a:t>
            </a:r>
            <a:r>
              <a:rPr lang="en-US" altLang="zh-CN" sz="2400"/>
              <a:t>=1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2n+1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sp>
        <p:nvSpPr>
          <p:cNvPr id="46" name="文本框 45"/>
          <p:cNvSpPr txBox="1">
            <a:spLocks noChangeArrowheads="1"/>
          </p:cNvSpPr>
          <p:nvPr/>
        </p:nvSpPr>
        <p:spPr bwMode="auto">
          <a:xfrm>
            <a:off x="5141913" y="4394200"/>
            <a:ext cx="3621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1</a:t>
            </a:r>
            <a:r>
              <a:rPr lang="en-US" altLang="zh-CN" sz="2400"/>
              <a:t>=0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1</a:t>
            </a:r>
            <a:r>
              <a:rPr lang="en-US" altLang="zh-CN" sz="2400"/>
              <a:t>=1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1n+1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sp>
        <p:nvSpPr>
          <p:cNvPr id="47" name="文本框 46"/>
          <p:cNvSpPr txBox="1">
            <a:spLocks noChangeArrowheads="1"/>
          </p:cNvSpPr>
          <p:nvPr/>
        </p:nvSpPr>
        <p:spPr bwMode="auto">
          <a:xfrm>
            <a:off x="5148263" y="4840288"/>
            <a:ext cx="3621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0</a:t>
            </a:r>
            <a:r>
              <a:rPr lang="en-US" altLang="zh-CN" sz="2400"/>
              <a:t>=0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0</a:t>
            </a:r>
            <a:r>
              <a:rPr lang="en-US" altLang="zh-CN" sz="2400"/>
              <a:t>=0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0n+1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grpSp>
        <p:nvGrpSpPr>
          <p:cNvPr id="48" name="组合 8"/>
          <p:cNvGrpSpPr/>
          <p:nvPr/>
        </p:nvGrpSpPr>
        <p:grpSpPr bwMode="auto">
          <a:xfrm>
            <a:off x="5657850" y="5624513"/>
            <a:ext cx="720725" cy="720725"/>
            <a:chOff x="4067944" y="4221088"/>
            <a:chExt cx="720080" cy="720080"/>
          </a:xfrm>
        </p:grpSpPr>
        <p:sp>
          <p:nvSpPr>
            <p:cNvPr id="63510" name="椭圆 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1" name="组合 11"/>
          <p:cNvGrpSpPr/>
          <p:nvPr/>
        </p:nvGrpSpPr>
        <p:grpSpPr bwMode="auto">
          <a:xfrm>
            <a:off x="7019925" y="5588000"/>
            <a:ext cx="719138" cy="720725"/>
            <a:chOff x="4067944" y="4221088"/>
            <a:chExt cx="720080" cy="720080"/>
          </a:xfrm>
        </p:grpSpPr>
        <p:sp>
          <p:nvSpPr>
            <p:cNvPr id="63508" name="椭圆 1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4" name="直接箭头连接符 14"/>
          <p:cNvCxnSpPr>
            <a:cxnSpLocks noChangeShapeType="1"/>
          </p:cNvCxnSpPr>
          <p:nvPr/>
        </p:nvCxnSpPr>
        <p:spPr bwMode="auto">
          <a:xfrm>
            <a:off x="6370638" y="5948363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3501" name="组合 4"/>
          <p:cNvGrpSpPr/>
          <p:nvPr/>
        </p:nvGrpSpPr>
        <p:grpSpPr bwMode="auto">
          <a:xfrm>
            <a:off x="598488" y="1057275"/>
            <a:ext cx="5224462" cy="1273175"/>
            <a:chOff x="598903" y="1057402"/>
            <a:chExt cx="5224691" cy="1272789"/>
          </a:xfrm>
        </p:grpSpPr>
        <p:sp>
          <p:nvSpPr>
            <p:cNvPr id="55" name="文本框 54"/>
            <p:cNvSpPr txBox="1"/>
            <p:nvPr/>
          </p:nvSpPr>
          <p:spPr>
            <a:xfrm>
              <a:off x="598903" y="1057402"/>
              <a:ext cx="1201790" cy="46182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616366" y="1736646"/>
              <a:ext cx="1201791" cy="56021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  <a:endParaRPr lang="en-US" altLang="zh-CN" sz="2400" dirty="0"/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897535" y="1081208"/>
              <a:ext cx="1201790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930873" y="1769974"/>
              <a:ext cx="1201791" cy="56021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  <a:endParaRPr lang="en-US" altLang="zh-CN" sz="2400" dirty="0"/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242206" y="1100252"/>
              <a:ext cx="1201791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242206" y="1827107"/>
              <a:ext cx="2581388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 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 </a:t>
              </a:r>
              <a:r>
                <a: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dirty="0"/>
                <a:t>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58763"/>
            <a:ext cx="8382000" cy="7620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检查能否自启动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DF408A7-C49E-410A-AB6C-D303996FE764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11" name="Group 4"/>
          <p:cNvGrpSpPr/>
          <p:nvPr/>
        </p:nvGrpSpPr>
        <p:grpSpPr bwMode="auto">
          <a:xfrm>
            <a:off x="395288" y="2565400"/>
            <a:ext cx="3952875" cy="3287713"/>
            <a:chOff x="6" y="2159"/>
            <a:chExt cx="2490" cy="2071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4539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0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1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2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3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4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5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6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7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8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4549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6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4551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4565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4566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4552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4553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4554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4555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4556" name="Rectangle 27"/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4557" name="Rectangle 28"/>
            <p:cNvSpPr>
              <a:spLocks noChangeArrowheads="1"/>
            </p:cNvSpPr>
            <p:nvPr/>
          </p:nvSpPr>
          <p:spPr bwMode="auto">
            <a:xfrm>
              <a:off x="599" y="2899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4558" name="Rectangle 29"/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4559" name="Rectangle 30"/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4560" name="Rectangle 31"/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64561" name="Rectangle 32"/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4562" name="Rectangle 33"/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4563" name="Rectangle 34"/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5219700" y="2470150"/>
            <a:ext cx="3246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检查两个状态：</a:t>
            </a:r>
            <a:r>
              <a:rPr lang="en-US" altLang="zh-CN" sz="2800"/>
              <a:t>000</a:t>
            </a:r>
            <a:r>
              <a:rPr lang="zh-CN" altLang="en-US" sz="2800"/>
              <a:t>和</a:t>
            </a:r>
            <a:r>
              <a:rPr lang="en-US" altLang="zh-CN" sz="2800"/>
              <a:t>111</a:t>
            </a:r>
            <a:r>
              <a:rPr lang="zh-CN" altLang="en-US" sz="2800"/>
              <a:t>的次态。</a:t>
            </a:r>
            <a:endParaRPr lang="zh-CN" altLang="en-US" sz="2800"/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5118100" y="3517900"/>
            <a:ext cx="3246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现态</a:t>
            </a:r>
            <a:r>
              <a:rPr lang="en-US" altLang="zh-CN" sz="2400"/>
              <a:t>111</a:t>
            </a:r>
            <a:r>
              <a:rPr lang="zh-CN" altLang="en-US" sz="2400"/>
              <a:t>：</a:t>
            </a:r>
            <a:endParaRPr lang="zh-CN" altLang="en-US" sz="2400"/>
          </a:p>
        </p:txBody>
      </p: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5127625" y="3981450"/>
            <a:ext cx="3621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2</a:t>
            </a:r>
            <a:r>
              <a:rPr lang="en-US" altLang="zh-CN" sz="2400"/>
              <a:t>=1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2</a:t>
            </a:r>
            <a:r>
              <a:rPr lang="en-US" altLang="zh-CN" sz="2400"/>
              <a:t>=0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2n+1</a:t>
            </a:r>
            <a:r>
              <a:rPr lang="en-US" altLang="zh-CN" sz="2400"/>
              <a:t>=1</a:t>
            </a:r>
            <a:endParaRPr lang="zh-CN" altLang="en-US" sz="2400"/>
          </a:p>
        </p:txBody>
      </p:sp>
      <p:sp>
        <p:nvSpPr>
          <p:cNvPr id="46" name="文本框 45"/>
          <p:cNvSpPr txBox="1">
            <a:spLocks noChangeArrowheads="1"/>
          </p:cNvSpPr>
          <p:nvPr/>
        </p:nvSpPr>
        <p:spPr bwMode="auto">
          <a:xfrm>
            <a:off x="5141913" y="4394200"/>
            <a:ext cx="3621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1</a:t>
            </a:r>
            <a:r>
              <a:rPr lang="en-US" altLang="zh-CN" sz="2400"/>
              <a:t>=1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1</a:t>
            </a:r>
            <a:r>
              <a:rPr lang="en-US" altLang="zh-CN" sz="2400"/>
              <a:t>=0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1n+1</a:t>
            </a:r>
            <a:r>
              <a:rPr lang="en-US" altLang="zh-CN" sz="2400"/>
              <a:t>=1</a:t>
            </a:r>
            <a:endParaRPr lang="zh-CN" altLang="en-US" sz="2400"/>
          </a:p>
        </p:txBody>
      </p:sp>
      <p:sp>
        <p:nvSpPr>
          <p:cNvPr id="47" name="文本框 46"/>
          <p:cNvSpPr txBox="1">
            <a:spLocks noChangeArrowheads="1"/>
          </p:cNvSpPr>
          <p:nvPr/>
        </p:nvSpPr>
        <p:spPr bwMode="auto">
          <a:xfrm>
            <a:off x="5148263" y="4840288"/>
            <a:ext cx="3621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0</a:t>
            </a:r>
            <a:r>
              <a:rPr lang="en-US" altLang="zh-CN" sz="2400"/>
              <a:t>=1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0</a:t>
            </a:r>
            <a:r>
              <a:rPr lang="en-US" altLang="zh-CN" sz="2400"/>
              <a:t>=1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0n+1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grpSp>
        <p:nvGrpSpPr>
          <p:cNvPr id="48" name="组合 8"/>
          <p:cNvGrpSpPr/>
          <p:nvPr/>
        </p:nvGrpSpPr>
        <p:grpSpPr bwMode="auto">
          <a:xfrm>
            <a:off x="5586413" y="5641975"/>
            <a:ext cx="720725" cy="720725"/>
            <a:chOff x="4067944" y="4221088"/>
            <a:chExt cx="720080" cy="720080"/>
          </a:xfrm>
        </p:grpSpPr>
        <p:sp>
          <p:nvSpPr>
            <p:cNvPr id="64534" name="椭圆 9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1" name="组合 11"/>
          <p:cNvGrpSpPr/>
          <p:nvPr/>
        </p:nvGrpSpPr>
        <p:grpSpPr bwMode="auto">
          <a:xfrm>
            <a:off x="6948488" y="5605463"/>
            <a:ext cx="719137" cy="720725"/>
            <a:chOff x="4067944" y="4221088"/>
            <a:chExt cx="720080" cy="720080"/>
          </a:xfrm>
        </p:grpSpPr>
        <p:sp>
          <p:nvSpPr>
            <p:cNvPr id="64532" name="椭圆 12"/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139475" y="4381282"/>
              <a:ext cx="648549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4" name="直接箭头连接符 14"/>
          <p:cNvCxnSpPr>
            <a:cxnSpLocks noChangeShapeType="1"/>
          </p:cNvCxnSpPr>
          <p:nvPr/>
        </p:nvCxnSpPr>
        <p:spPr bwMode="auto">
          <a:xfrm>
            <a:off x="6299200" y="5965825"/>
            <a:ext cx="649288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525" name="组合 55"/>
          <p:cNvGrpSpPr/>
          <p:nvPr/>
        </p:nvGrpSpPr>
        <p:grpSpPr bwMode="auto">
          <a:xfrm>
            <a:off x="614363" y="1057275"/>
            <a:ext cx="5208587" cy="1273175"/>
            <a:chOff x="614363" y="1057402"/>
            <a:chExt cx="5209231" cy="1272789"/>
          </a:xfrm>
        </p:grpSpPr>
        <p:sp>
          <p:nvSpPr>
            <p:cNvPr id="57" name="文本框 56"/>
            <p:cNvSpPr txBox="1"/>
            <p:nvPr/>
          </p:nvSpPr>
          <p:spPr>
            <a:xfrm>
              <a:off x="614363" y="1057402"/>
              <a:ext cx="1201886" cy="46182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31827" y="1736646"/>
              <a:ext cx="1201887" cy="56021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  <a:endParaRPr lang="en-US" altLang="zh-CN" sz="2400" dirty="0"/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897222" y="1081208"/>
              <a:ext cx="1201886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930563" y="1769974"/>
              <a:ext cx="1201887" cy="56021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  <a:endParaRPr lang="en-US" altLang="zh-CN" sz="2400" dirty="0"/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242000" y="1100252"/>
              <a:ext cx="1201887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3242000" y="1827107"/>
              <a:ext cx="2581594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 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 </a:t>
              </a:r>
              <a:r>
                <a: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dirty="0"/>
                <a:t>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36D1B8F-8E75-433F-8E47-1CAA0E3C41AB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2062163" y="1773238"/>
            <a:ext cx="4868862" cy="1973262"/>
            <a:chOff x="2512095" y="2450312"/>
            <a:chExt cx="4868862" cy="1973262"/>
          </a:xfrm>
        </p:grpSpPr>
        <p:grpSp>
          <p:nvGrpSpPr>
            <p:cNvPr id="65548" name="组合 25"/>
            <p:cNvGrpSpPr/>
            <p:nvPr/>
          </p:nvGrpSpPr>
          <p:grpSpPr bwMode="auto">
            <a:xfrm>
              <a:off x="3934495" y="2467775"/>
              <a:ext cx="720725" cy="719137"/>
              <a:chOff x="4067944" y="4221088"/>
              <a:chExt cx="720080" cy="720080"/>
            </a:xfrm>
          </p:grpSpPr>
          <p:sp>
            <p:nvSpPr>
              <p:cNvPr id="65574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4139317" y="4381635"/>
                <a:ext cx="648707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49" name="组合 28"/>
            <p:cNvGrpSpPr/>
            <p:nvPr/>
          </p:nvGrpSpPr>
          <p:grpSpPr bwMode="auto">
            <a:xfrm>
              <a:off x="5302920" y="2450312"/>
              <a:ext cx="720725" cy="720725"/>
              <a:chOff x="4067944" y="4221088"/>
              <a:chExt cx="720080" cy="720080"/>
            </a:xfrm>
          </p:grpSpPr>
          <p:sp>
            <p:nvSpPr>
              <p:cNvPr id="65572" name="椭圆 29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139317" y="4381282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50" name="组合 31"/>
            <p:cNvGrpSpPr/>
            <p:nvPr/>
          </p:nvGrpSpPr>
          <p:grpSpPr bwMode="auto">
            <a:xfrm>
              <a:off x="6660232" y="2450312"/>
              <a:ext cx="720725" cy="720725"/>
              <a:chOff x="4067944" y="4221088"/>
              <a:chExt cx="720080" cy="720080"/>
            </a:xfrm>
          </p:grpSpPr>
          <p:sp>
            <p:nvSpPr>
              <p:cNvPr id="65570" name="椭圆 32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4139318" y="4381282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51" name="组合 34"/>
            <p:cNvGrpSpPr/>
            <p:nvPr/>
          </p:nvGrpSpPr>
          <p:grpSpPr bwMode="auto">
            <a:xfrm>
              <a:off x="6660232" y="3672686"/>
              <a:ext cx="720725" cy="719138"/>
              <a:chOff x="4067944" y="4221088"/>
              <a:chExt cx="720080" cy="720080"/>
            </a:xfrm>
          </p:grpSpPr>
          <p:sp>
            <p:nvSpPr>
              <p:cNvPr id="65568" name="椭圆 35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39318" y="4381636"/>
                <a:ext cx="648706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52" name="组合 37"/>
            <p:cNvGrpSpPr/>
            <p:nvPr/>
          </p:nvGrpSpPr>
          <p:grpSpPr bwMode="auto">
            <a:xfrm>
              <a:off x="5302920" y="3666336"/>
              <a:ext cx="720725" cy="720725"/>
              <a:chOff x="4067944" y="4221088"/>
              <a:chExt cx="720080" cy="720080"/>
            </a:xfrm>
          </p:grpSpPr>
          <p:sp>
            <p:nvSpPr>
              <p:cNvPr id="65566" name="椭圆 38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317" y="4381283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011</a:t>
                </a:r>
                <a:endParaRPr lang="en-US" altLang="zh-CN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53" name="组合 40"/>
            <p:cNvGrpSpPr/>
            <p:nvPr/>
          </p:nvGrpSpPr>
          <p:grpSpPr bwMode="auto">
            <a:xfrm>
              <a:off x="3888458" y="3666336"/>
              <a:ext cx="720725" cy="720725"/>
              <a:chOff x="4067944" y="4221088"/>
              <a:chExt cx="720080" cy="720080"/>
            </a:xfrm>
          </p:grpSpPr>
          <p:sp>
            <p:nvSpPr>
              <p:cNvPr id="65564" name="椭圆 41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139317" y="4381283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5554" name="直接箭头连接符 43"/>
            <p:cNvCxnSpPr>
              <a:cxnSpLocks noChangeShapeType="1"/>
              <a:stCxn id="37" idx="3"/>
              <a:endCxn id="65572" idx="2"/>
            </p:cNvCxnSpPr>
            <p:nvPr/>
          </p:nvCxnSpPr>
          <p:spPr bwMode="auto">
            <a:xfrm flipV="1">
              <a:off x="4655220" y="2810675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5" name="直接箭头连接符 44"/>
            <p:cNvCxnSpPr>
              <a:cxnSpLocks noChangeShapeType="1"/>
            </p:cNvCxnSpPr>
            <p:nvPr/>
          </p:nvCxnSpPr>
          <p:spPr bwMode="auto">
            <a:xfrm flipV="1">
              <a:off x="6049044" y="2810675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6" name="直接箭头连接符 45"/>
            <p:cNvCxnSpPr>
              <a:cxnSpLocks noChangeShapeType="1"/>
              <a:stCxn id="65570" idx="4"/>
              <a:endCxn id="65568" idx="0"/>
            </p:cNvCxnSpPr>
            <p:nvPr/>
          </p:nvCxnSpPr>
          <p:spPr bwMode="auto">
            <a:xfrm>
              <a:off x="7020594" y="3171037"/>
              <a:ext cx="0" cy="5016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7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5995069" y="4017174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8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4623470" y="4026699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9" name="直接箭头连接符 48"/>
            <p:cNvCxnSpPr>
              <a:cxnSpLocks noChangeShapeType="1"/>
              <a:endCxn id="65574" idx="4"/>
            </p:cNvCxnSpPr>
            <p:nvPr/>
          </p:nvCxnSpPr>
          <p:spPr bwMode="auto">
            <a:xfrm flipV="1">
              <a:off x="4280570" y="3186912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5560" name="组合 54"/>
            <p:cNvGrpSpPr/>
            <p:nvPr/>
          </p:nvGrpSpPr>
          <p:grpSpPr bwMode="auto">
            <a:xfrm>
              <a:off x="2512095" y="3702849"/>
              <a:ext cx="719138" cy="720725"/>
              <a:chOff x="4067944" y="4221088"/>
              <a:chExt cx="720080" cy="720080"/>
            </a:xfrm>
          </p:grpSpPr>
          <p:sp>
            <p:nvSpPr>
              <p:cNvPr id="65562" name="椭圆 55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39475" y="4381283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5561" name="直接箭头连接符 57"/>
            <p:cNvCxnSpPr>
              <a:cxnSpLocks noChangeShapeType="1"/>
            </p:cNvCxnSpPr>
            <p:nvPr/>
          </p:nvCxnSpPr>
          <p:spPr bwMode="auto">
            <a:xfrm>
              <a:off x="3240758" y="4063211"/>
              <a:ext cx="647700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4" name="组合 43"/>
          <p:cNvGrpSpPr/>
          <p:nvPr/>
        </p:nvGrpSpPr>
        <p:grpSpPr bwMode="auto">
          <a:xfrm>
            <a:off x="2041525" y="1660525"/>
            <a:ext cx="1214438" cy="896938"/>
            <a:chOff x="3285207" y="4780831"/>
            <a:chExt cx="1214784" cy="896819"/>
          </a:xfrm>
        </p:grpSpPr>
        <p:grpSp>
          <p:nvGrpSpPr>
            <p:cNvPr id="65543" name="组合 49"/>
            <p:cNvGrpSpPr/>
            <p:nvPr/>
          </p:nvGrpSpPr>
          <p:grpSpPr bwMode="auto">
            <a:xfrm>
              <a:off x="3285207" y="4868175"/>
              <a:ext cx="720725" cy="720725"/>
              <a:chOff x="4067944" y="4221088"/>
              <a:chExt cx="720080" cy="720080"/>
            </a:xfrm>
          </p:grpSpPr>
          <p:sp>
            <p:nvSpPr>
              <p:cNvPr id="65546" name="椭圆 50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39338" y="4381217"/>
                <a:ext cx="648890" cy="39963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1" name="弧形 40"/>
            <p:cNvSpPr/>
            <p:nvPr/>
          </p:nvSpPr>
          <p:spPr bwMode="auto">
            <a:xfrm>
              <a:off x="3888629" y="4780831"/>
              <a:ext cx="611362" cy="647614"/>
            </a:xfrm>
            <a:prstGeom prst="arc">
              <a:avLst>
                <a:gd name="adj1" fmla="val 14181652"/>
                <a:gd name="adj2" fmla="val 8058530"/>
              </a:avLst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42" name="弧形 41"/>
            <p:cNvSpPr/>
            <p:nvPr/>
          </p:nvSpPr>
          <p:spPr bwMode="auto">
            <a:xfrm>
              <a:off x="3867986" y="4812577"/>
              <a:ext cx="565311" cy="865073"/>
            </a:xfrm>
            <a:prstGeom prst="arc">
              <a:avLst>
                <a:gd name="adj1" fmla="val 13742887"/>
                <a:gd name="adj2" fmla="val 7846918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2027238" y="808038"/>
            <a:ext cx="3246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最终的状态图</a:t>
            </a:r>
            <a:endParaRPr lang="zh-CN" altLang="en-US" sz="2800"/>
          </a:p>
        </p:txBody>
      </p:sp>
      <p:sp>
        <p:nvSpPr>
          <p:cNvPr id="46" name="文本框 45"/>
          <p:cNvSpPr txBox="1">
            <a:spLocks noChangeArrowheads="1"/>
          </p:cNvSpPr>
          <p:nvPr/>
        </p:nvSpPr>
        <p:spPr bwMode="auto">
          <a:xfrm>
            <a:off x="2674938" y="4398963"/>
            <a:ext cx="32464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不能自启动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6A2A47E-F10A-462B-A986-66BB6917CA8B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5" name="Group 4"/>
          <p:cNvGrpSpPr/>
          <p:nvPr/>
        </p:nvGrpSpPr>
        <p:grpSpPr bwMode="auto">
          <a:xfrm>
            <a:off x="1876425" y="2901950"/>
            <a:ext cx="3952875" cy="3287713"/>
            <a:chOff x="6" y="2159"/>
            <a:chExt cx="2490" cy="2071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6600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1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2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3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4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5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6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7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8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9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6610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6612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6626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6627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6613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6614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6615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6616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6617" name="Rectangle 27"/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6618" name="Rectangle 28"/>
            <p:cNvSpPr>
              <a:spLocks noChangeArrowheads="1"/>
            </p:cNvSpPr>
            <p:nvPr/>
          </p:nvSpPr>
          <p:spPr bwMode="auto">
            <a:xfrm>
              <a:off x="599" y="2899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001</a:t>
              </a:r>
              <a:endParaRPr lang="en-US" altLang="zh-CN" sz="2400" b="1"/>
            </a:p>
          </p:txBody>
        </p:sp>
        <p:sp>
          <p:nvSpPr>
            <p:cNvPr id="66619" name="Rectangle 29"/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6620" name="Rectangle 30"/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6621" name="Rectangle 31"/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66622" name="Rectangle 32"/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6623" name="Rectangle 33"/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6624" name="Rectangle 34"/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6564" name="组合 68"/>
          <p:cNvGrpSpPr/>
          <p:nvPr/>
        </p:nvGrpSpPr>
        <p:grpSpPr bwMode="auto">
          <a:xfrm>
            <a:off x="960438" y="690563"/>
            <a:ext cx="6288087" cy="1973262"/>
            <a:chOff x="1565275" y="3946525"/>
            <a:chExt cx="6288088" cy="1973263"/>
          </a:xfrm>
        </p:grpSpPr>
        <p:grpSp>
          <p:nvGrpSpPr>
            <p:cNvPr id="66565" name="组合 25"/>
            <p:cNvGrpSpPr/>
            <p:nvPr/>
          </p:nvGrpSpPr>
          <p:grpSpPr bwMode="auto">
            <a:xfrm>
              <a:off x="2987675" y="3963988"/>
              <a:ext cx="720725" cy="719137"/>
              <a:chOff x="4067944" y="4221088"/>
              <a:chExt cx="720080" cy="720080"/>
            </a:xfrm>
          </p:grpSpPr>
          <p:sp>
            <p:nvSpPr>
              <p:cNvPr id="66595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4139317" y="4381635"/>
                <a:ext cx="648707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6" name="组合 28"/>
            <p:cNvGrpSpPr/>
            <p:nvPr/>
          </p:nvGrpSpPr>
          <p:grpSpPr bwMode="auto">
            <a:xfrm>
              <a:off x="4356100" y="3946525"/>
              <a:ext cx="720725" cy="720725"/>
              <a:chOff x="4067944" y="4221088"/>
              <a:chExt cx="720080" cy="720080"/>
            </a:xfrm>
          </p:grpSpPr>
          <p:sp>
            <p:nvSpPr>
              <p:cNvPr id="66593" name="椭圆 29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4139317" y="4381282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7" name="组合 31"/>
            <p:cNvGrpSpPr/>
            <p:nvPr/>
          </p:nvGrpSpPr>
          <p:grpSpPr bwMode="auto">
            <a:xfrm>
              <a:off x="5713413" y="3946525"/>
              <a:ext cx="720725" cy="720725"/>
              <a:chOff x="4067944" y="4221088"/>
              <a:chExt cx="720080" cy="720080"/>
            </a:xfrm>
          </p:grpSpPr>
          <p:sp>
            <p:nvSpPr>
              <p:cNvPr id="66591" name="椭圆 32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4139318" y="4381282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8" name="组合 34"/>
            <p:cNvGrpSpPr/>
            <p:nvPr/>
          </p:nvGrpSpPr>
          <p:grpSpPr bwMode="auto">
            <a:xfrm>
              <a:off x="5713413" y="5168900"/>
              <a:ext cx="720725" cy="719138"/>
              <a:chOff x="4067944" y="4221088"/>
              <a:chExt cx="720080" cy="720080"/>
            </a:xfrm>
          </p:grpSpPr>
          <p:sp>
            <p:nvSpPr>
              <p:cNvPr id="66589" name="椭圆 35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4139318" y="4381636"/>
                <a:ext cx="648706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9" name="组合 37"/>
            <p:cNvGrpSpPr/>
            <p:nvPr/>
          </p:nvGrpSpPr>
          <p:grpSpPr bwMode="auto">
            <a:xfrm>
              <a:off x="4356100" y="5162550"/>
              <a:ext cx="720725" cy="720725"/>
              <a:chOff x="4067944" y="4221088"/>
              <a:chExt cx="720080" cy="720080"/>
            </a:xfrm>
          </p:grpSpPr>
          <p:sp>
            <p:nvSpPr>
              <p:cNvPr id="66587" name="椭圆 38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4139317" y="4381283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011</a:t>
                </a:r>
                <a:endParaRPr lang="en-US" altLang="zh-CN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70" name="组合 40"/>
            <p:cNvGrpSpPr/>
            <p:nvPr/>
          </p:nvGrpSpPr>
          <p:grpSpPr bwMode="auto">
            <a:xfrm>
              <a:off x="2941638" y="5162550"/>
              <a:ext cx="720725" cy="720725"/>
              <a:chOff x="4067944" y="4221088"/>
              <a:chExt cx="720080" cy="720080"/>
            </a:xfrm>
          </p:grpSpPr>
          <p:sp>
            <p:nvSpPr>
              <p:cNvPr id="66585" name="椭圆 41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4139317" y="4381283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6571" name="直接箭头连接符 43"/>
            <p:cNvCxnSpPr>
              <a:cxnSpLocks noChangeShapeType="1"/>
              <a:stCxn id="39" idx="3"/>
              <a:endCxn id="66593" idx="2"/>
            </p:cNvCxnSpPr>
            <p:nvPr/>
          </p:nvCxnSpPr>
          <p:spPr bwMode="auto">
            <a:xfrm flipV="1">
              <a:off x="3708400" y="4306888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2" name="直接箭头连接符 44"/>
            <p:cNvCxnSpPr>
              <a:cxnSpLocks noChangeShapeType="1"/>
            </p:cNvCxnSpPr>
            <p:nvPr/>
          </p:nvCxnSpPr>
          <p:spPr bwMode="auto">
            <a:xfrm flipV="1">
              <a:off x="5102225" y="4306888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3" name="直接箭头连接符 45"/>
            <p:cNvCxnSpPr>
              <a:cxnSpLocks noChangeShapeType="1"/>
              <a:stCxn id="66591" idx="4"/>
              <a:endCxn id="66589" idx="0"/>
            </p:cNvCxnSpPr>
            <p:nvPr/>
          </p:nvCxnSpPr>
          <p:spPr bwMode="auto">
            <a:xfrm>
              <a:off x="6073775" y="4667250"/>
              <a:ext cx="0" cy="5016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4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5048250" y="5513388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5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3676650" y="5522913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6" name="直接箭头连接符 48"/>
            <p:cNvCxnSpPr>
              <a:cxnSpLocks noChangeShapeType="1"/>
              <a:endCxn id="66595" idx="4"/>
            </p:cNvCxnSpPr>
            <p:nvPr/>
          </p:nvCxnSpPr>
          <p:spPr bwMode="auto">
            <a:xfrm flipV="1">
              <a:off x="3333750" y="4683125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6577" name="组合 49"/>
            <p:cNvGrpSpPr/>
            <p:nvPr/>
          </p:nvGrpSpPr>
          <p:grpSpPr bwMode="auto">
            <a:xfrm>
              <a:off x="7132638" y="5151438"/>
              <a:ext cx="720725" cy="720725"/>
              <a:chOff x="4067944" y="4221088"/>
              <a:chExt cx="720080" cy="720080"/>
            </a:xfrm>
          </p:grpSpPr>
          <p:sp>
            <p:nvSpPr>
              <p:cNvPr id="66583" name="椭圆 50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4139318" y="4381283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6578" name="直接箭头连接符 52"/>
            <p:cNvCxnSpPr>
              <a:cxnSpLocks noChangeShapeType="1"/>
            </p:cNvCxnSpPr>
            <p:nvPr/>
          </p:nvCxnSpPr>
          <p:spPr bwMode="auto">
            <a:xfrm flipH="1" flipV="1">
              <a:off x="6403975" y="5500688"/>
              <a:ext cx="723900" cy="1111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6579" name="组合 54"/>
            <p:cNvGrpSpPr/>
            <p:nvPr/>
          </p:nvGrpSpPr>
          <p:grpSpPr bwMode="auto">
            <a:xfrm>
              <a:off x="1565275" y="5199063"/>
              <a:ext cx="719138" cy="720725"/>
              <a:chOff x="4067944" y="4221088"/>
              <a:chExt cx="720080" cy="720080"/>
            </a:xfrm>
          </p:grpSpPr>
          <p:sp>
            <p:nvSpPr>
              <p:cNvPr id="66581" name="椭圆 55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4139475" y="4381283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6580" name="直接箭头连接符 57"/>
            <p:cNvCxnSpPr>
              <a:cxnSpLocks noChangeShapeType="1"/>
            </p:cNvCxnSpPr>
            <p:nvPr/>
          </p:nvCxnSpPr>
          <p:spPr bwMode="auto">
            <a:xfrm>
              <a:off x="2284413" y="5522913"/>
              <a:ext cx="647700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7228923-D566-479D-816B-19F98D8172B0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18435" name="Group 4"/>
          <p:cNvGrpSpPr/>
          <p:nvPr/>
        </p:nvGrpSpPr>
        <p:grpSpPr bwMode="auto">
          <a:xfrm>
            <a:off x="241300" y="750888"/>
            <a:ext cx="3952875" cy="3054350"/>
            <a:chOff x="6" y="2159"/>
            <a:chExt cx="2490" cy="1924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7639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0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1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2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3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4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5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6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7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8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7649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7651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7665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7666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7652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7653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7654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7655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7656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7657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7658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659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7660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67661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7662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2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7663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549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/>
          <p:cNvGrpSpPr/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7624" name="Group 40"/>
            <p:cNvGrpSpPr/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  <a:endParaRPr lang="en-US" altLang="zh-CN" sz="2400" dirty="0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  <a:endParaRPr lang="en-US" altLang="zh-CN" sz="2400"/>
              </a:p>
            </p:txBody>
          </p:sp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  <a:endParaRPr lang="en-US" altLang="zh-CN" sz="2400"/>
              </a:p>
            </p:txBody>
          </p:sp>
          <p:sp>
            <p:nvSpPr>
              <p:cNvPr id="67630" name="Line 45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1" name="Line 46"/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2" name="Line 47"/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3" name="Line 48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4" name="Line 49"/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5" name="Line 50"/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/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  <a:endParaRPr lang="zh-CN" altLang="en-US" sz="2400" b="1"/>
            </a:p>
          </p:txBody>
        </p:sp>
      </p:grpSp>
      <p:grpSp>
        <p:nvGrpSpPr>
          <p:cNvPr id="18438" name="Group 4"/>
          <p:cNvGrpSpPr/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7596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7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8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9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0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1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2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3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4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5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7606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7608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7622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7623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7609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7610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7611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7612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7613" name="Rectangle 27"/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7614" name="Rectangle 28"/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7615" name="Rectangle 29"/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7616" name="Rectangle 30"/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7617" name="Rectangle 31"/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618" name="Rectangle 32"/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7619" name="Rectangle 33"/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7620" name="Rectangle 34"/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81" name="Rectangle 36"/>
            <p:cNvSpPr>
              <a:spLocks noChangeArrowheads="1"/>
            </p:cNvSpPr>
            <p:nvPr/>
          </p:nvSpPr>
          <p:spPr bwMode="auto">
            <a:xfrm>
              <a:off x="999" y="3801"/>
              <a:ext cx="71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5957888" y="4338638"/>
            <a:ext cx="1201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975350" y="5018088"/>
            <a:ext cx="1201738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90" grpId="0"/>
      <p:bldP spid="9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40A1C04-2338-4060-9C85-40849B8A19B7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38" name="矩形 37"/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K1=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/>
          <p:cNvGrpSpPr/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8679" name="Group 40"/>
            <p:cNvGrpSpPr/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  <a:endParaRPr lang="en-US" altLang="zh-CN" sz="2400" dirty="0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  <a:endParaRPr lang="en-US" altLang="zh-CN" sz="2400"/>
              </a:p>
            </p:txBody>
          </p:sp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  <a:endParaRPr lang="en-US" altLang="zh-CN" sz="2400"/>
              </a:p>
            </p:txBody>
          </p:sp>
          <p:sp>
            <p:nvSpPr>
              <p:cNvPr id="68685" name="Line 45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6" name="Line 46"/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7" name="Line 47"/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8" name="Line 48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9" name="Line 49"/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90" name="Line 50"/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/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  <a:endParaRPr lang="zh-CN" altLang="en-US" sz="2400" b="1"/>
            </a:p>
          </p:txBody>
        </p:sp>
      </p:grpSp>
      <p:grpSp>
        <p:nvGrpSpPr>
          <p:cNvPr id="19461" name="Group 4"/>
          <p:cNvGrpSpPr/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8651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2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3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4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5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6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7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8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9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0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8661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8663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8677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8678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8664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8665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8666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8667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8668" name="Rectangle 27"/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8669" name="Rectangle 28"/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8670" name="Rectangle 29"/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8671" name="Rectangle 30"/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8672" name="Rectangle 31"/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8673" name="Rectangle 32"/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8674" name="Rectangle 33"/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8675" name="Rectangle 34"/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81" name="Rectangle 36"/>
            <p:cNvSpPr>
              <a:spLocks noChangeArrowheads="1"/>
            </p:cNvSpPr>
            <p:nvPr/>
          </p:nvSpPr>
          <p:spPr bwMode="auto">
            <a:xfrm>
              <a:off x="999" y="3801"/>
              <a:ext cx="73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8614" name="Group 4"/>
          <p:cNvGrpSpPr/>
          <p:nvPr/>
        </p:nvGrpSpPr>
        <p:grpSpPr bwMode="auto">
          <a:xfrm>
            <a:off x="207963" y="682625"/>
            <a:ext cx="3952875" cy="3054350"/>
            <a:chOff x="6" y="2159"/>
            <a:chExt cx="2490" cy="1924"/>
          </a:xfrm>
        </p:grpSpPr>
        <p:sp>
          <p:nvSpPr>
            <p:cNvPr id="87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8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89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8620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1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2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5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6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7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9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8630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01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8632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8646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8647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8633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8634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8635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8636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8637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8638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8639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8640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8641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68642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8643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2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8644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15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531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5957888" y="4321175"/>
            <a:ext cx="1201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959475" y="5030788"/>
            <a:ext cx="1201738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1E1D54A-B42C-4110-8C9F-6FD6065AB9C9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38" name="矩形 37"/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J0=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K0=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/>
          <p:cNvGrpSpPr/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9703" name="Group 40"/>
            <p:cNvGrpSpPr/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  <a:endParaRPr lang="en-US" altLang="zh-CN" sz="2400" dirty="0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  <a:endParaRPr lang="en-US" altLang="zh-CN" sz="2400"/>
              </a:p>
            </p:txBody>
          </p:sp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  <a:endParaRPr lang="en-US" altLang="zh-CN" sz="2400"/>
              </a:p>
            </p:txBody>
          </p:sp>
          <p:sp>
            <p:nvSpPr>
              <p:cNvPr id="69709" name="Line 45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0" name="Line 46"/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1" name="Line 47"/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2" name="Line 48"/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3" name="Line 49"/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4" name="Line 50"/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/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  <a:endParaRPr lang="zh-CN" altLang="en-US" sz="2400" b="1"/>
            </a:p>
          </p:txBody>
        </p:sp>
      </p:grpSp>
      <p:grpSp>
        <p:nvGrpSpPr>
          <p:cNvPr id="20485" name="Group 4"/>
          <p:cNvGrpSpPr/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9675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6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7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8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9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0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1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2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3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4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9685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9687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9701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9702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9688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9689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9690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9691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9692" name="Rectangle 27"/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9693" name="Rectangle 28"/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9694" name="Rectangle 29"/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69695" name="Rectangle 30"/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9696" name="Rectangle 31"/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9697" name="Rectangle 32"/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9698" name="Rectangle 33"/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9699" name="Rectangle 34"/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81" name="Rectangle 36"/>
            <p:cNvSpPr>
              <a:spLocks noChangeArrowheads="1"/>
            </p:cNvSpPr>
            <p:nvPr/>
          </p:nvSpPr>
          <p:spPr bwMode="auto">
            <a:xfrm>
              <a:off x="999" y="3801"/>
              <a:ext cx="783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J0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K0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9638" name="Group 4"/>
          <p:cNvGrpSpPr/>
          <p:nvPr/>
        </p:nvGrpSpPr>
        <p:grpSpPr bwMode="auto">
          <a:xfrm>
            <a:off x="339725" y="844550"/>
            <a:ext cx="3952875" cy="3054350"/>
            <a:chOff x="6" y="2159"/>
            <a:chExt cx="2490" cy="1924"/>
          </a:xfrm>
        </p:grpSpPr>
        <p:sp>
          <p:nvSpPr>
            <p:cNvPr id="119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9644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7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8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9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0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1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2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3" name="Text Box 17"/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9654" name="Text Box 18"/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33" name="Text Box 19"/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9656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9670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9671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9657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  <a:endParaRPr lang="en-US" altLang="zh-CN" sz="2400"/>
            </a:p>
          </p:txBody>
        </p:sp>
        <p:sp>
          <p:nvSpPr>
            <p:cNvPr id="69658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9659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9660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  <a:endParaRPr lang="en-US" altLang="zh-CN" sz="2400"/>
            </a:p>
          </p:txBody>
        </p:sp>
        <p:sp>
          <p:nvSpPr>
            <p:cNvPr id="69661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9662" name="Rectangle 28"/>
            <p:cNvSpPr>
              <a:spLocks noChangeArrowheads="1"/>
            </p:cNvSpPr>
            <p:nvPr/>
          </p:nvSpPr>
          <p:spPr bwMode="auto">
            <a:xfrm>
              <a:off x="672" y="2900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69663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9664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9665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69666" name="Rectangle 32"/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9667" name="Rectangle 33"/>
            <p:cNvSpPr>
              <a:spLocks noChangeArrowheads="1"/>
            </p:cNvSpPr>
            <p:nvPr/>
          </p:nvSpPr>
          <p:spPr bwMode="auto">
            <a:xfrm>
              <a:off x="1680" y="3396"/>
              <a:ext cx="2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9668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7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55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5364163" y="4060825"/>
            <a:ext cx="1916112" cy="5667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  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414963" y="4976813"/>
            <a:ext cx="258127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10AA710-0DA3-4C82-97C4-E6099CB1E170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63550" y="1270000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5650" y="1971675"/>
            <a:ext cx="2865438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2771775" y="5360988"/>
            <a:ext cx="2347913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原理图略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431925" y="3376613"/>
            <a:ext cx="120173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49388" y="4056063"/>
            <a:ext cx="1201737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44800" y="3429000"/>
            <a:ext cx="12033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844800" y="4056063"/>
            <a:ext cx="1203325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52950" y="3370263"/>
            <a:ext cx="1916113" cy="566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       —</a:t>
            </a:r>
            <a:endParaRPr lang="en-US" altLang="zh-CN" sz="2400" dirty="0"/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52950" y="4164013"/>
            <a:ext cx="25812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1" grpId="0"/>
      <p:bldP spid="22" grpId="0"/>
      <p:bldP spid="23" grpId="0"/>
      <p:bldP spid="24" grpId="0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 bwMode="auto">
          <a:xfrm>
            <a:off x="781050" y="4176713"/>
            <a:ext cx="863600" cy="1154112"/>
            <a:chOff x="1306513" y="2936875"/>
            <a:chExt cx="863600" cy="1153395"/>
          </a:xfrm>
        </p:grpSpPr>
        <p:sp>
          <p:nvSpPr>
            <p:cNvPr id="71852" name="Line 3"/>
            <p:cNvSpPr>
              <a:spLocks noChangeShapeType="1"/>
            </p:cNvSpPr>
            <p:nvPr/>
          </p:nvSpPr>
          <p:spPr bwMode="auto">
            <a:xfrm flipV="1">
              <a:off x="1306513" y="3225800"/>
              <a:ext cx="43180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3" name="Line 5"/>
            <p:cNvSpPr>
              <a:spLocks noChangeShapeType="1"/>
            </p:cNvSpPr>
            <p:nvPr/>
          </p:nvSpPr>
          <p:spPr bwMode="auto">
            <a:xfrm>
              <a:off x="1735931" y="2936875"/>
              <a:ext cx="0" cy="288925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4" name="Line 6"/>
            <p:cNvSpPr>
              <a:spLocks noChangeShapeType="1"/>
            </p:cNvSpPr>
            <p:nvPr/>
          </p:nvSpPr>
          <p:spPr bwMode="auto">
            <a:xfrm>
              <a:off x="1735931" y="2936875"/>
              <a:ext cx="433387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5" name="Line 61"/>
            <p:cNvSpPr>
              <a:spLocks noChangeShapeType="1"/>
            </p:cNvSpPr>
            <p:nvPr/>
          </p:nvSpPr>
          <p:spPr bwMode="auto">
            <a:xfrm>
              <a:off x="1306513" y="3659188"/>
              <a:ext cx="86360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6" name="Line 68"/>
            <p:cNvSpPr>
              <a:spLocks noChangeShapeType="1"/>
            </p:cNvSpPr>
            <p:nvPr/>
          </p:nvSpPr>
          <p:spPr bwMode="auto">
            <a:xfrm flipV="1">
              <a:off x="1420149" y="4090268"/>
              <a:ext cx="745207" cy="2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158750" y="4033838"/>
            <a:ext cx="792163" cy="1322387"/>
            <a:chOff x="159354" y="4034439"/>
            <a:chExt cx="792162" cy="1322388"/>
          </a:xfrm>
        </p:grpSpPr>
        <p:sp>
          <p:nvSpPr>
            <p:cNvPr id="71849" name="Text Box 84"/>
            <p:cNvSpPr txBox="1">
              <a:spLocks noChangeArrowheads="1"/>
            </p:cNvSpPr>
            <p:nvPr/>
          </p:nvSpPr>
          <p:spPr bwMode="auto">
            <a:xfrm>
              <a:off x="159354" y="4034439"/>
              <a:ext cx="7921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Georgia" panose="02040502050405020303" pitchFamily="18" charset="0"/>
                </a:rPr>
                <a:t>Q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0</a:t>
              </a:r>
              <a:endParaRPr lang="en-US" altLang="zh-CN" sz="2400" b="1" baseline="-25000">
                <a:latin typeface="Georgia" panose="02040502050405020303" pitchFamily="18" charset="0"/>
              </a:endParaRPr>
            </a:p>
          </p:txBody>
        </p:sp>
        <p:sp>
          <p:nvSpPr>
            <p:cNvPr id="71850" name="Text Box 85"/>
            <p:cNvSpPr txBox="1">
              <a:spLocks noChangeArrowheads="1"/>
            </p:cNvSpPr>
            <p:nvPr/>
          </p:nvSpPr>
          <p:spPr bwMode="auto">
            <a:xfrm>
              <a:off x="159354" y="4466239"/>
              <a:ext cx="7921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Georgia" panose="02040502050405020303" pitchFamily="18" charset="0"/>
                </a:rPr>
                <a:t>Q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1</a:t>
              </a:r>
              <a:endParaRPr lang="en-US" altLang="zh-CN" sz="2400" b="1" baseline="-25000">
                <a:latin typeface="Georgia" panose="02040502050405020303" pitchFamily="18" charset="0"/>
              </a:endParaRPr>
            </a:p>
          </p:txBody>
        </p:sp>
        <p:sp>
          <p:nvSpPr>
            <p:cNvPr id="71851" name="Text Box 86"/>
            <p:cNvSpPr txBox="1">
              <a:spLocks noChangeArrowheads="1"/>
            </p:cNvSpPr>
            <p:nvPr/>
          </p:nvSpPr>
          <p:spPr bwMode="auto">
            <a:xfrm>
              <a:off x="159354" y="4899627"/>
              <a:ext cx="7921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Georgia" panose="02040502050405020303" pitchFamily="18" charset="0"/>
                </a:rPr>
                <a:t>Q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2</a:t>
              </a:r>
              <a:endParaRPr lang="en-US" altLang="zh-CN" sz="2400" b="1" baseline="-25000">
                <a:latin typeface="Georgia" panose="02040502050405020303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 bwMode="auto">
          <a:xfrm>
            <a:off x="841375" y="3673475"/>
            <a:ext cx="5543550" cy="288925"/>
            <a:chOff x="1366838" y="2433638"/>
            <a:chExt cx="5543550" cy="288925"/>
          </a:xfrm>
        </p:grpSpPr>
        <p:grpSp>
          <p:nvGrpSpPr>
            <p:cNvPr id="71788" name="Group 89"/>
            <p:cNvGrpSpPr/>
            <p:nvPr/>
          </p:nvGrpSpPr>
          <p:grpSpPr bwMode="auto">
            <a:xfrm>
              <a:off x="1727200" y="2433638"/>
              <a:ext cx="431800" cy="288925"/>
              <a:chOff x="657" y="1570"/>
              <a:chExt cx="545" cy="182"/>
            </a:xfrm>
          </p:grpSpPr>
          <p:sp>
            <p:nvSpPr>
              <p:cNvPr id="71845" name="Line 9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6" name="Line 9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7" name="Line 9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8" name="Line 9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89" name="Group 94"/>
            <p:cNvGrpSpPr/>
            <p:nvPr/>
          </p:nvGrpSpPr>
          <p:grpSpPr bwMode="auto">
            <a:xfrm>
              <a:off x="2159000" y="2433638"/>
              <a:ext cx="431800" cy="288925"/>
              <a:chOff x="657" y="1570"/>
              <a:chExt cx="545" cy="182"/>
            </a:xfrm>
          </p:grpSpPr>
          <p:sp>
            <p:nvSpPr>
              <p:cNvPr id="71841" name="Line 9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2" name="Line 9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3" name="Line 9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4" name="Line 9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0" name="Group 99"/>
            <p:cNvGrpSpPr/>
            <p:nvPr/>
          </p:nvGrpSpPr>
          <p:grpSpPr bwMode="auto">
            <a:xfrm>
              <a:off x="2592388" y="2433638"/>
              <a:ext cx="431800" cy="288925"/>
              <a:chOff x="657" y="1570"/>
              <a:chExt cx="545" cy="182"/>
            </a:xfrm>
          </p:grpSpPr>
          <p:sp>
            <p:nvSpPr>
              <p:cNvPr id="71837" name="Line 10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8" name="Line 10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9" name="Line 10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0" name="Line 10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1" name="Group 104"/>
            <p:cNvGrpSpPr/>
            <p:nvPr/>
          </p:nvGrpSpPr>
          <p:grpSpPr bwMode="auto">
            <a:xfrm>
              <a:off x="3024188" y="2433638"/>
              <a:ext cx="431800" cy="288925"/>
              <a:chOff x="657" y="1570"/>
              <a:chExt cx="545" cy="182"/>
            </a:xfrm>
          </p:grpSpPr>
          <p:sp>
            <p:nvSpPr>
              <p:cNvPr id="71833" name="Line 10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4" name="Line 10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5" name="Line 10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6" name="Line 10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2" name="Group 109"/>
            <p:cNvGrpSpPr/>
            <p:nvPr/>
          </p:nvGrpSpPr>
          <p:grpSpPr bwMode="auto">
            <a:xfrm>
              <a:off x="3455988" y="2433638"/>
              <a:ext cx="431800" cy="288925"/>
              <a:chOff x="657" y="1570"/>
              <a:chExt cx="545" cy="182"/>
            </a:xfrm>
          </p:grpSpPr>
          <p:sp>
            <p:nvSpPr>
              <p:cNvPr id="71829" name="Line 11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0" name="Line 11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1" name="Line 11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2" name="Line 11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3" name="Group 114"/>
            <p:cNvGrpSpPr/>
            <p:nvPr/>
          </p:nvGrpSpPr>
          <p:grpSpPr bwMode="auto">
            <a:xfrm>
              <a:off x="3887788" y="2433638"/>
              <a:ext cx="431800" cy="288925"/>
              <a:chOff x="657" y="1570"/>
              <a:chExt cx="545" cy="182"/>
            </a:xfrm>
          </p:grpSpPr>
          <p:sp>
            <p:nvSpPr>
              <p:cNvPr id="71825" name="Line 11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6" name="Line 11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7" name="Line 11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8" name="Line 11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4" name="Group 119"/>
            <p:cNvGrpSpPr/>
            <p:nvPr/>
          </p:nvGrpSpPr>
          <p:grpSpPr bwMode="auto">
            <a:xfrm>
              <a:off x="4321175" y="2433638"/>
              <a:ext cx="431800" cy="288925"/>
              <a:chOff x="657" y="1570"/>
              <a:chExt cx="545" cy="182"/>
            </a:xfrm>
          </p:grpSpPr>
          <p:sp>
            <p:nvSpPr>
              <p:cNvPr id="71821" name="Line 12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2" name="Line 12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3" name="Line 12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4" name="Line 12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5" name="Group 124"/>
            <p:cNvGrpSpPr/>
            <p:nvPr/>
          </p:nvGrpSpPr>
          <p:grpSpPr bwMode="auto">
            <a:xfrm>
              <a:off x="4752975" y="2433638"/>
              <a:ext cx="431800" cy="288925"/>
              <a:chOff x="657" y="1570"/>
              <a:chExt cx="545" cy="182"/>
            </a:xfrm>
          </p:grpSpPr>
          <p:sp>
            <p:nvSpPr>
              <p:cNvPr id="71817" name="Line 12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8" name="Line 12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9" name="Line 12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0" name="Line 12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6" name="Group 129"/>
            <p:cNvGrpSpPr/>
            <p:nvPr/>
          </p:nvGrpSpPr>
          <p:grpSpPr bwMode="auto">
            <a:xfrm>
              <a:off x="5181600" y="2433638"/>
              <a:ext cx="431800" cy="288925"/>
              <a:chOff x="657" y="1570"/>
              <a:chExt cx="545" cy="182"/>
            </a:xfrm>
          </p:grpSpPr>
          <p:sp>
            <p:nvSpPr>
              <p:cNvPr id="71813" name="Line 13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4" name="Line 13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5" name="Line 13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6" name="Line 13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7" name="Group 134"/>
            <p:cNvGrpSpPr/>
            <p:nvPr/>
          </p:nvGrpSpPr>
          <p:grpSpPr bwMode="auto">
            <a:xfrm>
              <a:off x="5613400" y="2433638"/>
              <a:ext cx="431800" cy="288925"/>
              <a:chOff x="657" y="1570"/>
              <a:chExt cx="545" cy="182"/>
            </a:xfrm>
          </p:grpSpPr>
          <p:sp>
            <p:nvSpPr>
              <p:cNvPr id="71809" name="Line 13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0" name="Line 13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1" name="Line 13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2" name="Line 13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8" name="Group 139"/>
            <p:cNvGrpSpPr/>
            <p:nvPr/>
          </p:nvGrpSpPr>
          <p:grpSpPr bwMode="auto">
            <a:xfrm>
              <a:off x="6046788" y="2433638"/>
              <a:ext cx="431800" cy="288925"/>
              <a:chOff x="657" y="1570"/>
              <a:chExt cx="545" cy="182"/>
            </a:xfrm>
          </p:grpSpPr>
          <p:sp>
            <p:nvSpPr>
              <p:cNvPr id="71805" name="Line 14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6" name="Line 14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7" name="Line 14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8" name="Line 14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9" name="Group 144"/>
            <p:cNvGrpSpPr/>
            <p:nvPr/>
          </p:nvGrpSpPr>
          <p:grpSpPr bwMode="auto">
            <a:xfrm>
              <a:off x="6478588" y="2433638"/>
              <a:ext cx="431800" cy="288925"/>
              <a:chOff x="657" y="1570"/>
              <a:chExt cx="545" cy="182"/>
            </a:xfrm>
          </p:grpSpPr>
          <p:sp>
            <p:nvSpPr>
              <p:cNvPr id="71801" name="Line 14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2" name="Line 14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3" name="Line 14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4" name="Line 14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800" name="Line 169"/>
            <p:cNvSpPr>
              <a:spLocks noChangeShapeType="1"/>
            </p:cNvSpPr>
            <p:nvPr/>
          </p:nvSpPr>
          <p:spPr bwMode="auto">
            <a:xfrm flipH="1">
              <a:off x="1366838" y="2722563"/>
              <a:ext cx="3603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12874" name="Rectangle 17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信号发生器波形图</a:t>
            </a:r>
            <a:endParaRPr lang="zh-CN" altLang="en-US" b="1" dirty="0"/>
          </a:p>
        </p:txBody>
      </p:sp>
      <p:sp>
        <p:nvSpPr>
          <p:cNvPr id="1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A9D01F9-C926-4176-BC6F-5B7121ABF7CE}" type="slidenum">
              <a:rPr lang="en-US" altLang="zh-CN" sz="1000" smtClean="0"/>
            </a:fld>
            <a:endParaRPr lang="en-US" altLang="zh-CN" sz="1000"/>
          </a:p>
        </p:txBody>
      </p:sp>
      <p:grpSp>
        <p:nvGrpSpPr>
          <p:cNvPr id="174" name="组合 68"/>
          <p:cNvGrpSpPr/>
          <p:nvPr/>
        </p:nvGrpSpPr>
        <p:grpSpPr bwMode="auto">
          <a:xfrm>
            <a:off x="4673600" y="1144588"/>
            <a:ext cx="4103688" cy="1439862"/>
            <a:chOff x="1565275" y="3946525"/>
            <a:chExt cx="6288088" cy="1973263"/>
          </a:xfrm>
        </p:grpSpPr>
        <p:grpSp>
          <p:nvGrpSpPr>
            <p:cNvPr id="71756" name="组合 25"/>
            <p:cNvGrpSpPr/>
            <p:nvPr/>
          </p:nvGrpSpPr>
          <p:grpSpPr bwMode="auto">
            <a:xfrm>
              <a:off x="2987675" y="3963988"/>
              <a:ext cx="720725" cy="719137"/>
              <a:chOff x="4067944" y="4221088"/>
              <a:chExt cx="720080" cy="720080"/>
            </a:xfrm>
          </p:grpSpPr>
          <p:sp>
            <p:nvSpPr>
              <p:cNvPr id="71786" name="椭圆 26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6" name="文本框 205"/>
              <p:cNvSpPr txBox="1"/>
              <p:nvPr/>
            </p:nvSpPr>
            <p:spPr>
              <a:xfrm>
                <a:off x="4139053" y="4382234"/>
                <a:ext cx="648904" cy="359443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101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57" name="组合 28"/>
            <p:cNvGrpSpPr/>
            <p:nvPr/>
          </p:nvGrpSpPr>
          <p:grpSpPr bwMode="auto">
            <a:xfrm>
              <a:off x="4356100" y="3946525"/>
              <a:ext cx="720725" cy="720725"/>
              <a:chOff x="4067944" y="4221088"/>
              <a:chExt cx="720080" cy="720080"/>
            </a:xfrm>
          </p:grpSpPr>
          <p:sp>
            <p:nvSpPr>
              <p:cNvPr id="71784" name="椭圆 29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4" name="文本框 203"/>
              <p:cNvSpPr txBox="1"/>
              <p:nvPr/>
            </p:nvSpPr>
            <p:spPr>
              <a:xfrm>
                <a:off x="4137710" y="4381938"/>
                <a:ext cx="651334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010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58" name="组合 31"/>
            <p:cNvGrpSpPr/>
            <p:nvPr/>
          </p:nvGrpSpPr>
          <p:grpSpPr bwMode="auto">
            <a:xfrm>
              <a:off x="5728309" y="3954517"/>
              <a:ext cx="720725" cy="720725"/>
              <a:chOff x="4082827" y="4229073"/>
              <a:chExt cx="720080" cy="720080"/>
            </a:xfrm>
          </p:grpSpPr>
          <p:sp>
            <p:nvSpPr>
              <p:cNvPr id="71782" name="椭圆 32"/>
              <p:cNvSpPr>
                <a:spLocks noChangeArrowheads="1"/>
              </p:cNvSpPr>
              <p:nvPr/>
            </p:nvSpPr>
            <p:spPr bwMode="auto">
              <a:xfrm>
                <a:off x="4082827" y="4229073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2" name="文本框 201"/>
              <p:cNvSpPr txBox="1"/>
              <p:nvPr/>
            </p:nvSpPr>
            <p:spPr>
              <a:xfrm>
                <a:off x="4137749" y="4381937"/>
                <a:ext cx="651334" cy="35865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100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59" name="组合 34"/>
            <p:cNvGrpSpPr/>
            <p:nvPr/>
          </p:nvGrpSpPr>
          <p:grpSpPr bwMode="auto">
            <a:xfrm>
              <a:off x="5713413" y="5168900"/>
              <a:ext cx="720725" cy="719138"/>
              <a:chOff x="4067944" y="4221088"/>
              <a:chExt cx="720080" cy="720080"/>
            </a:xfrm>
          </p:grpSpPr>
          <p:sp>
            <p:nvSpPr>
              <p:cNvPr id="71780" name="椭圆 35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0" name="文本框 199"/>
              <p:cNvSpPr txBox="1"/>
              <p:nvPr/>
            </p:nvSpPr>
            <p:spPr>
              <a:xfrm>
                <a:off x="4137748" y="4382602"/>
                <a:ext cx="651334" cy="35726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001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60" name="组合 37"/>
            <p:cNvGrpSpPr/>
            <p:nvPr/>
          </p:nvGrpSpPr>
          <p:grpSpPr bwMode="auto">
            <a:xfrm>
              <a:off x="4356100" y="5162550"/>
              <a:ext cx="720725" cy="720725"/>
              <a:chOff x="4067944" y="4221088"/>
              <a:chExt cx="720080" cy="720080"/>
            </a:xfrm>
          </p:grpSpPr>
          <p:sp>
            <p:nvSpPr>
              <p:cNvPr id="71778" name="椭圆 38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8" name="文本框 197"/>
              <p:cNvSpPr txBox="1"/>
              <p:nvPr/>
            </p:nvSpPr>
            <p:spPr>
              <a:xfrm>
                <a:off x="4137710" y="4382069"/>
                <a:ext cx="651334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011</a:t>
                </a:r>
                <a:endParaRPr lang="en-US" altLang="zh-CN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61" name="组合 40"/>
            <p:cNvGrpSpPr/>
            <p:nvPr/>
          </p:nvGrpSpPr>
          <p:grpSpPr bwMode="auto">
            <a:xfrm>
              <a:off x="2941638" y="5162550"/>
              <a:ext cx="720725" cy="720725"/>
              <a:chOff x="4067944" y="4221088"/>
              <a:chExt cx="720080" cy="720080"/>
            </a:xfrm>
          </p:grpSpPr>
          <p:sp>
            <p:nvSpPr>
              <p:cNvPr id="71776" name="椭圆 41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4138873" y="4382069"/>
                <a:ext cx="648903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71762" name="直接箭头连接符 43"/>
            <p:cNvCxnSpPr>
              <a:cxnSpLocks noChangeShapeType="1"/>
              <a:stCxn id="206" idx="3"/>
              <a:endCxn id="71784" idx="2"/>
            </p:cNvCxnSpPr>
            <p:nvPr/>
          </p:nvCxnSpPr>
          <p:spPr bwMode="auto">
            <a:xfrm>
              <a:off x="3708399" y="4303659"/>
              <a:ext cx="647700" cy="3229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3" name="直接箭头连接符 44"/>
            <p:cNvCxnSpPr>
              <a:cxnSpLocks noChangeShapeType="1"/>
            </p:cNvCxnSpPr>
            <p:nvPr/>
          </p:nvCxnSpPr>
          <p:spPr bwMode="auto">
            <a:xfrm flipV="1">
              <a:off x="5102225" y="4306888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4" name="直接箭头连接符 45"/>
            <p:cNvCxnSpPr>
              <a:cxnSpLocks noChangeShapeType="1"/>
              <a:stCxn id="71782" idx="4"/>
              <a:endCxn id="71780" idx="0"/>
            </p:cNvCxnSpPr>
            <p:nvPr/>
          </p:nvCxnSpPr>
          <p:spPr bwMode="auto">
            <a:xfrm flipH="1">
              <a:off x="6073776" y="4675242"/>
              <a:ext cx="14896" cy="49365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5" name="直接箭头连接符 46"/>
            <p:cNvCxnSpPr>
              <a:cxnSpLocks noChangeShapeType="1"/>
            </p:cNvCxnSpPr>
            <p:nvPr/>
          </p:nvCxnSpPr>
          <p:spPr bwMode="auto">
            <a:xfrm flipH="1" flipV="1">
              <a:off x="5048250" y="5513388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6" name="直接箭头连接符 47"/>
            <p:cNvCxnSpPr>
              <a:cxnSpLocks noChangeShapeType="1"/>
            </p:cNvCxnSpPr>
            <p:nvPr/>
          </p:nvCxnSpPr>
          <p:spPr bwMode="auto">
            <a:xfrm flipH="1" flipV="1">
              <a:off x="3676650" y="5522913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7" name="直接箭头连接符 48"/>
            <p:cNvCxnSpPr>
              <a:cxnSpLocks noChangeShapeType="1"/>
              <a:endCxn id="71786" idx="4"/>
            </p:cNvCxnSpPr>
            <p:nvPr/>
          </p:nvCxnSpPr>
          <p:spPr bwMode="auto">
            <a:xfrm flipV="1">
              <a:off x="3333750" y="4683125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1768" name="组合 49"/>
            <p:cNvGrpSpPr/>
            <p:nvPr/>
          </p:nvGrpSpPr>
          <p:grpSpPr bwMode="auto">
            <a:xfrm>
              <a:off x="7132638" y="5151438"/>
              <a:ext cx="720725" cy="720725"/>
              <a:chOff x="4067944" y="4221088"/>
              <a:chExt cx="720080" cy="720080"/>
            </a:xfrm>
          </p:grpSpPr>
          <p:sp>
            <p:nvSpPr>
              <p:cNvPr id="71774" name="椭圆 50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4" name="文本框 193"/>
              <p:cNvSpPr txBox="1"/>
              <p:nvPr/>
            </p:nvSpPr>
            <p:spPr>
              <a:xfrm>
                <a:off x="4139120" y="4382303"/>
                <a:ext cx="648904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000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71769" name="直接箭头连接符 52"/>
            <p:cNvCxnSpPr>
              <a:cxnSpLocks noChangeShapeType="1"/>
            </p:cNvCxnSpPr>
            <p:nvPr/>
          </p:nvCxnSpPr>
          <p:spPr bwMode="auto">
            <a:xfrm flipH="1" flipV="1">
              <a:off x="6403975" y="5500688"/>
              <a:ext cx="723900" cy="1111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1770" name="组合 54"/>
            <p:cNvGrpSpPr/>
            <p:nvPr/>
          </p:nvGrpSpPr>
          <p:grpSpPr bwMode="auto">
            <a:xfrm>
              <a:off x="1565275" y="5199063"/>
              <a:ext cx="719138" cy="720725"/>
              <a:chOff x="4067944" y="4221088"/>
              <a:chExt cx="720080" cy="720080"/>
            </a:xfrm>
          </p:grpSpPr>
          <p:sp>
            <p:nvSpPr>
              <p:cNvPr id="71772" name="椭圆 55"/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2" name="文本框 191"/>
              <p:cNvSpPr txBox="1"/>
              <p:nvPr/>
            </p:nvSpPr>
            <p:spPr>
              <a:xfrm>
                <a:off x="4138580" y="4382542"/>
                <a:ext cx="650335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111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71771" name="直接箭头连接符 57"/>
            <p:cNvCxnSpPr>
              <a:cxnSpLocks noChangeShapeType="1"/>
            </p:cNvCxnSpPr>
            <p:nvPr/>
          </p:nvCxnSpPr>
          <p:spPr bwMode="auto">
            <a:xfrm>
              <a:off x="2284413" y="5522913"/>
              <a:ext cx="647700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 bwMode="auto">
          <a:xfrm>
            <a:off x="1166813" y="3148013"/>
            <a:ext cx="4767262" cy="2700337"/>
            <a:chOff x="1703567" y="2031481"/>
            <a:chExt cx="4779163" cy="2683395"/>
          </a:xfrm>
        </p:grpSpPr>
        <p:sp>
          <p:nvSpPr>
            <p:cNvPr id="71744" name="Line 12"/>
            <p:cNvSpPr>
              <a:spLocks noChangeShapeType="1"/>
            </p:cNvSpPr>
            <p:nvPr/>
          </p:nvSpPr>
          <p:spPr bwMode="auto">
            <a:xfrm flipH="1">
              <a:off x="1703567" y="2148284"/>
              <a:ext cx="38487" cy="2566592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5" name="Line 12"/>
            <p:cNvSpPr>
              <a:spLocks noChangeShapeType="1"/>
            </p:cNvSpPr>
            <p:nvPr/>
          </p:nvSpPr>
          <p:spPr bwMode="auto">
            <a:xfrm flipH="1">
              <a:off x="2124075" y="2148283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6" name="Line 12"/>
            <p:cNvSpPr>
              <a:spLocks noChangeShapeType="1"/>
            </p:cNvSpPr>
            <p:nvPr/>
          </p:nvSpPr>
          <p:spPr bwMode="auto">
            <a:xfrm flipH="1">
              <a:off x="2577929" y="2124999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7" name="Line 12"/>
            <p:cNvSpPr>
              <a:spLocks noChangeShapeType="1"/>
            </p:cNvSpPr>
            <p:nvPr/>
          </p:nvSpPr>
          <p:spPr bwMode="auto">
            <a:xfrm flipH="1">
              <a:off x="2992686" y="2122815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8" name="Line 12"/>
            <p:cNvSpPr>
              <a:spLocks noChangeShapeType="1"/>
            </p:cNvSpPr>
            <p:nvPr/>
          </p:nvSpPr>
          <p:spPr bwMode="auto">
            <a:xfrm flipH="1">
              <a:off x="3434546" y="2086967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9" name="Line 12"/>
            <p:cNvSpPr>
              <a:spLocks noChangeShapeType="1"/>
            </p:cNvSpPr>
            <p:nvPr/>
          </p:nvSpPr>
          <p:spPr bwMode="auto">
            <a:xfrm flipH="1">
              <a:off x="3853484" y="2086967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0" name="Line 12"/>
            <p:cNvSpPr>
              <a:spLocks noChangeShapeType="1"/>
            </p:cNvSpPr>
            <p:nvPr/>
          </p:nvSpPr>
          <p:spPr bwMode="auto">
            <a:xfrm flipH="1">
              <a:off x="4291369" y="2092798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1" name="Line 12"/>
            <p:cNvSpPr>
              <a:spLocks noChangeShapeType="1"/>
            </p:cNvSpPr>
            <p:nvPr/>
          </p:nvSpPr>
          <p:spPr bwMode="auto">
            <a:xfrm flipH="1">
              <a:off x="4729735" y="2076847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2" name="Line 12"/>
            <p:cNvSpPr>
              <a:spLocks noChangeShapeType="1"/>
            </p:cNvSpPr>
            <p:nvPr/>
          </p:nvSpPr>
          <p:spPr bwMode="auto">
            <a:xfrm flipH="1">
              <a:off x="5165731" y="2069513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3" name="Line 12"/>
            <p:cNvSpPr>
              <a:spLocks noChangeShapeType="1"/>
            </p:cNvSpPr>
            <p:nvPr/>
          </p:nvSpPr>
          <p:spPr bwMode="auto">
            <a:xfrm flipH="1">
              <a:off x="5586337" y="2094894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4" name="Line 12"/>
            <p:cNvSpPr>
              <a:spLocks noChangeShapeType="1"/>
            </p:cNvSpPr>
            <p:nvPr/>
          </p:nvSpPr>
          <p:spPr bwMode="auto">
            <a:xfrm flipH="1">
              <a:off x="6022348" y="2031481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5" name="Line 12"/>
            <p:cNvSpPr>
              <a:spLocks noChangeShapeType="1"/>
            </p:cNvSpPr>
            <p:nvPr/>
          </p:nvSpPr>
          <p:spPr bwMode="auto">
            <a:xfrm flipH="1">
              <a:off x="6449844" y="2031482"/>
              <a:ext cx="32886" cy="2621654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1635125" y="4121150"/>
            <a:ext cx="4759325" cy="1208088"/>
            <a:chOff x="2159396" y="2881389"/>
            <a:chExt cx="4760694" cy="1208010"/>
          </a:xfrm>
        </p:grpSpPr>
        <p:sp>
          <p:nvSpPr>
            <p:cNvPr id="71692" name="Line 8"/>
            <p:cNvSpPr>
              <a:spLocks noChangeShapeType="1"/>
            </p:cNvSpPr>
            <p:nvPr/>
          </p:nvSpPr>
          <p:spPr bwMode="auto">
            <a:xfrm>
              <a:off x="2169318" y="2936875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3" name="Line 10"/>
            <p:cNvSpPr>
              <a:spLocks noChangeShapeType="1"/>
            </p:cNvSpPr>
            <p:nvPr/>
          </p:nvSpPr>
          <p:spPr bwMode="auto">
            <a:xfrm>
              <a:off x="2601913" y="2936875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4" name="Line 11"/>
            <p:cNvSpPr>
              <a:spLocks noChangeShapeType="1"/>
            </p:cNvSpPr>
            <p:nvPr/>
          </p:nvSpPr>
          <p:spPr bwMode="auto">
            <a:xfrm>
              <a:off x="2611109" y="3225800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13"/>
            <p:cNvSpPr>
              <a:spLocks noChangeShapeType="1"/>
            </p:cNvSpPr>
            <p:nvPr/>
          </p:nvSpPr>
          <p:spPr bwMode="auto">
            <a:xfrm>
              <a:off x="3024584" y="2936875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15"/>
            <p:cNvSpPr>
              <a:spLocks noChangeShapeType="1"/>
            </p:cNvSpPr>
            <p:nvPr/>
          </p:nvSpPr>
          <p:spPr bwMode="auto">
            <a:xfrm>
              <a:off x="3416402" y="380047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16"/>
            <p:cNvSpPr>
              <a:spLocks noChangeShapeType="1"/>
            </p:cNvSpPr>
            <p:nvPr/>
          </p:nvSpPr>
          <p:spPr bwMode="auto">
            <a:xfrm>
              <a:off x="3475960" y="3229379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Line 17"/>
            <p:cNvSpPr>
              <a:spLocks noChangeShapeType="1"/>
            </p:cNvSpPr>
            <p:nvPr/>
          </p:nvSpPr>
          <p:spPr bwMode="auto">
            <a:xfrm>
              <a:off x="3458510" y="2939646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Line 18"/>
            <p:cNvSpPr>
              <a:spLocks noChangeShapeType="1"/>
            </p:cNvSpPr>
            <p:nvPr/>
          </p:nvSpPr>
          <p:spPr bwMode="auto">
            <a:xfrm>
              <a:off x="3900488" y="3225800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45"/>
            <p:cNvSpPr>
              <a:spLocks noChangeShapeType="1"/>
            </p:cNvSpPr>
            <p:nvPr/>
          </p:nvSpPr>
          <p:spPr bwMode="auto">
            <a:xfrm>
              <a:off x="2168525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46"/>
            <p:cNvSpPr>
              <a:spLocks noChangeShapeType="1"/>
            </p:cNvSpPr>
            <p:nvPr/>
          </p:nvSpPr>
          <p:spPr bwMode="auto">
            <a:xfrm>
              <a:off x="2168525" y="3370263"/>
              <a:ext cx="865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Line 47"/>
            <p:cNvSpPr>
              <a:spLocks noChangeShapeType="1"/>
            </p:cNvSpPr>
            <p:nvPr/>
          </p:nvSpPr>
          <p:spPr bwMode="auto">
            <a:xfrm>
              <a:off x="3033713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Line 48"/>
            <p:cNvSpPr>
              <a:spLocks noChangeShapeType="1"/>
            </p:cNvSpPr>
            <p:nvPr/>
          </p:nvSpPr>
          <p:spPr bwMode="auto">
            <a:xfrm flipV="1">
              <a:off x="3033713" y="3656009"/>
              <a:ext cx="436731" cy="31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Line 50"/>
            <p:cNvSpPr>
              <a:spLocks noChangeShapeType="1"/>
            </p:cNvSpPr>
            <p:nvPr/>
          </p:nvSpPr>
          <p:spPr bwMode="auto">
            <a:xfrm>
              <a:off x="3455988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5" name="Line 65"/>
            <p:cNvSpPr>
              <a:spLocks noChangeShapeType="1"/>
            </p:cNvSpPr>
            <p:nvPr/>
          </p:nvSpPr>
          <p:spPr bwMode="auto">
            <a:xfrm>
              <a:off x="2601118" y="3800474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6" name="Line 66"/>
            <p:cNvSpPr>
              <a:spLocks noChangeShapeType="1"/>
            </p:cNvSpPr>
            <p:nvPr/>
          </p:nvSpPr>
          <p:spPr bwMode="auto">
            <a:xfrm flipV="1">
              <a:off x="3031331" y="3800473"/>
              <a:ext cx="38507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7" name="Line 11"/>
            <p:cNvSpPr>
              <a:spLocks noChangeShapeType="1"/>
            </p:cNvSpPr>
            <p:nvPr/>
          </p:nvSpPr>
          <p:spPr bwMode="auto">
            <a:xfrm>
              <a:off x="2601118" y="3800474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8" name="Line 16"/>
            <p:cNvSpPr>
              <a:spLocks noChangeShapeType="1"/>
            </p:cNvSpPr>
            <p:nvPr/>
          </p:nvSpPr>
          <p:spPr bwMode="auto">
            <a:xfrm>
              <a:off x="3416402" y="4089398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9" name="Line 16"/>
            <p:cNvSpPr>
              <a:spLocks noChangeShapeType="1"/>
            </p:cNvSpPr>
            <p:nvPr/>
          </p:nvSpPr>
          <p:spPr bwMode="auto">
            <a:xfrm>
              <a:off x="3467100" y="3370263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0" name="Line 18"/>
            <p:cNvSpPr>
              <a:spLocks noChangeShapeType="1"/>
            </p:cNvSpPr>
            <p:nvPr/>
          </p:nvSpPr>
          <p:spPr bwMode="auto">
            <a:xfrm>
              <a:off x="3871119" y="378875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1" name="Line 18"/>
            <p:cNvSpPr>
              <a:spLocks noChangeShapeType="1"/>
            </p:cNvSpPr>
            <p:nvPr/>
          </p:nvSpPr>
          <p:spPr bwMode="auto">
            <a:xfrm>
              <a:off x="3881749" y="365600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2" name="Line 15"/>
            <p:cNvSpPr>
              <a:spLocks noChangeShapeType="1"/>
            </p:cNvSpPr>
            <p:nvPr/>
          </p:nvSpPr>
          <p:spPr bwMode="auto">
            <a:xfrm>
              <a:off x="3881749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15"/>
            <p:cNvSpPr>
              <a:spLocks noChangeShapeType="1"/>
            </p:cNvSpPr>
            <p:nvPr/>
          </p:nvSpPr>
          <p:spPr bwMode="auto">
            <a:xfrm>
              <a:off x="3863600" y="3783162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Line 5"/>
            <p:cNvSpPr>
              <a:spLocks noChangeShapeType="1"/>
            </p:cNvSpPr>
            <p:nvPr/>
          </p:nvSpPr>
          <p:spPr bwMode="auto">
            <a:xfrm>
              <a:off x="4319588" y="2911475"/>
              <a:ext cx="4605" cy="296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5" name="Line 6"/>
            <p:cNvSpPr>
              <a:spLocks noChangeShapeType="1"/>
            </p:cNvSpPr>
            <p:nvPr/>
          </p:nvSpPr>
          <p:spPr bwMode="auto">
            <a:xfrm>
              <a:off x="4313549" y="2896101"/>
              <a:ext cx="452482" cy="19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6" name="Line 8"/>
            <p:cNvSpPr>
              <a:spLocks noChangeShapeType="1"/>
            </p:cNvSpPr>
            <p:nvPr/>
          </p:nvSpPr>
          <p:spPr bwMode="auto">
            <a:xfrm>
              <a:off x="4766031" y="2896101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Line 10"/>
            <p:cNvSpPr>
              <a:spLocks noChangeShapeType="1"/>
            </p:cNvSpPr>
            <p:nvPr/>
          </p:nvSpPr>
          <p:spPr bwMode="auto">
            <a:xfrm>
              <a:off x="5188920" y="2896101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8" name="Line 11"/>
            <p:cNvSpPr>
              <a:spLocks noChangeShapeType="1"/>
            </p:cNvSpPr>
            <p:nvPr/>
          </p:nvSpPr>
          <p:spPr bwMode="auto">
            <a:xfrm>
              <a:off x="5198911" y="3170314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9" name="Line 13"/>
            <p:cNvSpPr>
              <a:spLocks noChangeShapeType="1"/>
            </p:cNvSpPr>
            <p:nvPr/>
          </p:nvSpPr>
          <p:spPr bwMode="auto">
            <a:xfrm>
              <a:off x="5611990" y="288138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0" name="Line 15"/>
            <p:cNvSpPr>
              <a:spLocks noChangeShapeType="1"/>
            </p:cNvSpPr>
            <p:nvPr/>
          </p:nvSpPr>
          <p:spPr bwMode="auto">
            <a:xfrm>
              <a:off x="5999257" y="3783161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1" name="Line 16"/>
            <p:cNvSpPr>
              <a:spLocks noChangeShapeType="1"/>
            </p:cNvSpPr>
            <p:nvPr/>
          </p:nvSpPr>
          <p:spPr bwMode="auto">
            <a:xfrm>
              <a:off x="6063762" y="3173893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2" name="Line 17"/>
            <p:cNvSpPr>
              <a:spLocks noChangeShapeType="1"/>
            </p:cNvSpPr>
            <p:nvPr/>
          </p:nvSpPr>
          <p:spPr bwMode="auto">
            <a:xfrm>
              <a:off x="6054902" y="2881389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3" name="Line 18"/>
            <p:cNvSpPr>
              <a:spLocks noChangeShapeType="1"/>
            </p:cNvSpPr>
            <p:nvPr/>
          </p:nvSpPr>
          <p:spPr bwMode="auto">
            <a:xfrm>
              <a:off x="6488290" y="3170314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4" name="Line 45"/>
            <p:cNvSpPr>
              <a:spLocks noChangeShapeType="1"/>
            </p:cNvSpPr>
            <p:nvPr/>
          </p:nvSpPr>
          <p:spPr bwMode="auto">
            <a:xfrm>
              <a:off x="4736621" y="3314776"/>
              <a:ext cx="793" cy="3412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5" name="Line 46"/>
            <p:cNvSpPr>
              <a:spLocks noChangeShapeType="1"/>
            </p:cNvSpPr>
            <p:nvPr/>
          </p:nvSpPr>
          <p:spPr bwMode="auto">
            <a:xfrm>
              <a:off x="4756327" y="3314777"/>
              <a:ext cx="865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6" name="Line 47"/>
            <p:cNvSpPr>
              <a:spLocks noChangeShapeType="1"/>
            </p:cNvSpPr>
            <p:nvPr/>
          </p:nvSpPr>
          <p:spPr bwMode="auto">
            <a:xfrm>
              <a:off x="5621515" y="331477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7" name="Line 48"/>
            <p:cNvSpPr>
              <a:spLocks noChangeShapeType="1"/>
            </p:cNvSpPr>
            <p:nvPr/>
          </p:nvSpPr>
          <p:spPr bwMode="auto">
            <a:xfrm flipV="1">
              <a:off x="5621515" y="3600523"/>
              <a:ext cx="436731" cy="31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8" name="Line 50"/>
            <p:cNvSpPr>
              <a:spLocks noChangeShapeType="1"/>
            </p:cNvSpPr>
            <p:nvPr/>
          </p:nvSpPr>
          <p:spPr bwMode="auto">
            <a:xfrm>
              <a:off x="6043790" y="331477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9" name="Line 65"/>
            <p:cNvSpPr>
              <a:spLocks noChangeShapeType="1"/>
            </p:cNvSpPr>
            <p:nvPr/>
          </p:nvSpPr>
          <p:spPr bwMode="auto">
            <a:xfrm>
              <a:off x="5173288" y="3789882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0" name="Line 66"/>
            <p:cNvSpPr>
              <a:spLocks noChangeShapeType="1"/>
            </p:cNvSpPr>
            <p:nvPr/>
          </p:nvSpPr>
          <p:spPr bwMode="auto">
            <a:xfrm flipV="1">
              <a:off x="5603893" y="3789882"/>
              <a:ext cx="38507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1" name="Line 11"/>
            <p:cNvSpPr>
              <a:spLocks noChangeShapeType="1"/>
            </p:cNvSpPr>
            <p:nvPr/>
          </p:nvSpPr>
          <p:spPr bwMode="auto">
            <a:xfrm>
              <a:off x="5173288" y="3793412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2" name="Line 16"/>
            <p:cNvSpPr>
              <a:spLocks noChangeShapeType="1"/>
            </p:cNvSpPr>
            <p:nvPr/>
          </p:nvSpPr>
          <p:spPr bwMode="auto">
            <a:xfrm>
              <a:off x="5997992" y="4054695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3" name="Line 16"/>
            <p:cNvSpPr>
              <a:spLocks noChangeShapeType="1"/>
            </p:cNvSpPr>
            <p:nvPr/>
          </p:nvSpPr>
          <p:spPr bwMode="auto">
            <a:xfrm>
              <a:off x="6054902" y="3314777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4" name="Line 18"/>
            <p:cNvSpPr>
              <a:spLocks noChangeShapeType="1"/>
            </p:cNvSpPr>
            <p:nvPr/>
          </p:nvSpPr>
          <p:spPr bwMode="auto">
            <a:xfrm>
              <a:off x="6414440" y="3783808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5" name="Line 18"/>
            <p:cNvSpPr>
              <a:spLocks noChangeShapeType="1"/>
            </p:cNvSpPr>
            <p:nvPr/>
          </p:nvSpPr>
          <p:spPr bwMode="auto">
            <a:xfrm>
              <a:off x="6469551" y="3600523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6" name="Line 15"/>
            <p:cNvSpPr>
              <a:spLocks noChangeShapeType="1"/>
            </p:cNvSpPr>
            <p:nvPr/>
          </p:nvSpPr>
          <p:spPr bwMode="auto">
            <a:xfrm>
              <a:off x="6469551" y="331477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7" name="Line 15"/>
            <p:cNvSpPr>
              <a:spLocks noChangeShapeType="1"/>
            </p:cNvSpPr>
            <p:nvPr/>
          </p:nvSpPr>
          <p:spPr bwMode="auto">
            <a:xfrm>
              <a:off x="6414440" y="3783160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8" name="Line 18"/>
            <p:cNvSpPr>
              <a:spLocks noChangeShapeType="1"/>
            </p:cNvSpPr>
            <p:nvPr/>
          </p:nvSpPr>
          <p:spPr bwMode="auto">
            <a:xfrm>
              <a:off x="4285514" y="4075924"/>
              <a:ext cx="8664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9" name="Line 18"/>
            <p:cNvSpPr>
              <a:spLocks noChangeShapeType="1"/>
            </p:cNvSpPr>
            <p:nvPr/>
          </p:nvSpPr>
          <p:spPr bwMode="auto">
            <a:xfrm>
              <a:off x="4286961" y="365600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0" name="Line 15"/>
            <p:cNvSpPr>
              <a:spLocks noChangeShapeType="1"/>
            </p:cNvSpPr>
            <p:nvPr/>
          </p:nvSpPr>
          <p:spPr bwMode="auto">
            <a:xfrm>
              <a:off x="4291779" y="3783162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1" name="Line 15"/>
            <p:cNvSpPr>
              <a:spLocks noChangeShapeType="1"/>
            </p:cNvSpPr>
            <p:nvPr/>
          </p:nvSpPr>
          <p:spPr bwMode="auto">
            <a:xfrm>
              <a:off x="5622871" y="2881389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2" name="Line 17"/>
            <p:cNvSpPr>
              <a:spLocks noChangeShapeType="1"/>
            </p:cNvSpPr>
            <p:nvPr/>
          </p:nvSpPr>
          <p:spPr bwMode="auto">
            <a:xfrm>
              <a:off x="3024188" y="2936875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3" name="Line 3"/>
            <p:cNvSpPr>
              <a:spLocks noChangeShapeType="1"/>
            </p:cNvSpPr>
            <p:nvPr/>
          </p:nvSpPr>
          <p:spPr bwMode="auto">
            <a:xfrm flipV="1">
              <a:off x="2159396" y="4086256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5" name="矩形 264"/>
          <p:cNvSpPr/>
          <p:nvPr/>
        </p:nvSpPr>
        <p:spPr>
          <a:xfrm>
            <a:off x="6402388" y="2987675"/>
            <a:ext cx="2533650" cy="1568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取均可。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取脉冲进入工作循环快一些。</a:t>
            </a:r>
            <a:endParaRPr lang="zh-CN" altLang="en-US" sz="2400" dirty="0"/>
          </a:p>
        </p:txBody>
      </p:sp>
      <p:sp>
        <p:nvSpPr>
          <p:cNvPr id="266" name="矩形 265"/>
          <p:cNvSpPr/>
          <p:nvPr/>
        </p:nvSpPr>
        <p:spPr>
          <a:xfrm>
            <a:off x="6530975" y="4811713"/>
            <a:ext cx="224313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在时钟的上升沿之后才产生！</a:t>
            </a:r>
            <a:endParaRPr lang="zh-CN" altLang="en-US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" grpId="0"/>
      <p:bldP spid="26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57C635C-C875-47D6-9F76-1D2D43FCCCC7}" type="slidenum">
              <a:rPr lang="en-US" altLang="zh-CN" sz="1000" smtClean="0">
                <a:latin typeface="Times New Roman" panose="02020603050405020304" pitchFamily="18" charset="0"/>
              </a:rPr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  <a:endParaRPr lang="zh-CN" altLang="en-US"/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zh-CN" altLang="en-US" dirty="0"/>
              <a:t>问题：由于计数器一直不停的计数，如何将计数器的当前结果记录下来？（类似于钟表在不停地走动，如何记录当前的时间？）</a:t>
            </a:r>
            <a:endParaRPr lang="zh-CN" altLang="en-US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1979613" y="3657600"/>
            <a:ext cx="5967412" cy="2897188"/>
            <a:chOff x="612" y="1344"/>
            <a:chExt cx="4491" cy="2257"/>
          </a:xfrm>
        </p:grpSpPr>
        <p:grpSp>
          <p:nvGrpSpPr>
            <p:cNvPr id="73737" name="Group 5"/>
            <p:cNvGrpSpPr/>
            <p:nvPr/>
          </p:nvGrpSpPr>
          <p:grpSpPr bwMode="auto">
            <a:xfrm>
              <a:off x="1202" y="2192"/>
              <a:ext cx="771" cy="502"/>
              <a:chOff x="1202" y="1885"/>
              <a:chExt cx="771" cy="502"/>
            </a:xfrm>
          </p:grpSpPr>
          <p:sp>
            <p:nvSpPr>
              <p:cNvPr id="73784" name="Rectangle 6"/>
              <p:cNvSpPr>
                <a:spLocks noChangeArrowheads="1"/>
              </p:cNvSpPr>
              <p:nvPr/>
            </p:nvSpPr>
            <p:spPr bwMode="auto">
              <a:xfrm>
                <a:off x="1202" y="1888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aphicFrame>
            <p:nvGraphicFramePr>
              <p:cNvPr id="73785" name="Object 7"/>
              <p:cNvGraphicFramePr>
                <a:graphicFrameLocks noChangeAspect="1"/>
              </p:cNvGraphicFramePr>
              <p:nvPr/>
            </p:nvGraphicFramePr>
            <p:xfrm>
              <a:off x="1285" y="1885"/>
              <a:ext cx="33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Equation" r:id="rId1" imgW="88900" imgH="171450" progId="Equation.DSMT4">
                      <p:embed/>
                    </p:oleObj>
                  </mc:Choice>
                  <mc:Fallback>
                    <p:oleObj name="Equation" r:id="rId1" imgW="88900" imgH="17145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85" y="1885"/>
                            <a:ext cx="33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738" name="Line 8"/>
            <p:cNvSpPr>
              <a:spLocks noChangeShapeType="1"/>
            </p:cNvSpPr>
            <p:nvPr/>
          </p:nvSpPr>
          <p:spPr bwMode="auto">
            <a:xfrm>
              <a:off x="1383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9" name="Line 9"/>
            <p:cNvSpPr>
              <a:spLocks noChangeShapeType="1"/>
            </p:cNvSpPr>
            <p:nvPr/>
          </p:nvSpPr>
          <p:spPr bwMode="auto">
            <a:xfrm flipV="1">
              <a:off x="1383" y="178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3740" name="Group 10"/>
            <p:cNvGrpSpPr/>
            <p:nvPr/>
          </p:nvGrpSpPr>
          <p:grpSpPr bwMode="auto">
            <a:xfrm>
              <a:off x="2290" y="2195"/>
              <a:ext cx="771" cy="499"/>
              <a:chOff x="1202" y="1888"/>
              <a:chExt cx="771" cy="499"/>
            </a:xfrm>
          </p:grpSpPr>
          <p:sp>
            <p:nvSpPr>
              <p:cNvPr id="73782" name="Rectangle 11"/>
              <p:cNvSpPr>
                <a:spLocks noChangeArrowheads="1"/>
              </p:cNvSpPr>
              <p:nvPr/>
            </p:nvSpPr>
            <p:spPr bwMode="auto">
              <a:xfrm>
                <a:off x="1202" y="1888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aphicFrame>
            <p:nvGraphicFramePr>
              <p:cNvPr id="73783" name="Object 12"/>
              <p:cNvGraphicFramePr>
                <a:graphicFrameLocks noChangeAspect="1"/>
              </p:cNvGraphicFramePr>
              <p:nvPr/>
            </p:nvGraphicFramePr>
            <p:xfrm>
              <a:off x="1260" y="1897"/>
              <a:ext cx="366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Equation" r:id="rId3" imgW="88900" imgH="171450" progId="Equation.DSMT4">
                      <p:embed/>
                    </p:oleObj>
                  </mc:Choice>
                  <mc:Fallback>
                    <p:oleObj name="Equation" r:id="rId3" imgW="88900" imgH="171450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60" y="1897"/>
                            <a:ext cx="366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741" name="Line 13"/>
            <p:cNvSpPr>
              <a:spLocks noChangeShapeType="1"/>
            </p:cNvSpPr>
            <p:nvPr/>
          </p:nvSpPr>
          <p:spPr bwMode="auto">
            <a:xfrm>
              <a:off x="2471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Line 14"/>
            <p:cNvSpPr>
              <a:spLocks noChangeShapeType="1"/>
            </p:cNvSpPr>
            <p:nvPr/>
          </p:nvSpPr>
          <p:spPr bwMode="auto">
            <a:xfrm flipV="1">
              <a:off x="2880" y="165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3743" name="Group 15"/>
            <p:cNvGrpSpPr/>
            <p:nvPr/>
          </p:nvGrpSpPr>
          <p:grpSpPr bwMode="auto">
            <a:xfrm>
              <a:off x="3696" y="2187"/>
              <a:ext cx="771" cy="507"/>
              <a:chOff x="1202" y="1880"/>
              <a:chExt cx="771" cy="507"/>
            </a:xfrm>
          </p:grpSpPr>
          <p:sp>
            <p:nvSpPr>
              <p:cNvPr id="73780" name="Rectangle 16"/>
              <p:cNvSpPr>
                <a:spLocks noChangeArrowheads="1"/>
              </p:cNvSpPr>
              <p:nvPr/>
            </p:nvSpPr>
            <p:spPr bwMode="auto">
              <a:xfrm>
                <a:off x="1202" y="1888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aphicFrame>
            <p:nvGraphicFramePr>
              <p:cNvPr id="73781" name="Object 17"/>
              <p:cNvGraphicFramePr>
                <a:graphicFrameLocks noChangeAspect="1"/>
              </p:cNvGraphicFramePr>
              <p:nvPr/>
            </p:nvGraphicFramePr>
            <p:xfrm>
              <a:off x="1236" y="1880"/>
              <a:ext cx="385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Equation" r:id="rId5" imgW="88900" imgH="171450" progId="Equation.DSMT4">
                      <p:embed/>
                    </p:oleObj>
                  </mc:Choice>
                  <mc:Fallback>
                    <p:oleObj name="Equation" r:id="rId5" imgW="88900" imgH="171450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6" y="1880"/>
                            <a:ext cx="385" cy="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744" name="Line 18"/>
            <p:cNvSpPr>
              <a:spLocks noChangeShapeType="1"/>
            </p:cNvSpPr>
            <p:nvPr/>
          </p:nvSpPr>
          <p:spPr bwMode="auto">
            <a:xfrm>
              <a:off x="3877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Line 19"/>
            <p:cNvSpPr>
              <a:spLocks noChangeShapeType="1"/>
            </p:cNvSpPr>
            <p:nvPr/>
          </p:nvSpPr>
          <p:spPr bwMode="auto">
            <a:xfrm flipV="1">
              <a:off x="4286" y="165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Line 20"/>
            <p:cNvSpPr>
              <a:spLocks noChangeShapeType="1"/>
            </p:cNvSpPr>
            <p:nvPr/>
          </p:nvSpPr>
          <p:spPr bwMode="auto">
            <a:xfrm>
              <a:off x="3877" y="2059"/>
              <a:ext cx="1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7" name="Line 21"/>
            <p:cNvSpPr>
              <a:spLocks noChangeShapeType="1"/>
            </p:cNvSpPr>
            <p:nvPr/>
          </p:nvSpPr>
          <p:spPr bwMode="auto">
            <a:xfrm>
              <a:off x="2880" y="2694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8" name="Line 22"/>
            <p:cNvSpPr>
              <a:spLocks noChangeShapeType="1"/>
            </p:cNvSpPr>
            <p:nvPr/>
          </p:nvSpPr>
          <p:spPr bwMode="auto">
            <a:xfrm>
              <a:off x="2880" y="2785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9" name="Line 23"/>
            <p:cNvSpPr>
              <a:spLocks noChangeShapeType="1"/>
            </p:cNvSpPr>
            <p:nvPr/>
          </p:nvSpPr>
          <p:spPr bwMode="auto">
            <a:xfrm flipH="1">
              <a:off x="930" y="2875"/>
              <a:ext cx="29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Text Box 24"/>
            <p:cNvSpPr txBox="1">
              <a:spLocks noChangeArrowheads="1"/>
            </p:cNvSpPr>
            <p:nvPr/>
          </p:nvSpPr>
          <p:spPr bwMode="auto">
            <a:xfrm>
              <a:off x="612" y="2723"/>
              <a:ext cx="425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3751" name="Line 25"/>
            <p:cNvSpPr>
              <a:spLocks noChangeShapeType="1"/>
            </p:cNvSpPr>
            <p:nvPr/>
          </p:nvSpPr>
          <p:spPr bwMode="auto">
            <a:xfrm>
              <a:off x="3878" y="205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2" name="Rectangle 26"/>
            <p:cNvSpPr>
              <a:spLocks noChangeArrowheads="1"/>
            </p:cNvSpPr>
            <p:nvPr/>
          </p:nvSpPr>
          <p:spPr bwMode="auto">
            <a:xfrm>
              <a:off x="4150" y="2875"/>
              <a:ext cx="27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3753" name="Line 27"/>
            <p:cNvSpPr>
              <a:spLocks noChangeShapeType="1"/>
            </p:cNvSpPr>
            <p:nvPr/>
          </p:nvSpPr>
          <p:spPr bwMode="auto">
            <a:xfrm flipV="1">
              <a:off x="4286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3754" name="Picture 28" descr="与非门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5" y="3238"/>
              <a:ext cx="29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55" name="Line 29"/>
            <p:cNvSpPr>
              <a:spLocks noChangeShapeType="1"/>
            </p:cNvSpPr>
            <p:nvPr/>
          </p:nvSpPr>
          <p:spPr bwMode="auto">
            <a:xfrm flipV="1">
              <a:off x="4241" y="305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6" name="Line 30"/>
            <p:cNvSpPr>
              <a:spLocks noChangeShapeType="1"/>
            </p:cNvSpPr>
            <p:nvPr/>
          </p:nvSpPr>
          <p:spPr bwMode="auto">
            <a:xfrm>
              <a:off x="1791" y="269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7" name="Line 31"/>
            <p:cNvSpPr>
              <a:spLocks noChangeShapeType="1"/>
            </p:cNvSpPr>
            <p:nvPr/>
          </p:nvSpPr>
          <p:spPr bwMode="auto">
            <a:xfrm>
              <a:off x="2880" y="205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8" name="Line 32"/>
            <p:cNvSpPr>
              <a:spLocks noChangeShapeType="1"/>
            </p:cNvSpPr>
            <p:nvPr/>
          </p:nvSpPr>
          <p:spPr bwMode="auto">
            <a:xfrm>
              <a:off x="3288" y="2059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9" name="Line 33"/>
            <p:cNvSpPr>
              <a:spLocks noChangeShapeType="1"/>
            </p:cNvSpPr>
            <p:nvPr/>
          </p:nvSpPr>
          <p:spPr bwMode="auto">
            <a:xfrm>
              <a:off x="3288" y="3601"/>
              <a:ext cx="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0" name="Line 34"/>
            <p:cNvSpPr>
              <a:spLocks noChangeShapeType="1"/>
            </p:cNvSpPr>
            <p:nvPr/>
          </p:nvSpPr>
          <p:spPr bwMode="auto">
            <a:xfrm flipV="1">
              <a:off x="4150" y="346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1" name="Line 35"/>
            <p:cNvSpPr>
              <a:spLocks noChangeShapeType="1"/>
            </p:cNvSpPr>
            <p:nvPr/>
          </p:nvSpPr>
          <p:spPr bwMode="auto">
            <a:xfrm>
              <a:off x="1791" y="3011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2" name="Line 36"/>
            <p:cNvSpPr>
              <a:spLocks noChangeShapeType="1"/>
            </p:cNvSpPr>
            <p:nvPr/>
          </p:nvSpPr>
          <p:spPr bwMode="auto">
            <a:xfrm>
              <a:off x="4332" y="3057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3" name="Line 37"/>
            <p:cNvSpPr>
              <a:spLocks noChangeShapeType="1"/>
            </p:cNvSpPr>
            <p:nvPr/>
          </p:nvSpPr>
          <p:spPr bwMode="auto">
            <a:xfrm>
              <a:off x="4332" y="3147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4" name="Line 38"/>
            <p:cNvSpPr>
              <a:spLocks noChangeShapeType="1"/>
            </p:cNvSpPr>
            <p:nvPr/>
          </p:nvSpPr>
          <p:spPr bwMode="auto">
            <a:xfrm flipV="1">
              <a:off x="3515" y="1923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5" name="Line 39"/>
            <p:cNvSpPr>
              <a:spLocks noChangeShapeType="1"/>
            </p:cNvSpPr>
            <p:nvPr/>
          </p:nvSpPr>
          <p:spPr bwMode="auto">
            <a:xfrm>
              <a:off x="3515" y="1923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6" name="Line 40"/>
            <p:cNvSpPr>
              <a:spLocks noChangeShapeType="1"/>
            </p:cNvSpPr>
            <p:nvPr/>
          </p:nvSpPr>
          <p:spPr bwMode="auto">
            <a:xfrm flipV="1">
              <a:off x="4740" y="1787"/>
              <a:ext cx="0" cy="1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7" name="Line 41"/>
            <p:cNvSpPr>
              <a:spLocks noChangeShapeType="1"/>
            </p:cNvSpPr>
            <p:nvPr/>
          </p:nvSpPr>
          <p:spPr bwMode="auto">
            <a:xfrm flipH="1">
              <a:off x="1383" y="1787"/>
              <a:ext cx="3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8" name="Line 42"/>
            <p:cNvSpPr>
              <a:spLocks noChangeShapeType="1"/>
            </p:cNvSpPr>
            <p:nvPr/>
          </p:nvSpPr>
          <p:spPr bwMode="auto">
            <a:xfrm flipV="1">
              <a:off x="1837" y="165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9" name="Line 43"/>
            <p:cNvSpPr>
              <a:spLocks noChangeShapeType="1"/>
            </p:cNvSpPr>
            <p:nvPr/>
          </p:nvSpPr>
          <p:spPr bwMode="auto">
            <a:xfrm flipV="1">
              <a:off x="4286" y="346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0" name="Line 44"/>
            <p:cNvSpPr>
              <a:spLocks noChangeShapeType="1"/>
            </p:cNvSpPr>
            <p:nvPr/>
          </p:nvSpPr>
          <p:spPr bwMode="auto">
            <a:xfrm>
              <a:off x="4286" y="3601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1" name="Line 45"/>
            <p:cNvSpPr>
              <a:spLocks noChangeShapeType="1"/>
            </p:cNvSpPr>
            <p:nvPr/>
          </p:nvSpPr>
          <p:spPr bwMode="auto">
            <a:xfrm>
              <a:off x="5103" y="2059"/>
              <a:ext cx="0" cy="1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3772" name="Picture 46" descr="dot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5" y="2044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3" name="Picture 47" descr="dot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1908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4" name="Picture 48" descr="dot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4" y="2997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5" name="Picture 49" descr="dot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7" y="2861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6" name="Picture 50" descr="dot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9" y="2861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77" name="Text Box 51"/>
            <p:cNvSpPr txBox="1">
              <a:spLocks noChangeArrowheads="1"/>
            </p:cNvSpPr>
            <p:nvPr/>
          </p:nvSpPr>
          <p:spPr bwMode="auto">
            <a:xfrm>
              <a:off x="1733" y="1344"/>
              <a:ext cx="437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Q2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3778" name="Text Box 52"/>
            <p:cNvSpPr txBox="1">
              <a:spLocks noChangeArrowheads="1"/>
            </p:cNvSpPr>
            <p:nvPr/>
          </p:nvSpPr>
          <p:spPr bwMode="auto">
            <a:xfrm>
              <a:off x="2731" y="1344"/>
              <a:ext cx="409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3779" name="Text Box 53"/>
            <p:cNvSpPr txBox="1">
              <a:spLocks noChangeArrowheads="1"/>
            </p:cNvSpPr>
            <p:nvPr/>
          </p:nvSpPr>
          <p:spPr bwMode="auto">
            <a:xfrm>
              <a:off x="4105" y="1344"/>
              <a:ext cx="451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Q0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6" name="Group 56"/>
          <p:cNvGrpSpPr/>
          <p:nvPr/>
        </p:nvGrpSpPr>
        <p:grpSpPr bwMode="auto">
          <a:xfrm>
            <a:off x="2895600" y="2819400"/>
            <a:ext cx="4572000" cy="838200"/>
            <a:chOff x="1824" y="1776"/>
            <a:chExt cx="2880" cy="528"/>
          </a:xfrm>
        </p:grpSpPr>
        <p:sp>
          <p:nvSpPr>
            <p:cNvPr id="73735" name="Rectangle 54"/>
            <p:cNvSpPr>
              <a:spLocks noChangeArrowheads="1"/>
            </p:cNvSpPr>
            <p:nvPr/>
          </p:nvSpPr>
          <p:spPr bwMode="auto">
            <a:xfrm>
              <a:off x="1824" y="1776"/>
              <a:ext cx="2880" cy="52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3736" name="Text Box 55"/>
            <p:cNvSpPr txBox="1">
              <a:spLocks noChangeArrowheads="1"/>
            </p:cNvSpPr>
            <p:nvPr/>
          </p:nvSpPr>
          <p:spPr bwMode="auto">
            <a:xfrm>
              <a:off x="2448" y="1872"/>
              <a:ext cx="16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FFFF00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>
                  <a:solidFill>
                    <a:srgbClr val="FFFF00"/>
                  </a:solidFill>
                  <a:latin typeface="Times New Roman" panose="02020603050405020304" pitchFamily="18" charset="0"/>
                </a:rPr>
                <a:t>寄    存    器</a:t>
              </a:r>
              <a:endParaRPr lang="zh-CN" altLang="en-US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</a:spPr>
      <a:bodyPr rtlCol="0" anchor="ctr"/>
      <a:lstStyle>
        <a:defPPr algn="ctr">
          <a:defRPr sz="2400">
            <a:noFill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0</TotalTime>
  <Words>11755</Words>
  <Application>WPS 演示</Application>
  <PresentationFormat>全屏显示(4:3)</PresentationFormat>
  <Paragraphs>4178</Paragraphs>
  <Slides>73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73</vt:i4>
      </vt:variant>
    </vt:vector>
  </HeadingPairs>
  <TitlesOfParts>
    <vt:vector size="90" baseType="lpstr">
      <vt:lpstr>Arial</vt:lpstr>
      <vt:lpstr>宋体</vt:lpstr>
      <vt:lpstr>Wingdings</vt:lpstr>
      <vt:lpstr>Tahoma</vt:lpstr>
      <vt:lpstr>Times New Roman</vt:lpstr>
      <vt:lpstr>Wingdings 3</vt:lpstr>
      <vt:lpstr>Georgia</vt:lpstr>
      <vt:lpstr>Symbol</vt:lpstr>
      <vt:lpstr>微软雅黑</vt:lpstr>
      <vt:lpstr>Arial Unicode MS</vt:lpstr>
      <vt:lpstr>Arial</vt:lpstr>
      <vt:lpstr>Cambria Math</vt:lpstr>
      <vt:lpstr>幼圆</vt:lpstr>
      <vt:lpstr>Shimmer</vt:lpstr>
      <vt:lpstr>Equation.DSMT4</vt:lpstr>
      <vt:lpstr>Equation.DSMT4</vt:lpstr>
      <vt:lpstr>Equation.DSMT4</vt:lpstr>
      <vt:lpstr>PowerPoint 演示文稿</vt:lpstr>
      <vt:lpstr>PowerPoint 演示文稿</vt:lpstr>
      <vt:lpstr>计数器 </vt:lpstr>
      <vt:lpstr>4位二进制计数器的状态图</vt:lpstr>
      <vt:lpstr>4位二进制计数器的 状态方程和激励函数</vt:lpstr>
      <vt:lpstr>四位二进制计数器逻辑图 </vt:lpstr>
      <vt:lpstr>计数器</vt:lpstr>
      <vt:lpstr>计数器</vt:lpstr>
      <vt:lpstr>计数器</vt:lpstr>
      <vt:lpstr>计数器</vt:lpstr>
      <vt:lpstr>计数器</vt:lpstr>
      <vt:lpstr>计数器</vt:lpstr>
      <vt:lpstr>计数器</vt:lpstr>
      <vt:lpstr>计数器</vt:lpstr>
      <vt:lpstr>计数器</vt:lpstr>
      <vt:lpstr>PowerPoint 演示文稿</vt:lpstr>
      <vt:lpstr>计数器</vt:lpstr>
      <vt:lpstr>计数器</vt:lpstr>
      <vt:lpstr>PowerPoint 演示文稿</vt:lpstr>
      <vt:lpstr>计数器</vt:lpstr>
      <vt:lpstr>计数器</vt:lpstr>
      <vt:lpstr>PowerPoint 演示文稿</vt:lpstr>
      <vt:lpstr>计数器</vt:lpstr>
      <vt:lpstr>计数器</vt:lpstr>
      <vt:lpstr>计数器</vt:lpstr>
      <vt:lpstr>PowerPoint 演示文稿</vt:lpstr>
      <vt:lpstr>同步时序电路的分析与设计方法</vt:lpstr>
      <vt:lpstr>方法一：用74163计数器</vt:lpstr>
      <vt:lpstr>计数器</vt:lpstr>
      <vt:lpstr>计数器</vt:lpstr>
      <vt:lpstr>PowerPoint 演示文稿</vt:lpstr>
      <vt:lpstr>连接方式</vt:lpstr>
      <vt:lpstr>PowerPoint 演示文稿</vt:lpstr>
      <vt:lpstr>PowerPoint 演示文稿</vt:lpstr>
      <vt:lpstr>同步时序电路的分析与设计方法</vt:lpstr>
      <vt:lpstr>方法2——采用计数器的设计思想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方法3——循环移位方式设计思想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检查能否自启动</vt:lpstr>
      <vt:lpstr>检查能否自启动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计数器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张芝源(2024010701)</cp:lastModifiedBy>
  <cp:revision>443</cp:revision>
  <dcterms:created xsi:type="dcterms:W3CDTF">2002-01-04T07:22:00Z</dcterms:created>
  <dcterms:modified xsi:type="dcterms:W3CDTF">2026-05-31T12:40:38Z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CBB9CEDF200E48F2810B3D3CFC7F577E_12</vt:lpwstr>
  </property>
</Properties>
</file>